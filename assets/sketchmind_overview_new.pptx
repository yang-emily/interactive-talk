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sldIdLst>
    <p:sldId id="256" r:id="rId2"/>
    <p:sldId id="257" r:id="rId3"/>
  </p:sldIdLst>
  <p:sldSz cx="41713150" cy="162179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047DF"/>
    <a:srgbClr val="CFE2C6"/>
    <a:srgbClr val="B99DD0"/>
    <a:srgbClr val="80639E"/>
    <a:srgbClr val="D6E8CC"/>
    <a:srgbClr val="8BA589"/>
    <a:srgbClr val="338E52"/>
    <a:srgbClr val="5048DE"/>
    <a:srgbClr val="BA782F"/>
    <a:srgbClr val="9339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11"/>
    <p:restoredTop sz="96301"/>
  </p:normalViewPr>
  <p:slideViewPr>
    <p:cSldViewPr snapToGrid="0">
      <p:cViewPr varScale="1">
        <p:scale>
          <a:sx n="41" d="100"/>
          <a:sy n="41" d="100"/>
        </p:scale>
        <p:origin x="360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3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1 467 24575,'0'-14'0,"0"-1"0,0 2 0,0-4 0,0-3 0,0 1 0,0-5 0,0-3 0,0-2 0,1-3 0,3 2 0,3 4 0,3 4 0,2 1 0,3 3 0,-1 3 0,3 2 0,1-2 0,4 0 0,1 0 0,-1 0 0,-1 5 0,1 1 0,2 2 0,1 3 0,1 4 0,-3 0 0,-2 0 0,0 0 0,1 0 0,3 0 0,5 0 0,4 0 0,5 0 0,8 0 0,2 0 0,6-5 0,4 0 0,-3-1 0,2 1 0,-5 5 0,-6 0 0,-7 0 0,-10 0 0,-3 0 0,-1 0 0,0 0 0,-3 2 0,-6 3 0,0 6 0,-3 4 0,-3 3 0,1 3 0,-5 3 0,-3 2 0,0 0 0,-4 0 0,0 5 0,0 1 0,0 1 0,0 4 0,0-2 0,0-3 0,0-1 0,0-4 0,0 1 0,0 3 0,0 6 0,0 2 0,0 4 0,0-5 0,-2 2 0,-2-1 0,-5-1 0,-4 7 0,-5 0 0,-5 5 0,1-2 0,-1-1 0,1-3 0,1-4 0,-3 1 0,-1-5 0,-6 2 0,-2 0 0,-1 1 0,2-1 0,4-4 0,1-2 0,1-6 0,-4 1 0,-1 1 0,-8 0 0,-2 1 0,0-3 0,-3-1 0,1-4 0,2 1 0,3-1 0,2-1 0,2 0 0,1-4 0,3 3 0,4-4 0,0-1 0,0 1 0,3-3 0,1-1 0,4-2 0,0 0 0,2-3 0,11-13 0,17-10 0,19-11 0,15-6 0,9 1 0,1 6 0,-4 0 0,-4 7 0,-5-1 0,-3-2 0,1 2 0,-4 0 0,-4 5 0,4 2 0,0 3 0,11 1 0,8-2 0,1 1 0,-2 2 0,-4-3 0,-1 3 0,-6 0 0,0 5 0,-1-3 0,1 1 0,4 1 0,1 0 0,1 5 0,0 0 0,-2 0 0,1 0 0,-1 0 0,6 0 0,7 0 0,-1 4 0,1 7 0,-7 9 0,-5 6 0,-9 2 0,-5 1 0,-4 4 0,-4 0 0,-4 1 0,-8 3 0,-8 0 0,-6 5 0,-1 0 0,0-4 0,0-4 0,0 0 0,0 0 0,-2-1 0,-2-1 0,-5-6 0,-5 0 0,-3 0 0,-7 0 0,-2 5 0,-1 2 0,-1 6 0,-6 5 0,-4 0 0,-5 8 0,-6 0 0,-3 5 0,-5 5 0,-4-3 0,-2 1 0,-3-9 0,-1-8 0,1-4 0,-1-6 0,0-4 0,1-4 0,-2-7 0,2-5 0,-1 2 0,1-5 0,0 2 0,5-2 0,1 1 0,5 0 0,4-1 0,2 0 0,10-5 0,2-2 0,7-3 0,15 0 0,5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3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24575,'7'138'0,"0"1"0,0-2 0,0 1 0,0 0 0,-1-33 0,0-1 0,2 22 0,1 37 0,0 6 0,0-21 0,-3-52 0,-1-41 0,0 0 0,-1-4 0,2-3 0,2-4 0,1-1 0,-2-4 0,1-3 0,-4-3 0,3-5 0,-3-2 0,1 0 0,-2-3 0,0-6 0,3-5 0,4 2 0,2 5 0,-2 3 0,2 4 0,0 1 0,-1 5 0,-1 0 0,-3 1 0,-2-2 0,2-4 0,-3 0 0,0-5 0,-1 0 0,-2-5 0,-2-1 0,1 0 0,0-8 0,0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3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1 324 24575,'25'-8'0,"14"-2"0,12-4 0,9-5 0,0-7 0,0 2 0,1-1 0,6 2 0,-2-1 0,-4 0 0,-1 6 0,0 0 0,1 3 0,1-1 0,-3 1 0,-5 3 0,-4 3 0,-2 1 0,-11 1 0,-4 3 0,-5 0 0,-2 4 0,-4 0 0,-1 0 0,-3 0 0,-2 0 0,1 0 0,1 0 0,-2 0 0,2 0 0,-1 0 0,-1 0 0,4 0 0,-1 0 0,-1 0 0,-2 0 0,-1 0 0,-1 0 0,-7 2 0,-5 5 0,-9 4 0,-7 7 0,0 3 0,-3 4 0,2 1 0,2 0 0,2-3 0,5-4 0,2-4 0,1-1 0,2 1 0,0-2 0,0 1 0,1-2 0,-3 1 0,1-1 0,-2-1 0,1 2 0,3 0 0,0 0 0,0-2 0,0 2 0,0 0 0,0 0 0,0-1 0,0 1 0,0 0 0,0 3 0,0-2 0,0 1 0,0-3 0,0 0 0,0 2 0,0 0 0,0-1 0,2 1 0,2-1 0,-2 1 0,1 0 0,-3-2 0,4-2 0,0 1 0,2 2 0,2 5 0,-5 2 0,1-1 0,0-1 0,0 2 0,2 0 0,0 1 0,-2 3 0,4-2 0,-4 4 0,3 1 0,-2-1 0,-1 0 0,4 4 0,-3 4 0,-1 5 0,0 9 0,-3 2 0,4 6 0,0 4 0,0 0 0,2 1 0,-2-5 0,1-4 0,-1-2 0,-2 1 0,2-2 0,3 2 0,0 0 0,0-1 0,0 2 0,-3-1 0,-1-1 0,-2-1 0,3-3 0,0-2 0,1 1 0,-1 2 0,1 1 0,-1 2 0,1-3 0,-2-2 0,2 0 0,-1 3 0,1 2 0,-1 5 0,0 3 0,3-3 0,-4 0 0,2-5 0,1-3 0,-2-3 0,0 1 0,-3-3 0,1-5 0,1-1 0,0-3 0,0 0 0,-4-1 0,3-6 0,1-4 0,0-4 0,-2 0 0,-2-1 0,4-2 0,0-1 0,1-1 0,1 0 0,-2 1 0,1-4 0,0-7 0,-1-1 0,-1-4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3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0 24575,'0'64'0,"0"19"0,0 30 0,-2 25 0,-4 7 0,-4 3 0,-3-7 0,4-9 0,3-3 0,5-10 0,1-4 0,0 6 0,0 4 0,0-3 0,0-3 0,0-15 0,0-9 0,0-9 0,0-18 0,0-8 0,0-7 0,0-6 0,0 1 0,4-3 0,2-2 0,9 1 0,5-2 0,-1 0 0,3-1 0,1-3 0,2 2 0,5-2 0,4-3 0,-2-4 0,3-10 0,-3-9 0,5-7 0,-1-5 0,1 1 0,5-1 0,1 0 0,4 0 0,-2-6 0,-3-6 0,0-6 0,4-6 0,1-2 0,1 0 0,3-9 0,-2-1 0,3-5 0,6-5 0,1-1 0,6-4 0,5 3 0,2 4 0,2 5 0,4 5 0,3-7 0,2-2 0,-3-3 0,0 1 0,-12 6 0,-1 2 0,2 3 0,-6 2 0,3 0 0,0-1 0,-10 2 0,-4 0 0,-10 5 0,-8 4 0,-10 7 0,-5 4 0,-6 4 0,-6 3 0,-5 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24575,'0'34'0,"0"34"0,0 32 0,0 38 0,0-61 0,0 1 0,2-1 0,2 1 0,0 1 0,2 0 0,10 71 0,2-1 0,0-9 0,-1-5 0,-1-10 0,0-4 0,3-3 0,1-7 0,-3-6 0,0-8 0,-3-3 0,1-5 0,-1-7 0,0-6 0,-1-6 0,-2-4 0,3 0 0,-4-5 0,-2-7 0,0-4 0,-4-9 0,3-5 0,-3-5 0,1-5 0,1-1 0,-1 0 0,-2-3 0,0-2 0,-2-5 0,3-3 0,0 4 0,-1-3 0,-3 3 0,3-1 0,1-3 0,1 2 0,-3-2 0,0 0 0,1-2 0,0 3 0,0 1 0,-1 1 0,-2-2 0,0-3 0,0 4 0,0 3 0,0 2 0,0 0 0,0-1 0,0-1 0,0-4 0,0 2 0,0-9 0,0-1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37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1266 24575,'0'-41'0,"0"-13"0,1-14 0,6-8 0,5 4 0,1 4 0,2 9 0,-4 7 0,2 7 0,-1 10 0,-1-1 0,-3 4 0,0 5 0,-1 2 0,1 3 0,1 1 0,-1 0 0,1 0 0,0 3 0,-1 0 0,1 2 0,0 0 0,-1-2 0,1 0 0,0-1 0,-1 1 0,3 2 0,1 2 0,0 1 0,1-2 0,-1 1 0,-3 1 0,-1 2 0,0 3 0,3-1 0,2-1 0,1-2 0,3 0 0,1-3 0,3 0 0,0-2 0,-1 1 0,0-1 0,1 0 0,4-1 0,2 2 0,0 1 0,0 2 0,-1 1 0,5 3 0,0 0 0,-3 4 0,-3 1 0,-3 1 0,-1 1 0,0 2 0,-1 0 0,1 0 0,0 0 0,-1 0 0,2 0 0,0 1 0,3 3 0,8 4 0,8 1 0,5 2 0,0 1 0,-4 1 0,-3 2 0,-3-1 0,-4 2 0,-1-1 0,-1 2 0,4 0 0,-1-2 0,-2 0 0,-2-1 0,-1 0 0,-1 1 0,-2-2 0,-2 2 0,-2 3 0,3-2 0,3 3 0,3 1 0,0 0 0,-2 1 0,-3-2 0,-5-1 0,2 0 0,-2 2 0,1 0 0,0 2 0,0-1 0,0 1 0,-3-1 0,-3 0 0,-1 0 0,-2-2 0,1-1 0,1-3 0,-2 0 0,0 3 0,-1-3 0,-3 2 0,-1-1 0,1-2 0,-1 1 0,2 1 0,-2-3 0,2-1 0,-3 1 0,0-1 0,1 3 0,-1 0 0,1-1 0,-2 1 0,1-1 0,-1 1 0,-2-3 0,4 2 0,-1-3 0,-1 0 0,2 2 0,-5-2 0,2-1 0,0 4 0,-1-3 0,-1 4 0,2 0 0,0 1 0,-1 1 0,-2-1 0,0 1 0,-1-1 0,0-2 0,0-2 0,2-2 0,1 0 0,0 0 0,1-2 0,-1-4 0,-1-1 0,1-5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0 330 24575,'0'-9'0,"0"-2"0,0 2 0,0-3 0,0-3 0,0 2 0,0-4 0,0-2 0,0-1 0,2-3 0,0 2 0,3 2 0,2 3 0,2 1 0,1 3 0,0 2 0,1 0 0,2 0 0,2-1 0,1 0 0,-1 1 0,0 2 0,0 2 0,2 1 0,0 3 0,1 1 0,-2 1 0,-2 0 0,1 0 0,0 0 0,2 0 0,4 0 0,3 0 0,3 0 0,6 0 0,0 0 0,5-3 0,3-1 0,-2 0 0,2 1 0,-4 3 0,-6 0 0,-3 0 0,-6 0 0,-4 0 0,0 0 0,0 0 0,-2 1 0,-4 3 0,-1 4 0,-1 2 0,-2 3 0,0 2 0,-3 1 0,-2 2 0,-1 1 0,-2 0 0,0 2 0,0 2 0,0 1 0,0 2 0,0-2 0,0-1 0,0-1 0,0-3 0,0 1 0,0 2 0,0 4 0,0 2 0,0 2 0,0-3 0,-1 2 0,-2-2 0,-2 0 0,-5 4 0,-2 1 0,-4 3 0,0 0 0,0-2 0,1-2 0,1-3 0,-3 1 0,0-3 0,-5 1 0,-1 0 0,0 0 0,1 0 0,2-3 0,1-1 0,1-5 0,-2 1 0,-2 1 0,-4 0 0,-4 1 0,2-3 0,-2-1 0,0-1 0,2-1 0,1-1 0,2 1 0,2-1 0,0-3 0,2 2 0,3-2 0,0 0 0,0-1 0,2-2 0,1 0 0,2-1 0,1-1 0,1-2 0,8-9 0,11-7 0,13-8 0,11-4 0,7 1 0,-1 4 0,-2 0 0,-3 4 0,-3 0 0,-2-1 0,0 1 0,-2 1 0,-3 2 0,2 3 0,1 0 0,7 2 0,6-1 0,1 1 0,-3 0 0,-1-1 0,-2 1 0,-3 1 0,0 3 0,-1-2 0,0 1 0,3 0 0,1 1 0,1 3 0,-1 0 0,0 0 0,0 0 0,-1 0 0,5 0 0,3 0 0,1 3 0,1 5 0,-6 5 0,-3 6 0,-7 1 0,-2 0 0,-4 3 0,-2 1 0,-3 0 0,-6 2 0,-5 0 0,-4 4 0,-1 0 0,0-3 0,0-3 0,0 0 0,0-1 0,-1 1 0,-3-2 0,-1-3 0,-5 0 0,-2-1 0,-4 1 0,-2 2 0,-1 2 0,-1 5 0,-3 3 0,-3 1 0,-4 4 0,-5 1 0,0 3 0,-5 4 0,-2-2 0,-2 0 0,-2-6 0,0-5 0,0-4 0,0-3 0,0-4 0,0-3 0,-1-3 0,1-5 0,0 1 0,-1-2 0,2 0 0,3-1 0,0 0 0,4 2 0,2-2 0,3 0 0,5-4 0,3-1 0,4-2 0,10 1 0,4-1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3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24575,'5'97'0,"0"1"0,0 0 0,0-1 0,-1 1 0,1-24 0,-1 0 0,1 15 0,1 26 0,1 5 0,-1-16 0,-2-36 0,0-29 0,-1 0 0,0-2 0,1-4 0,2-2 0,0-1 0,-1-2 0,0-2 0,-2-3 0,2-4 0,-2 0 0,0-1 0,-1-2 0,0-4 0,2-2 0,4-1 0,0 4 0,-1 4 0,1 1 0,0 1 0,-1 3 0,1 1 0,-3 0 0,-2-1 0,1-3 0,-1 0 0,0-3 0,-1-1 0,-1-2 0,-1-2 0,0 0 0,0-5 0,0-1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3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1 230 24575,'17'-6'0,"10"-2"0,9-2 0,5-3 0,1-5 0,-1 1 0,2-1 0,3 1 0,-1 1 0,-2-1 0,-2 4 0,1 0 0,0 3 0,1-2 0,-2 2 0,-4 1 0,-2 3 0,-2 1 0,-7-1 0,-4 3 0,-2 1 0,-2 2 0,-3-1 0,0 1 0,-3 0 0,-1 0 0,1 0 0,0 0 0,0 0 0,0 0 0,0 0 0,0 0 0,1 0 0,0 0 0,-1 0 0,0 0 0,-2 0 0,-1 0 0,-3 2 0,-5 3 0,-6 3 0,-5 4 0,1 3 0,-3 3 0,1 0 0,3 1 0,0-3 0,4-3 0,1-2 0,1-1 0,1 0 0,0 0 0,1-1 0,0 0 0,-2 0 0,0 0 0,0-1 0,0 1 0,2 0 0,-1 0 0,1-1 0,0 1 0,0 1 0,0-2 0,0 1 0,0 0 0,0 1 0,0 1 0,0-1 0,0 0 0,0-1 0,0-1 0,0 3 0,0-2 0,0 0 0,2 1 0,0-1 0,1 1 0,-2 0 0,-1-1 0,3-2 0,-1 0 0,3 3 0,0 3 0,-3 0 0,2 1 0,-2-1 0,1 1 0,1 0 0,0 1 0,-1 2 0,2-2 0,-1 4 0,0 0 0,-1-1 0,0 1 0,2 2 0,-1 3 0,-1 4 0,-1 6 0,0 1 0,1 4 0,1 4 0,-1-1 0,2 1 0,-2-3 0,1-3 0,0-2 0,-2 1 0,1-1 0,3 1 0,-1 0 0,1-1 0,0 2 0,-3 0 0,-1-2 0,0 0 0,2-3 0,-1-1 0,1 1 0,0 2 0,0-1 0,-1 2 0,1-2 0,0-1 0,-1 0 0,1 2 0,0 2 0,-1 3 0,1 2 0,1-2 0,-2 0 0,2-4 0,-1-2 0,0-2 0,-1 1 0,-2-2 0,2-4 0,-1 0 0,1-3 0,0 0 0,-3-1 0,2-3 0,1-3 0,-1-3 0,1 0 0,-3-2 0,2-1 0,0 1 0,2-2 0,1 0 0,-3 1 0,2-3 0,-1-5 0,0 0 0,-1-4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3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0 24575,'0'45'0,"0"14"0,0 21 0,-2 18 0,-2 4 0,-3 3 0,-2-6 0,2-5 0,4-3 0,2-7 0,1-2 0,0 3 0,0 4 0,0-3 0,0-2 0,0-10 0,0-7 0,0-6 0,0-13 0,0-6 0,0-5 0,0-3 0,0 0 0,2-2 0,3-2 0,5 1 0,4-1 0,0 0 0,1-1 0,0-3 0,3 3 0,3-2 0,2-3 0,-1-1 0,3-9 0,-3-5 0,3-6 0,0-3 0,1 1 0,3-1 0,1 0 0,3 0 0,-2-4 0,-2-5 0,0-3 0,3-5 0,1-2 0,0 1 0,3-7 0,-3-1 0,3-2 0,4-5 0,1 0 0,4-3 0,3 2 0,2 3 0,2 4 0,2 2 0,3-4 0,0-1 0,-2-3 0,0 1 0,-7 4 0,-2 3 0,2 1 0,-5 1 0,4 0 0,-2 0 0,-6 1 0,-3 0 0,-7 4 0,-6 2 0,-6 5 0,-3 4 0,-6 1 0,-3 4 0,-3 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3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24575,'0'24'0,"0"24"0,0 23 0,0 26 0,0-42 0,0 0 0,1 0 0,1-1 0,2 3 0,0-1 0,6 49 0,3 1 0,0-7 0,-2-3 0,1-8 0,-1-3 0,2-1 0,1-6 0,-2-3 0,-1-6 0,-1-4 0,0-1 0,0-6 0,0-5 0,-1-3 0,-1-4 0,1 2 0,-2-6 0,-2-3 0,1-4 0,-3-6 0,2-3 0,-3-4 0,2-4 0,1 0 0,-3-1 0,1-1 0,-2-2 0,1-4 0,1-1 0,-1 2 0,0-1 0,-2 1 0,2-1 0,1 0 0,0-1 0,-1-1 0,0 1 0,-1-2 0,2 2 0,-1 1 0,-2 0 0,1 0 0,-1-3 0,0 3 0,0 1 0,0 3 0,0 0 0,0-1 0,0-2 0,0-1 0,0 0 0,0-5 0,0-2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382"/>
    </inkml:context>
    <inkml:brush xml:id="br0">
      <inkml:brushProperty name="width" value="0.05" units="cm"/>
      <inkml:brushProperty name="height" value="0.05" units="cm"/>
      <inkml:brushProperty name="color" value="#6466F3"/>
    </inkml:brush>
  </inkml:definitions>
  <inkml:trace contextRef="#ctx0" brushRef="#br0">0 30 24575,'15'0'0,"-1"0"0,5 0 0,-1-2 0,0-1 0,0-1 0,0 1 0,-4 2 0,-1 1 0,1 0 0,3 0 0,0 0 0,0 0 0,1 0 0,0 0 0,3 0 0,1 0 0,0 0 0,4 0 0,1 0 0,1 0 0,1 0 0,-3 0 0,5 0 0,-2 0 0,-2 3 0,3 0 0,-4 1 0,1 2 0,2 0 0,-3 0 0,1 3 0,3-3 0,-3 1 0,0-1 0,-2 0 0,1 1 0,1-1 0,-1 0 0,0-1 0,-5 1 0,1-3 0,-2 3 0,6-2 0,0 2 0,1 0 0,-2-2 0,-3-1 0,-1-3 0,0 0 0,0 0 0,0 0 0,0 0 0,2 0 0,3 0 0,3 0 0,3 0 0,-2 0 0,-1 0 0,-1 0 0,-2 0 0,0 0 0,-4 0 0,3 0 0,2 0 0,-1 0 0,1 0 0,-1 0 0,4 0 0,2 0 0,-2 0 0,-1 0 0,-1 0 0,3 0 0,0 0 0,0 0 0,5 0 0,-5 0 0,5 0 0,-1 0 0,2 0 0,3 0 0,1 0 0,0 0 0,0 0 0,3 0 0,-3 0 0,0 0 0,-2 0 0,-5 0 0,1 0 0,-3 0 0,1 0 0,-2 0 0,0 0 0,1 0 0,0 0 0,3 0 0,-1 0 0,1 0 0,0 0 0,2 0 0,-3 0 0,0 0 0,-2 0 0,-5 0 0,-2 0 0,-4 0 0,0 0 0,0 0 0,0 0 0,1 0 0,-1 0 0,0 0 0,0 0 0,0 0 0,-3 0 0,-1 0 0,0 0 0,-2 0 0,0 0 0,-1 0 0,0 0 0,1-3 0,-1-2 0,-3-2 0,-2 0 0,-1-1 0,2 1 0,0 2 0,-1-3 0,2 1 0,0-2 0,-1-3 0,1 3 0,-2 0 0,2 4 0,0-1 0,0 1 0,2-1 0,0 0 0,-2-2 0,-3 4 0,-4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3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0 255 24575,'0'-7'0,"0"-1"0,0 1 0,0-3 0,0-1 0,0 1 0,0-3 0,0-2 0,0-1 0,1-2 0,2 2 0,0 2 0,3 1 0,1 2 0,2 1 0,-1 3 0,1-1 0,2 0 0,1-1 0,1 1 0,0 1 0,-1 1 0,1 0 0,0 4 0,2-1 0,-1 3 0,-1 0 0,-1 0 0,0 0 0,0 0 0,3 0 0,2 0 0,3 0 0,2 0 0,5 0 0,0 0 0,5-3 0,1 0 0,-1 1 0,1-1 0,-2 3 0,-4 0 0,-5 0 0,-4 0 0,-3 0 0,0 0 0,-1 0 0,-1 1 0,-3 2 0,0 3 0,-2 2 0,-2 2 0,1 1 0,-3 2 0,-2 1 0,0 0 0,-2 0 0,0 3 0,0 1 0,0 0 0,0 2 0,0-1 0,0-2 0,0 1 0,0-4 0,0 2 0,0 1 0,0 3 0,0 1 0,0 3 0,0-3 0,-1 0 0,-1 1 0,-2-1 0,-4 2 0,-3 3 0,-2 1 0,1-1 0,-1-1 0,0 0 0,1-4 0,-2 1 0,0-1 0,-3-1 0,-3 1 0,1 0 0,1 0 0,2-3 0,0-1 0,1-2 0,-1 0 0,-3 0 0,-2 0 0,-3 1 0,1-1 0,-2-2 0,1-1 0,0 0 0,2-1 0,2 1 0,0-2 0,2-1 0,0 1 0,4-2 0,-1 1 0,-1-2 0,3-1 0,1 1 0,2-2 0,-1 0 0,3-3 0,5-5 0,9-6 0,13-7 0,7-3 0,5 2 0,0 2 0,0 1 0,-4 2 0,-2 1 0,-2-2 0,0 1 0,-2 1 0,-3 2 0,3 2 0,1 1 0,5 0 0,5 0 0,1 1 0,-3-1 0,0 0 0,-2 0 0,-3 2 0,1 1 0,-2 0 0,1 0 0,3 0 0,0 0 0,0 3 0,1 0 0,-2 0 0,1 0 0,0 0 0,3 0 0,3 0 0,0 2 0,1 5 0,-3 2 0,-6 6 0,-3 0 0,-2 2 0,-4 1 0,-1 0 0,-3 1 0,-5 0 0,-3 2 0,-5 1 0,0 2 0,0-4 0,0-1 0,0 0 0,0-1 0,-1 0 0,-2-1 0,-2-3 0,-2 1 0,-4-1 0,-2 0 0,-2 3 0,0 1 0,-1 3 0,-3 3 0,-4 1 0,-1 3 0,-4 0 0,-2 4 0,-2 1 0,-3 0 0,-1-1 0,-2-4 0,0-4 0,1-4 0,-1-1 0,0-3 0,0-4 0,-1-1 0,2-4 0,-1 1 0,-1-2 0,2 0 0,2 0 0,0-1 0,4 2 0,2-2 0,2 1 0,3-4 0,4 0 0,3-2 0,8 0 0,3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3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24575,'5'75'0,"-2"0"0,1 1 0,0-1 0,0 0 0,0-18 0,0 0 0,-1 13 0,2 18 0,0 5 0,0-13 0,-1-27 0,-1-23 0,-1-1 0,1 0 0,1-3 0,0-2 0,1 0 0,0-4 0,-1 0 0,-2-2 0,3-3 0,-3-1 0,0 1 0,0-3 0,0-3 0,1-1 0,3-1 0,1 3 0,-1 3 0,1 1 0,-1 0 0,0 4 0,0-1 0,-1 1 0,-4-1 0,3-2 0,-1-1 0,0-1 0,-1-2 0,-2-1 0,0-1 0,0 0 0,0-5 0,0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3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1 177 24575,'14'-4'0,"8"-3"0,7 0 0,6-3 0,-1-4 0,0 1 0,1 0 0,3-1 0,-1 1 0,-2 1 0,-1 2 0,1 0 0,0 2 0,-1-1 0,0 0 0,-3 3 0,-2 2 0,-2-1 0,-6 1 0,-3 2 0,-1-1 0,-2 3 0,-2 0 0,-1 0 0,-3 0 0,1 0 0,-1 0 0,1 0 0,0 0 0,0 0 0,0 0 0,-1 0 0,2 0 0,-1 0 0,1 0 0,-1 0 0,-2 0 0,-1 0 0,-2 2 0,-4 1 0,-5 4 0,-4 2 0,0 3 0,-2 1 0,2 2 0,1-1 0,0-2 0,3-2 0,3-1 0,-1-2 0,1 1 0,1 0 0,-1 0 0,1-2 0,-1 1 0,-1-1 0,0 1 0,1 0 0,1-1 0,0 2 0,-1-2 0,1 1 0,0 0 0,0 0 0,0 0 0,0 0 0,0 0 0,0 2 0,0-1 0,0-1 0,0 0 0,0 0 0,0 1 0,0-1 0,0 0 0,1 1 0,1-1 0,0 1 0,0-1 0,-2-1 0,2 0 0,0 0 0,1 1 0,2 3 0,-3 1 0,1-1 0,-2 0 0,1 1 0,2 0 0,-1 0 0,0 2 0,1 0 0,-1 0 0,1 2 0,-2-1 0,1 1 0,1 1 0,-1 3 0,-1 2 0,0 5 0,-1 1 0,2 4 0,0 1 0,0 2 0,1-1 0,-1-3 0,0-2 0,0 0 0,-1 0 0,0-1 0,3 1 0,-1 0 0,2-1 0,-2 1 0,-2 0 0,1 0 0,-2-2 0,2-1 0,0-1 0,0 0 0,0 3 0,0-1 0,0 1 0,1-2 0,-1 0 0,-1-1 0,1 3 0,1 0 0,-2 3 0,1 2 0,2-2 0,-3 1 0,2-4 0,-1-2 0,0-1 0,0 1 0,-1-3 0,-1-1 0,1-2 0,1-1 0,-1 0 0,-2 0 0,2-4 0,0-2 0,0-2 0,0 0 0,-2-1 0,2-1 0,0 0 0,1-1 0,0 0 0,-1 1 0,2-3 0,-2-3 0,1-1 0,-2-2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3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0 24575,'0'35'0,"0"10"0,0 17 0,-1 14 0,-3 3 0,-1 1 0,-3-3 0,3-5 0,2-1 0,2-6 0,1-3 0,0 4 0,0 3 0,0-3 0,0-1 0,0-8 0,0-5 0,0-5 0,0-10 0,0-4 0,0-5 0,0-1 0,0-1 0,2-2 0,2 0 0,4-1 0,4 1 0,-1-2 0,2 1 0,-1-2 0,3 1 0,2-2 0,2-1 0,-1-1 0,2-8 0,-1-2 0,1-6 0,1-2 0,0 0 0,3 0 0,0 0 0,3 0 0,-1-2 0,-1-6 0,-2-1 0,4-4 0,-1-1 0,1 0 0,3-5 0,-3-1 0,3-3 0,3-1 0,1-2 0,3-2 0,3 1 0,1 4 0,1 2 0,3 2 0,1-4 0,1 0 0,-1-2 0,-1-1 0,-6 5 0,0 2 0,0 1 0,-4-1 0,4 1 0,-2 1 0,-5 0 0,-2 0 0,-6 3 0,-5 2 0,-5 3 0,-3 4 0,-4 0 0,-3 5 0,-2-1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24575,'0'19'0,"0"17"0,0 19 0,0 20 0,0-32 0,0-1 0,1 0 0,1 1 0,1 0 0,-1 0 0,8 39 0,1-1 0,-1-4 0,-1-4 0,0-4 0,0-3 0,2-2 0,1-3 0,-2-4 0,-1-4 0,-1-2 0,0-1 0,1-6 0,-2-3 0,1-3 0,-2-1 0,2-1 0,-2-4 0,-2-2 0,1-3 0,-3-4 0,3-3 0,-4-3 0,2-3 0,1-1 0,-1 1 0,-2-2 0,0-1 0,1-3 0,0-1 0,0 1 0,0 0 0,-2 1 0,2-2 0,0 1 0,0-1 0,0-1 0,-1 0 0,1 1 0,0-1 0,-1 2 0,0 0 0,-1 0 0,0-3 0,0 2 0,0 2 0,0 2 0,0 0 0,0-2 0,0 0 0,0-1 0,0-1 0,0-3 0,0-1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3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0 255 24575,'0'-7'0,"0"-1"0,0 1 0,0-3 0,0-1 0,0 1 0,0-3 0,0-2 0,0-1 0,1-2 0,2 2 0,0 2 0,3 1 0,1 2 0,2 1 0,-1 3 0,1-1 0,1 0 0,2-1 0,2 1 0,-2 1 0,0 1 0,1 0 0,0 4 0,2-1 0,-1 3 0,-1 0 0,-1 0 0,0 0 0,0 0 0,3 0 0,2 0 0,2 0 0,3 0 0,5 0 0,1 0 0,3-3 0,2 0 0,-1 1 0,2-1 0,-5 3 0,-2 0 0,-5 0 0,-5 0 0,-1 0 0,-1 0 0,0 0 0,-3 1 0,-1 2 0,-2 3 0,-2 2 0,0 2 0,-1 1 0,-1 2 0,-3 1 0,0 0 0,-2 0 0,0 3 0,0 1 0,0 0 0,0 2 0,0-1 0,0-2 0,0 1 0,0-4 0,0 2 0,0 1 0,0 3 0,0 1 0,0 3 0,0-3 0,0 0 0,-3 1 0,-2-1 0,-3 2 0,-2 3 0,-2 1 0,-1-1 0,-1-1 0,2 0 0,0-4 0,-2 1 0,0-1 0,-3-1 0,-3 1 0,2 0 0,0 0 0,1-3 0,2-1 0,0-2 0,-1 0 0,-3 0 0,-2 0 0,-3 1 0,1-1 0,-2-2 0,1-1 0,1 0 0,1-1 0,2 1 0,0-2 0,2-1 0,0 1 0,4-2 0,-1 1 0,0-2 0,2-1 0,0 1 0,3-2 0,0 0 0,1-3 0,7-5 0,8-6 0,12-7 0,8-3 0,5 2 0,1 2 0,-2 1 0,-3 2 0,-3 1 0,-1-2 0,0 1 0,-2 1 0,-3 2 0,4 2 0,-1 1 0,7 0 0,3 0 0,1 1 0,-1-1 0,-2 0 0,0 0 0,-4 2 0,-1 1 0,1 0 0,0 0 0,2 0 0,2 0 0,-2 3 0,1 0 0,0 0 0,-1 0 0,1 0 0,3 0 0,2 0 0,3 2 0,-2 5 0,-3 2 0,-4 6 0,-4 0 0,-3 2 0,-2 1 0,-3 0 0,-3 1 0,-3 0 0,-5 2 0,-3 1 0,-1 2 0,0-4 0,0-1 0,0 0 0,0-1 0,-1 0 0,-2-1 0,-1-3 0,-4 1 0,-3-1 0,-2 0 0,-1 3 0,-2 1 0,0 3 0,-3 3 0,-2 1 0,-4 3 0,-3 0 0,-1 4 0,-4 1 0,-2 0 0,0-1 0,-2-4 0,-1-4 0,0-4 0,0-1 0,0-3 0,0-4 0,1-1 0,-1-4 0,0 1 0,-1-2 0,2 0 0,3 0 0,-1-1 0,5 2 0,0-2 0,4 1 0,3-4 0,2 0 0,4-2 0,8 0 0,3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3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24575,'4'75'0,"0"0"0,0 1 0,0-1 0,0 0 0,-1-18 0,1 0 0,0 13 0,1 18 0,0 5 0,0-13 0,-1-27 0,-1-23 0,-1-1 0,1 0 0,0-3 0,2-2 0,0 0 0,-1-4 0,0 0 0,-1-2 0,1-3 0,-1-1 0,-2 1 0,1-3 0,0-3 0,2-1 0,1-1 0,2 3 0,-1 3 0,1 1 0,-1 0 0,1 4 0,-2-1 0,0 1 0,-3-1 0,2-2 0,-2-1 0,1-1 0,-1-2 0,-2-1 0,0-1 0,0 0 0,0-5 0,0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3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1 177 24575,'14'-4'0,"8"-3"0,7 0 0,5-3 0,0-4 0,0 1 0,1 0 0,3-1 0,-1 1 0,-2 1 0,-1 2 0,0 0 0,0 2 0,1-1 0,-2 0 0,-1 3 0,-4 2 0,-1-1 0,-6 1 0,-2 2 0,-4-1 0,0 3 0,-2 0 0,-1 0 0,-3 0 0,1 0 0,0 0 0,0 0 0,-1 0 0,1 0 0,-1 0 0,1 0 0,1 0 0,0 0 0,-1 0 0,-1 0 0,-1 0 0,1 0 0,-5 2 0,-3 1 0,-5 4 0,-4 2 0,0 3 0,-1 1 0,-1 2 0,4-1 0,-1-2 0,4-2 0,1-1 0,0-2 0,1 1 0,0 0 0,1 0 0,0-2 0,-1 1 0,0-1 0,-1 1 0,0 0 0,2-1 0,-1 2 0,1-2 0,0 1 0,0 0 0,0 0 0,0 0 0,0 0 0,0 0 0,0 2 0,0-1 0,0-1 0,0 0 0,0 0 0,0 1 0,0-1 0,0 0 0,2 1 0,0-1 0,-1 1 0,1-1 0,-2-1 0,2 0 0,0 0 0,2 1 0,-1 3 0,0 1 0,-1-1 0,1 0 0,-1 1 0,1 0 0,0 0 0,0 2 0,0 0 0,1 0 0,-1 2 0,1-1 0,-3 1 0,3 1 0,0 3 0,-1 2 0,-2 5 0,0 1 0,2 4 0,0 1 0,0 2 0,0-1 0,0-3 0,1-2 0,-1 0 0,-2 0 0,2-1 0,2 1 0,-1 0 0,1-1 0,0 1 0,-3 0 0,0 0 0,-1-2 0,2-1 0,1-1 0,-2 0 0,2 3 0,-1-1 0,0 1 0,0-2 0,0 0 0,0-1 0,0 3 0,0 0 0,-1 3 0,2 2 0,0-2 0,-2 1 0,2-4 0,0-2 0,-2-1 0,1 1 0,-2-3 0,2-1 0,-1-2 0,0-1 0,-1 0 0,0 0 0,1-4 0,0-2 0,0-2 0,0 0 0,-2-1 0,2-1 0,0 0 0,1-1 0,1 0 0,-2 1 0,0-3 0,1-3 0,0-1 0,-1-2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0 24575,'0'35'0,"0"10"0,0 17 0,-1 14 0,-3 3 0,-2 1 0,-1-3 0,2-5 0,2-1 0,2-6 0,1-3 0,0 4 0,0 3 0,0-3 0,0-1 0,0-8 0,0-5 0,0-5 0,0-10 0,0-4 0,0-5 0,0-1 0,0-1 0,2-2 0,2 0 0,4-1 0,3 1 0,1-2 0,0 1 0,1-2 0,1 1 0,3-2 0,3-1 0,-3-1 0,3-8 0,-1-2 0,1-6 0,1-2 0,0 0 0,3 0 0,0 0 0,3 0 0,-2-2 0,0-6 0,-2-1 0,3-4 0,2-1 0,-2 0 0,4-5 0,-4-1 0,4-3 0,3-1 0,0-2 0,4-2 0,3 1 0,1 4 0,1 2 0,2 2 0,3-4 0,-1 0 0,0-2 0,-1-1 0,-7 5 0,1 2 0,1 1 0,-5-1 0,3 1 0,-1 1 0,-5 0 0,-3 0 0,-5 3 0,-5 2 0,-5 3 0,-3 4 0,-4 0 0,-3 5 0,-2-1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3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24575,'0'19'0,"0"17"0,0 19 0,0 20 0,0-32 0,0-1 0,1 0 0,1 1 0,1 0 0,-1 0 0,8 39 0,0-1 0,0-4 0,0-4 0,-1-4 0,0-3 0,2-2 0,1-3 0,-3-4 0,0-4 0,-1-2 0,1-1 0,-1-6 0,0-3 0,0-3 0,-3-1 0,3-1 0,-2-4 0,-1-2 0,-1-3 0,-2-4 0,2-3 0,-2-3 0,1-3 0,1-1 0,-1 1 0,-2-2 0,0-1 0,1-3 0,0-1 0,0 1 0,0 0 0,-2 1 0,2-2 0,0 1 0,0-1 0,0-1 0,-1 0 0,1 1 0,0-1 0,0 2 0,-2 0 0,0 0 0,0-3 0,0 2 0,0 2 0,0 2 0,0 0 0,0-2 0,0 0 0,0-1 0,0-1 0,0-3 0,0-1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39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0 691 24575,'0'-22'0,"0"-8"0,1-7 0,3-4 0,2 2 0,2 1 0,1 6 0,-3 3 0,1 5 0,0 5 0,-2 0 0,1 1 0,-2 3 0,0 2 0,1 1 0,0 0 0,-1 0 0,2 1 0,-2 1 0,1 1 0,0 0 0,0 0 0,0 0 0,-1-1 0,2-1 0,-2 1 0,3 2 0,-1 0 0,2 0 0,-1 0 0,0 0 0,-3 2 0,1-1 0,-1 3 0,3-1 0,0 0 0,1-1 0,2-2 0,0 1 0,2-2 0,0 0 0,0 0 0,-1 0 0,1 0 0,2-1 0,1 1 0,0 2 0,1-1 0,-1 2 0,2 1 0,1 0 0,-2 2 0,-2 1 0,-2 0 0,0 1 0,0 1 0,-1 0 0,1 0 0,0 0 0,0 0 0,0 0 0,0 1 0,3 1 0,3 1 0,6 3 0,2 0 0,0 0 0,-2 2 0,-2 0 0,-2 0 0,-1 0 0,-2 0 0,0 1 0,2 1 0,1-3 0,-4 2 0,1-1 0,-1 0 0,-1 0 0,0-1 0,-2 1 0,-1 2 0,2-1 0,0 1 0,4 1 0,-2 0 0,0 1 0,-2-2 0,-2-1 0,0 2 0,0-1 0,0 1 0,0 1 0,0 0 0,-1 0 0,0-1 0,-3 1 0,0 0 0,-1-2 0,0 0 0,2-2 0,-3 0 0,1 1 0,-2 0 0,1 0 0,-2-1 0,0 0 0,1 1 0,-1-1 0,0 0 0,1-2 0,-2 1 0,2 0 0,-1 1 0,-2 0 0,3 0 0,-2-1 0,-1 2 0,1-1 0,0-2 0,0 1 0,0 0 0,1-1 0,-1 1 0,-1-1 0,1 0 0,-2 1 0,0-1 0,1 2 0,0 1 0,0-1 0,0 2 0,-1-2 0,-1 2 0,0-2 0,0-1 0,0 1 0,1-3 0,1 0 0,0 1 0,0-2 0,0-2 0,0 0 0,-1-3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3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0 255 24575,'0'-7'0,"0"-1"0,0 1 0,0-3 0,0-1 0,0 1 0,0-3 0,0-2 0,0-1 0,1-2 0,2 2 0,0 2 0,3 1 0,1 2 0,2 1 0,-1 3 0,1-1 0,1 0 0,2-1 0,2 1 0,-2 1 0,0 1 0,1 0 0,0 4 0,2-1 0,-1 3 0,-1 0 0,-1 0 0,0 0 0,0 0 0,3 0 0,2 0 0,2 0 0,3 0 0,5 0 0,1 0 0,3-3 0,2 0 0,-1 1 0,2-1 0,-5 3 0,-2 0 0,-5 0 0,-5 0 0,-1 0 0,-1 0 0,0 0 0,-3 1 0,-1 2 0,-2 3 0,-2 2 0,0 2 0,-1 1 0,-1 2 0,-3 1 0,0 0 0,-2 0 0,0 3 0,0 1 0,0 0 0,0 2 0,0-1 0,0-2 0,0 1 0,0-4 0,0 2 0,0 1 0,0 3 0,0 1 0,0 3 0,0-3 0,0 0 0,-3 1 0,-2-1 0,-3 2 0,-2 3 0,-2 1 0,-1-1 0,-1-1 0,2 0 0,0-4 0,-2 1 0,0-1 0,-3-1 0,-3 1 0,2 0 0,0 0 0,1-3 0,2-1 0,0-2 0,-1 0 0,-3 0 0,-2 0 0,-3 1 0,1-1 0,-2-2 0,1-1 0,1 0 0,1-1 0,2 1 0,0-2 0,2-1 0,0 1 0,4-2 0,-1 1 0,0-2 0,2-1 0,0 1 0,3-2 0,0 0 0,1-3 0,7-5 0,8-6 0,12-7 0,8-3 0,5 2 0,1 2 0,-2 1 0,-3 2 0,-3 1 0,-1-2 0,0 1 0,-2 1 0,-3 2 0,4 2 0,-1 1 0,7 0 0,3 0 0,1 1 0,-1-1 0,-2 0 0,0 0 0,-4 2 0,-1 1 0,1 0 0,0 0 0,2 0 0,2 0 0,-2 3 0,1 0 0,0 0 0,-1 0 0,1 0 0,3 0 0,2 0 0,3 2 0,-2 5 0,-3 2 0,-4 6 0,-4 0 0,-3 2 0,-2 1 0,-3 0 0,-3 1 0,-3 0 0,-5 2 0,-3 1 0,-1 2 0,0-4 0,0-1 0,0 0 0,0-1 0,-1 0 0,-2-1 0,-1-3 0,-4 1 0,-3-1 0,-2 0 0,-1 3 0,-2 1 0,0 3 0,-3 3 0,-2 1 0,-4 3 0,-3 0 0,-1 4 0,-4 1 0,-2 0 0,0-1 0,-2-4 0,-1-4 0,0-4 0,0-1 0,0-3 0,0-4 0,1-1 0,-1-4 0,0 1 0,-1-2 0,2 0 0,3 0 0,-1-1 0,5 2 0,0-2 0,4 1 0,3-4 0,2 0 0,4-2 0,8 0 0,3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3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24575,'4'75'0,"0"0"0,0 1 0,0-1 0,0 0 0,-1-18 0,1 0 0,0 13 0,1 18 0,0 5 0,0-13 0,-1-27 0,-1-23 0,-1-1 0,1 0 0,0-3 0,2-2 0,0 0 0,-1-4 0,0 0 0,-1-2 0,1-3 0,-1-1 0,-2 1 0,1-3 0,0-3 0,2-1 0,1-1 0,2 3 0,-1 3 0,1 1 0,-1 0 0,1 4 0,-2-1 0,0 1 0,-3-1 0,2-2 0,-2-1 0,1-1 0,-1-2 0,-2-1 0,0-1 0,0 0 0,0-5 0,0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3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1 177 24575,'14'-4'0,"8"-3"0,7 0 0,5-3 0,0-4 0,0 1 0,1 0 0,3-1 0,-1 1 0,-2 1 0,-1 2 0,0 0 0,0 2 0,1-1 0,-2 0 0,-1 3 0,-4 2 0,-1-1 0,-6 1 0,-2 2 0,-4-1 0,0 3 0,-2 0 0,-1 0 0,-3 0 0,1 0 0,0 0 0,0 0 0,-1 0 0,1 0 0,-1 0 0,1 0 0,1 0 0,0 0 0,-1 0 0,-1 0 0,-1 0 0,1 0 0,-5 2 0,-3 1 0,-5 4 0,-4 2 0,0 3 0,-1 1 0,-1 2 0,4-1 0,-1-2 0,4-2 0,1-1 0,0-2 0,1 1 0,0 0 0,1 0 0,0-2 0,-1 1 0,0-1 0,-1 1 0,0 0 0,2-1 0,-1 2 0,1-2 0,0 1 0,0 0 0,0 0 0,0 0 0,0 0 0,0 0 0,0 2 0,0-1 0,0-1 0,0 0 0,0 0 0,0 1 0,0-1 0,0 0 0,2 1 0,0-1 0,-1 1 0,1-1 0,-2-1 0,2 0 0,0 0 0,2 1 0,-1 3 0,0 1 0,-1-1 0,1 0 0,-1 1 0,1 0 0,0 0 0,0 2 0,0 0 0,1 0 0,-1 2 0,1-1 0,-3 1 0,3 1 0,0 3 0,-1 2 0,-2 5 0,0 1 0,2 4 0,0 1 0,0 2 0,0-1 0,0-3 0,1-2 0,-1 0 0,-2 0 0,2-1 0,2 1 0,-1 0 0,1-1 0,0 1 0,-3 0 0,0 0 0,-1-2 0,2-1 0,1-1 0,-2 0 0,2 3 0,-1-1 0,0 1 0,0-2 0,0 0 0,0-1 0,0 3 0,0 0 0,-1 3 0,2 2 0,0-2 0,-2 1 0,2-4 0,0-2 0,-2-1 0,1 1 0,-2-3 0,2-1 0,-1-2 0,0-1 0,-1 0 0,0 0 0,1-4 0,0-2 0,0-2 0,0 0 0,-2-1 0,2-1 0,0 0 0,1-1 0,1 0 0,-2 1 0,0-3 0,1-3 0,0-1 0,-1-2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3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0 24575,'0'35'0,"0"10"0,0 17 0,-1 14 0,-3 3 0,-2 1 0,-1-3 0,2-5 0,2-1 0,2-6 0,1-3 0,0 4 0,0 3 0,0-3 0,0-1 0,0-8 0,0-5 0,0-5 0,0-10 0,0-4 0,0-5 0,0-1 0,0-1 0,2-2 0,2 0 0,4-1 0,3 1 0,1-2 0,0 1 0,1-2 0,1 1 0,3-2 0,3-1 0,-3-1 0,3-8 0,-1-2 0,1-6 0,1-2 0,0 0 0,3 0 0,0 0 0,3 0 0,-2-2 0,0-6 0,-2-1 0,3-4 0,2-1 0,-2 0 0,4-5 0,-4-1 0,4-3 0,3-1 0,0-2 0,4-2 0,3 1 0,1 4 0,1 2 0,2 2 0,3-4 0,-1 0 0,0-2 0,-1-1 0,-7 5 0,1 2 0,1 1 0,-5-1 0,3 1 0,-1 1 0,-5 0 0,-3 0 0,-5 3 0,-5 2 0,-5 3 0,-3 4 0,-4 0 0,-3 5 0,-2-1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24575,'0'19'0,"0"17"0,0 19 0,0 20 0,0-32 0,0-1 0,1 0 0,1 1 0,1 0 0,-1 0 0,8 39 0,0-1 0,0-4 0,0-4 0,-1-4 0,0-3 0,2-2 0,1-3 0,-3-4 0,0-4 0,-1-2 0,1-1 0,-1-6 0,0-3 0,0-3 0,-3-1 0,3-1 0,-2-4 0,-1-2 0,-1-3 0,-2-4 0,2-3 0,-2-3 0,1-3 0,1-1 0,-1 1 0,-1-2 0,-2-1 0,2-3 0,0-1 0,0 1 0,0 0 0,-2 1 0,2-2 0,0 1 0,0-1 0,0-1 0,-1 0 0,1 1 0,0-1 0,0 2 0,-2 0 0,0 0 0,0-3 0,0 2 0,0 2 0,0 2 0,0 0 0,0-2 0,0 0 0,0-1 0,0-1 0,0-3 0,0-1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394"/>
    </inkml:context>
    <inkml:brush xml:id="br0">
      <inkml:brushProperty name="width" value="0.1" units="cm"/>
      <inkml:brushProperty name="height" value="0.1" units="cm"/>
      <inkml:brushProperty name="color" value="#C04F15"/>
    </inkml:brush>
  </inkml:definitions>
  <inkml:trace contextRef="#ctx0" brushRef="#br0">1 285 24575,'13'0'0,"2"-2"0,2-4 0,2-2 0,-1 0 0,1 1 0,3 2 0,2-6 0,2 0 0,0-1 0,-1 1 0,0 3 0,-3-1 0,0 1 0,-1 1 0,-4 0 0,1-1 0,0 0 0,0 2 0,0 1 0,0 1 0,0 0 0,-1 2 0,2-1 0,-2 0 0,2 3 0,-2 0 0,2 0 0,-2 0 0,1-3 0,0 1 0,0-1 0,0 0 0,1 3 0,-2 0 0,1 0 0,0-1 0,0-2 0,0 0 0,1 0 0,-2 2 0,2 1 0,-1-2 0,0-1 0,-3 0 0,-1 2 0,-5-2 0,3-1 0,-2 1 0,0 1 0,0 1 0,-1-2 0,2 0 0,-1 0 0,2-1 0,-3 1 0,2 1 0,1 1 0,0-1 0,1-2 0,0 2 0,-2-1 0,0 2 0,0-1 0,-3 0 0,-1 0 0,2-1 0,2 0 0,-1 1 0,1-1 0,-4 1 0,2 0 0,0 0 0,-3-2 0,2 1 0,-1 1 0,0-1 0,3 0 0,-3 0 0,0 0 0,-3 2 0,-1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00"/>
    </inkml:context>
    <inkml:brush xml:id="br0">
      <inkml:brushProperty name="width" value="0.1" units="cm"/>
      <inkml:brushProperty name="height" value="0.1" units="cm"/>
      <inkml:brushProperty name="color" value="#A02B93"/>
    </inkml:brush>
  </inkml:definitions>
  <inkml:trace contextRef="#ctx0" brushRef="#br0">0 254 24575,'0'-7'0,"0"-1"0,0 1 0,0-2 0,0-3 0,0 2 0,0-3 0,0-2 0,0-1 0,1-1 0,2 1 0,0 2 0,3 1 0,0 2 0,2 1 0,0 2 0,1 1 0,1-1 0,1-1 0,2 1 0,-1 1 0,-1 1 0,1 0 0,1 3 0,2 1 0,-1 2 0,-2 0 0,-1 0 0,1 0 0,-1 0 0,3 0 0,2 0 0,3 0 0,2 0 0,5 0 0,1 0 0,2-3 0,3 0 0,-1 1 0,0-1 0,-1 3 0,-5 0 0,-4 0 0,-4 0 0,-2 0 0,-1 0 0,0 0 0,-2 1 0,-2 2 0,-2 3 0,1 1 0,-3 4 0,0 0 0,-2 2 0,-2 0 0,0 2 0,-2-1 0,0 2 0,0 2 0,0 1 0,0 0 0,0 0 0,0-1 0,0-1 0,0-3 0,0 2 0,0 1 0,0 3 0,0 1 0,0 2 0,0-1 0,-1-1 0,-1 0 0,-3 0 0,-2 3 0,-3 1 0,-2 2 0,0-1 0,-1 0 0,1-2 0,1-2 0,-3-1 0,1-1 0,-4 1 0,-1 0 0,0 0 0,0-1 0,3-1 0,0-1 0,1-5 0,-2 3 0,-1-2 0,-4 1 0,-2 2 0,1-4 0,-2 1 0,1-1 0,1-3 0,1 2 0,2-1 0,0 0 0,2-2 0,0 1 0,2-2 0,1 0 0,1 0 0,0-1 0,1-2 0,2 0 0,0 0 0,2-1 0,5-8 0,10-6 0,9-4 0,9-5 0,6 1 0,-2 3 0,0 1 0,-3 2 0,-2 1 0,-3-2 0,1 1 0,-2 2 0,-1 1 0,0 1 0,2 2 0,5 1 0,4-2 0,1 2 0,-1-1 0,-2 0 0,-1 2 0,-3-2 0,0 4 0,0-1 0,0-1 0,1 1 0,2 1 0,0 2 0,0 0 0,-1 0 0,1 0 0,-1 0 0,3 0 0,5 0 0,-2 1 0,1 6 0,-2 4 0,-6 2 0,-3 3 0,-3 0 0,-2 2 0,-2 0 0,-3 0 0,-3 2 0,-6 1 0,-2 1 0,-1 1 0,0-2 0,0-3 0,0 1 0,0-1 0,-2 0 0,0-1 0,-2-2 0,-4-1 0,-2 1 0,-2-2 0,-2 4 0,-1 1 0,-1 3 0,-1 3 0,-5 0 0,-1 4 0,-3 1 0,-3 2 0,-1 2 0,-4 0 0,0-1 0,-3-4 0,1-4 0,0-3 0,1-3 0,-2-3 0,1-1 0,0-4 0,-1-3 0,1 0 0,-1 0 0,2-1 0,2-1 0,0 1 0,3 0 0,2 0 0,3-1 0,2-2 0,4-1 0,2-2 0,9 0 0,3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01"/>
    </inkml:context>
    <inkml:brush xml:id="br0">
      <inkml:brushProperty name="width" value="0.1" units="cm"/>
      <inkml:brushProperty name="height" value="0.1" units="cm"/>
      <inkml:brushProperty name="color" value="#A02B93"/>
    </inkml:brush>
  </inkml:definitions>
  <inkml:trace contextRef="#ctx0" brushRef="#br0">0 1 24575,'4'75'0,"-1"0"0,2 0 0,-1 0 0,-1 0 0,0-18 0,1-1 0,0 14 0,1 18 0,0 4 0,-1-12 0,0-27 0,-1-23 0,-1 0 0,0-2 0,2-3 0,1-1 0,-1 0 0,0-3 0,1-1 0,-4-2 0,3-4 0,-1 1 0,-1-1 0,0-2 0,-1-2 0,2-3 0,4 0 0,-2 3 0,2 3 0,-2 0 0,2 2 0,-1 2 0,0 1 0,-3-1 0,0 1 0,1-4 0,-2 1 0,0-3 0,0 0 0,-2-2 0,0-2 0,0 1 0,0-4 0,0-2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02"/>
    </inkml:context>
    <inkml:brush xml:id="br0">
      <inkml:brushProperty name="width" value="0.1" units="cm"/>
      <inkml:brushProperty name="height" value="0.1" units="cm"/>
      <inkml:brushProperty name="color" value="#6F71F3"/>
    </inkml:brush>
  </inkml:definitions>
  <inkml:trace contextRef="#ctx0" brushRef="#br0">1 175 24575,'17'-5'0,"10"-1"0,9-1 0,5-3 0,1-4 0,-1 1 0,2 0 0,3 0 0,-1 0 0,-2 0 0,-2 4 0,1-1 0,0 2 0,1-1 0,-2 1 0,-4 2 0,-2 1 0,-2 1 0,-7 0 0,-4 1 0,-2 1 0,-2 2 0,-3 0 0,0 0 0,-3 0 0,-1 0 0,1 0 0,0 0 0,0 0 0,0 0 0,0 0 0,0 0 0,1 0 0,0 0 0,-1 0 0,0 0 0,-2 0 0,-1 0 0,-3 2 0,-5 1 0,-6 3 0,-5 4 0,1 1 0,-3 2 0,1 2 0,3-1 0,0-2 0,4-2 0,1-2 0,1 0 0,1 0 0,0-1 0,1 0 0,0 0 0,-2 0 0,0-1 0,0 1 0,0-1 0,2 1 0,-1 0 0,1-1 0,0 1 0,0 0 0,0 0 0,0 0 0,0 0 0,0 0 0,0 1 0,0 0 0,0-1 0,0 1 0,0-2 0,0 2 0,0-1 0,0 0 0,2 0 0,0 0 0,1 1 0,-2-1 0,-1 0 0,3-2 0,-1 1 0,3 1 0,0 3 0,-3 0 0,2 1 0,-2-2 0,1 2 0,1 0 0,0 0 0,-1 2 0,2-1 0,-1 2 0,0 0 0,-1 0 0,0 0 0,2 2 0,-1 3 0,-1 2 0,-1 5 0,0 1 0,1 2 0,1 4 0,-1-1 0,2 1 0,-2-3 0,1-2 0,0-1 0,-2 0 0,1 0 0,3 0 0,-1 1 0,1-2 0,0 3 0,-3-2 0,-1 0 0,0 0 0,2-3 0,-1-1 0,1 2 0,0 0 0,0 1 0,-1 1 0,1-2 0,0-1 0,-1 0 0,1 2 0,0 1 0,-1 3 0,1 1 0,1-1 0,-2 0 0,2-4 0,-1-1 0,0-1 0,-1 0 0,-2-1 0,2-3 0,-1-1 0,1-1 0,0 0 0,-3-1 0,2-3 0,1-2 0,-1-2 0,1-1 0,-3 0 0,2-1 0,0 0 0,2-1 0,1 0 0,-3 1 0,2-3 0,-1-3 0,0-1 0,-1-3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03"/>
    </inkml:context>
    <inkml:brush xml:id="br0">
      <inkml:brushProperty name="width" value="0.1" units="cm"/>
      <inkml:brushProperty name="height" value="0.1" units="cm"/>
      <inkml:brushProperty name="color" value="#6F71F3"/>
    </inkml:brush>
  </inkml:definitions>
  <inkml:trace contextRef="#ctx0" brushRef="#br0">22 0 24575,'0'30'0,"0"10"0,0 13 0,-1 13 0,-2 3 0,-2 1 0,-1-3 0,2-5 0,1-1 0,3-4 0,0-3 0,0 4 0,0 1 0,0-1 0,0-2 0,0-6 0,0-6 0,0-2 0,0-10 0,0-4 0,0-3 0,0-2 0,0-1 0,2 0 0,1-2 0,4 1 0,2-1 0,0 0 0,1-1 0,1-1 0,0 1 0,4-1 0,0-1 0,0-2 0,1-6 0,-1-3 0,2-3 0,0-3 0,0 0 0,3 0 0,0 0 0,1 0 0,0-3 0,-1-3 0,-1-2 0,3-3 0,0-2 0,0 1 0,2-5 0,-2 0 0,3-2 0,1-3 0,2 0 0,2-2 0,2 1 0,2 2 0,0 3 0,3 1 0,1-2 0,0-2 0,-1 0 0,0-1 0,-5 4 0,-1 0 0,1 2 0,-3 1 0,2-1 0,-1 1 0,-3 0 0,-3 1 0,-5 1 0,-3 3 0,-5 3 0,-2 2 0,-3 1 0,-3 3 0,-1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04"/>
    </inkml:context>
    <inkml:brush xml:id="br0">
      <inkml:brushProperty name="width" value="0.1" units="cm"/>
      <inkml:brushProperty name="height" value="0.1" units="cm"/>
      <inkml:brushProperty name="color" value="#6F71F3"/>
    </inkml:brush>
  </inkml:definitions>
  <inkml:trace contextRef="#ctx0" brushRef="#br0">1 0 24575,'0'16'0,"0"16"0,0 16 0,0 17 0,-1-28 0,2 0 0,0-1 0,0 1 0,1 1 0,1-1 0,4 34 0,2 0 0,-1-4 0,0-4 0,0-3 0,-1-3 0,1-1 0,2-4 0,-2-2 0,0-3 0,-2-3 0,1-2 0,0-3 0,-1-3 0,1-3 0,-3-2 0,3 1 0,-3-3 0,0-4 0,0-1 0,-2-4 0,1-3 0,-1-3 0,0-2 0,1 0 0,-1 0 0,0-1 0,-1-2 0,0-2 0,1-1 0,-1 1 0,1 0 0,-2 1 0,1-1 0,1-1 0,0 0 0,0 0 0,-2-1 0,2 0 0,-1 1 0,0 1 0,0 0 0,-1-1 0,0-1 0,0 1 0,0 2 0,0 1 0,0 1 0,0-2 0,0 0 0,0-1 0,0-1 0,0-3 0,0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0 330 24575,'0'-9'0,"0"-2"0,0 2 0,0-3 0,0-3 0,0 2 0,0-4 0,0-2 0,0-1 0,2-3 0,0 2 0,3 2 0,2 3 0,2 1 0,1 3 0,0 2 0,1 0 0,2 0 0,2-1 0,1 0 0,-1 1 0,0 2 0,0 2 0,2 1 0,0 3 0,1 1 0,-2 1 0,-2 0 0,1 0 0,0 0 0,2 0 0,4 0 0,3 0 0,3 0 0,6 0 0,0 0 0,5-3 0,3-1 0,-2 0 0,2 1 0,-4 3 0,-6 0 0,-3 0 0,-6 0 0,-4 0 0,0 0 0,0 0 0,-2 1 0,-4 3 0,-1 4 0,-1 2 0,-2 3 0,0 2 0,-3 1 0,-2 2 0,-1 1 0,-2 0 0,0 2 0,0 2 0,0 1 0,0 2 0,0-2 0,0-1 0,0-1 0,0-3 0,0 1 0,0 2 0,0 4 0,0 2 0,0 2 0,0-3 0,-1 2 0,-2-2 0,-2 0 0,-5 4 0,-2 1 0,-4 3 0,0 0 0,0-2 0,1-2 0,1-3 0,-3 1 0,0-3 0,-5 1 0,-1 0 0,0 0 0,1 0 0,2-3 0,1-1 0,1-5 0,-2 1 0,-2 1 0,-4 0 0,-4 1 0,2-3 0,-2-1 0,0-1 0,2-1 0,1-1 0,2 1 0,2-1 0,0-3 0,2 2 0,3-2 0,0 0 0,0-1 0,2-2 0,1 0 0,2-1 0,1-1 0,1-2 0,8-9 0,11-7 0,13-8 0,11-4 0,7 1 0,-1 4 0,-2 0 0,-3 4 0,-3 0 0,-2-1 0,0 1 0,-2 1 0,-3 2 0,2 3 0,1 0 0,7 2 0,6-1 0,1 1 0,-3 0 0,-1-1 0,-2 1 0,-3 1 0,0 3 0,-1-2 0,0 1 0,3 0 0,1 1 0,1 3 0,-1 0 0,0 0 0,0 0 0,-1 0 0,5 0 0,3 0 0,1 3 0,1 5 0,-6 5 0,-3 6 0,-7 1 0,-2 0 0,-4 3 0,-2 1 0,-3 0 0,-6 2 0,-5 0 0,-4 4 0,-1 0 0,0-3 0,0-3 0,0 0 0,0-1 0,-1 1 0,-3-2 0,-1-3 0,-5 0 0,-2-1 0,-4 1 0,-2 2 0,-1 2 0,-1 5 0,-3 3 0,-3 1 0,-4 4 0,-5 1 0,0 3 0,-5 4 0,-2-2 0,-2 0 0,-2-6 0,0-5 0,0-4 0,0-3 0,0-4 0,0-3 0,-1-3 0,1-5 0,0 1 0,-1-2 0,2 0 0,3-1 0,0 0 0,4 2 0,2-2 0,3 0 0,5-4 0,3-1 0,4-2 0,10 1 0,4-1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24575,'5'97'0,"0"1"0,0 0 0,0-1 0,-1 1 0,1-24 0,-1 0 0,1 15 0,1 26 0,1 5 0,-1-16 0,-2-36 0,0-29 0,-1 0 0,0-2 0,1-4 0,2-2 0,0-1 0,-1-2 0,0-2 0,-2-3 0,2-4 0,-2 0 0,0-1 0,-1-2 0,0-4 0,2-2 0,4-1 0,0 4 0,-1 4 0,1 1 0,0 1 0,-1 3 0,1 1 0,-3 0 0,-2-1 0,1-3 0,-1 0 0,0-3 0,-1-1 0,-1-2 0,-1-2 0,0 0 0,0-5 0,0-1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1 175 24575,'17'-5'0,"10"-1"0,9-1 0,5-3 0,1-4 0,-1 1 0,2 0 0,3 0 0,-1 0 0,-2 0 0,-2 4 0,1-1 0,0 2 0,1-1 0,-2 1 0,-4 2 0,-2 1 0,-2 1 0,-7 0 0,-4 1 0,-2 1 0,-2 2 0,-3 0 0,0 0 0,-3 0 0,-1 0 0,1 0 0,0 0 0,0 0 0,0 0 0,0 0 0,0 0 0,1 0 0,0 0 0,-1 0 0,0 0 0,-2 0 0,-1 0 0,-3 2 0,-5 1 0,-6 3 0,-5 4 0,1 1 0,-3 2 0,1 2 0,3-1 0,0-2 0,4-2 0,1-2 0,1 0 0,1 0 0,0-1 0,1 0 0,0 0 0,-2 0 0,0-1 0,0 1 0,0-1 0,2 1 0,-1 0 0,1-1 0,0 1 0,0 0 0,0 0 0,0 0 0,0 0 0,0 0 0,0 1 0,0 0 0,0-1 0,0 1 0,0-2 0,0 2 0,0-1 0,0 0 0,2 0 0,0 0 0,1 1 0,-2-1 0,-1 0 0,3-2 0,-1 1 0,3 1 0,0 3 0,-3 0 0,2 1 0,-2-2 0,1 2 0,1 0 0,0 0 0,-1 2 0,2-1 0,-1 2 0,0 0 0,-1 0 0,0 0 0,2 2 0,-1 3 0,-1 2 0,-1 5 0,0 1 0,1 2 0,1 4 0,-1-1 0,2 1 0,-2-3 0,1-2 0,0-1 0,-2 0 0,1 0 0,3 0 0,-1 1 0,1-2 0,0 3 0,-3-2 0,-1 0 0,0 0 0,2-3 0,-1-1 0,1 2 0,0 0 0,0 1 0,-1 1 0,1-2 0,0-1 0,-1 0 0,1 2 0,0 1 0,-1 3 0,1 1 0,1-1 0,-2 0 0,2-4 0,-1-1 0,0-1 0,-1 0 0,-2-1 0,2-3 0,-1-1 0,1-1 0,0 0 0,-3-1 0,2-3 0,1-2 0,-1-2 0,1-1 0,-3 0 0,2-1 0,0 0 0,2-1 0,1 0 0,-3 1 0,2-3 0,-1-3 0,0-1 0,-1-3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0 24575,'0'30'0,"0"10"0,0 13 0,-1 13 0,-2 3 0,-2 1 0,-1-3 0,2-5 0,1-1 0,3-4 0,0-3 0,0 4 0,0 1 0,0-1 0,0-2 0,0-6 0,0-6 0,0-2 0,0-10 0,0-4 0,0-3 0,0-2 0,0-1 0,2 0 0,1-2 0,4 1 0,2-1 0,0 0 0,1-1 0,1-1 0,0 1 0,4-1 0,0-1 0,0-2 0,1-6 0,-1-3 0,2-3 0,0-3 0,0 0 0,3 0 0,0 0 0,1 0 0,0-3 0,-1-3 0,-1-2 0,3-3 0,0-2 0,0 1 0,2-5 0,-2 0 0,3-2 0,1-3 0,2 0 0,2-2 0,2 1 0,2 2 0,0 3 0,3 1 0,1-2 0,0-2 0,-1 0 0,0-1 0,-5 4 0,-1 0 0,1 2 0,-3 1 0,2-1 0,-1 1 0,-3 0 0,-3 1 0,-5 1 0,-3 3 0,-5 3 0,-2 2 0,-3 1 0,-3 3 0,-1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24575,'0'16'0,"0"16"0,0 16 0,0 17 0,-1-28 0,2 0 0,0-1 0,0 1 0,1 1 0,1-1 0,4 34 0,2 0 0,-1-4 0,0-4 0,0-3 0,-1-3 0,1-1 0,2-4 0,-2-2 0,0-3 0,-2-3 0,1-2 0,0-3 0,-1-3 0,1-3 0,-3-2 0,3 1 0,-3-3 0,0-4 0,0-1 0,-2-4 0,1-3 0,-1-3 0,0-2 0,1 0 0,-1 0 0,0-1 0,-1-2 0,0-2 0,1-1 0,-1 1 0,1 0 0,-2 1 0,1-1 0,1-1 0,0 0 0,0 0 0,-2-1 0,2 0 0,-1 1 0,0 1 0,0 0 0,-1-1 0,0-1 0,0 1 0,0 2 0,0 1 0,0 1 0,0-2 0,0 0 0,0-1 0,0-1 0,0-3 0,0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1 518 24575,'0'-15'0,"0"-2"0,0 3 0,0-5 0,0-4 0,0 2 0,0-5 0,0-4 0,0-2 0,1-4 0,3 3 0,4 4 0,3 4 0,2 2 0,3 3 0,-1 4 0,3 1 0,2-1 0,3-1 0,2 0 0,-1 1 0,-2 4 0,2 2 0,2 3 0,1 2 0,1 5 0,-4 0 0,-1 0 0,-1 0 0,2 0 0,3 0 0,5 0 0,5 0 0,5 0 0,9 0 0,1 0 0,7-5 0,5-1 0,-4-1 0,3 2 0,-6 5 0,-7 0 0,-7 0 0,-10 0 0,-4 0 0,-1 0 0,0 0 0,-4 2 0,-5 4 0,-1 6 0,-3 5 0,-3 3 0,1 3 0,-6 3 0,-2 3 0,-1 0 0,-4 0 0,0 5 0,0 2 0,0 1 0,0 4 0,0-3 0,0-2 0,0-1 0,0-6 0,0 2 0,0 4 0,0 6 0,0 2 0,0 5 0,0-6 0,-2 3 0,-3-2 0,-4-1 0,-5 8 0,-6 0 0,-4 5 0,0-1 0,-1-2 0,1-3 0,2-5 0,-4 1 0,-1-4 0,-6 1 0,-3 0 0,0 1 0,1-1 0,5-4 0,1-3 0,1-6 0,-4 1 0,-2 1 0,-7 0 0,-4 2 0,1-5 0,-3 0 0,1-4 0,2 0 0,3-1 0,2 0 0,2-1 0,2-4 0,2 2 0,5-3 0,0-1 0,0 0 0,4-2 0,0-2 0,5-2 0,-1 0 0,3-4 0,12-13 0,18-12 0,20-12 0,17-7 0,9 2 0,1 5 0,-4 2 0,-4 6 0,-6 0 0,-3-3 0,1 3 0,-4 0 0,-5 5 0,5 3 0,0 2 0,12 2 0,8-2 0,1 1 0,-2 2 0,-4-3 0,-1 3 0,-7 0 0,1 5 0,-2-3 0,2 2 0,3 0 0,2 1 0,1 5 0,-1 0 0,-1 0 0,1 0 0,-1 0 0,6 0 0,7 0 0,0 4 0,1 8 0,-8 10 0,-6 7 0,-9 2 0,-5 2 0,-5 3 0,-3 1 0,-6 1 0,-8 2 0,-8 2 0,-7 4 0,-1 1 0,0-5 0,0-4 0,0 0 0,0-1 0,-2 0 0,-3-2 0,-4-6 0,-6 0 0,-4 0 0,-6 0 0,-3 5 0,-1 3 0,-2 6 0,-5 6 0,-5 0 0,-5 8 0,-7 1 0,-3 5 0,-5 6 0,-5-3 0,-2 0 0,-3-9 0,-1-9 0,1-5 0,-1-6 0,0-5 0,1-5 0,-2-7 0,2-5 0,-1 1 0,0-4 0,2 1 0,4-2 0,1 1 0,6 0 0,4 0 0,3-1 0,9-6 0,4-2 0,6-3 0,17 1 0,5-1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24575,'8'153'0,"-1"1"0,1-1 0,-1 0 0,1 0 0,-2-37 0,1 0 0,1 24 0,2 40 0,0 8 0,-1-24 0,-2-57 0,-2-46 0,0 0 0,0-4 0,1-4 0,3-4 0,0-2 0,-1-3 0,1-4 0,-5-4 0,4-5 0,-4-2 0,1 0 0,-2-4 0,1-6 0,2-5 0,5 1 0,2 6 0,-2 4 0,1 4 0,1 0 0,-1 7 0,-1-1 0,-3 2 0,-3-2 0,2-6 0,-2 1 0,-1-5 0,-1-1 0,-2-5 0,-2-1 0,1 0 0,0-9 0,0-1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1 360 24575,'27'-9'0,"15"-3"0,13-3 0,9-6 0,1-8 0,-1 2 0,2 0 0,6 1 0,-2 0 0,-4-1 0,-2 7 0,1 0 0,1 3 0,0-1 0,-2 2 0,-6 3 0,-4 3 0,-3 1 0,-11 1 0,-4 3 0,-6 1 0,-2 4 0,-4 0 0,-2 0 0,-3 0 0,-1 0 0,0 0 0,1 0 0,-1 0 0,1 0 0,-1 0 0,0 0 0,3 0 0,-1 0 0,0 0 0,-3 0 0,-1 0 0,-1 0 0,-7 2 0,-6 6 0,-10 4 0,-7 8 0,0 4 0,-3 3 0,2 2 0,2 0 0,2-4 0,5-4 0,3-4 0,1-1 0,2 0 0,0-1 0,0 0 0,1-1 0,-3 0 0,0-1 0,-1 0 0,1 1 0,3 0 0,0 1 0,0-3 0,0 2 0,0 1 0,0-1 0,0 0 0,0 0 0,0 1 0,0 2 0,0-1 0,0 0 0,0-2 0,0-1 0,0 3 0,0-1 0,0 0 0,2 0 0,2 0 0,-1 0 0,0 1 0,-3-3 0,4-2 0,0 1 0,3 3 0,1 5 0,-4 2 0,0-1 0,0-1 0,1 2 0,1 0 0,0 2 0,-1 2 0,3-1 0,-3 4 0,2 0 0,-1 0 0,-2 0 0,4 4 0,-2 5 0,-2 6 0,0 9 0,-2 2 0,3 7 0,0 5 0,1 0 0,1 0 0,-1-5 0,0-4 0,-1-2 0,-1 0 0,1-1 0,4 1 0,-1 1 0,1-2 0,0 3 0,-4-1 0,-1-2 0,-2 0 0,4-4 0,-1-3 0,1 2 0,0 3 0,0 0 0,0 2 0,0-3 0,-1-2 0,1 0 0,-1 4 0,2 1 0,-2 6 0,1 4 0,2-4 0,-4 0 0,3-6 0,0-3 0,-1-3 0,-1 1 0,-3-3 0,2-6 0,0-1 0,0-4 0,0 1 0,-4-2 0,4-6 0,0-4 0,0-5 0,-1 0 0,-3-1 0,4-3 0,0 0 0,2-2 0,0 1 0,-2 0 0,2-4 0,-1-7 0,-1-2 0,0-5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0 255 24575,'0'-7'0,"0"-1"0,0 1 0,0-3 0,0-1 0,0 1 0,0-3 0,0-2 0,0-1 0,1-2 0,2 2 0,0 2 0,3 1 0,1 2 0,2 1 0,-1 3 0,1-1 0,1 0 0,2-1 0,2 1 0,-2 1 0,0 1 0,1 0 0,0 4 0,2-1 0,-1 3 0,-1 0 0,-1 0 0,0 0 0,0 0 0,3 0 0,2 0 0,2 0 0,3 0 0,5 0 0,1 0 0,3-3 0,2 0 0,-1 1 0,2-1 0,-5 3 0,-2 0 0,-5 0 0,-5 0 0,-1 0 0,-1 0 0,0 0 0,-3 1 0,-1 2 0,-2 3 0,-2 2 0,0 2 0,-1 1 0,-1 2 0,-3 1 0,0 0 0,-2 0 0,0 3 0,0 1 0,0 0 0,0 2 0,0-1 0,0-2 0,0 1 0,0-4 0,0 2 0,0 1 0,0 3 0,0 1 0,0 3 0,0-3 0,0 0 0,-3 1 0,-2-1 0,-3 2 0,-2 3 0,-2 1 0,-1-1 0,-1-1 0,2 0 0,0-4 0,-2 1 0,0-1 0,-3-1 0,-3 1 0,2 0 0,0 0 0,1-3 0,2-1 0,0-2 0,-1 0 0,-3 0 0,-2 0 0,-3 1 0,1-1 0,-2-2 0,1-1 0,1 0 0,1-1 0,2 1 0,0-2 0,2-1 0,0 1 0,4-2 0,-1 1 0,0-2 0,2-1 0,0 1 0,3-2 0,0 0 0,1-3 0,7-5 0,8-6 0,12-7 0,8-3 0,5 2 0,1 2 0,-2 1 0,-3 2 0,-3 1 0,-1-2 0,0 1 0,-2 1 0,-3 2 0,4 2 0,-1 1 0,7 0 0,3 0 0,1 1 0,-1-1 0,-2 0 0,0 0 0,-4 2 0,-1 1 0,1 0 0,0 0 0,2 0 0,2 0 0,-2 3 0,1 0 0,0 0 0,-1 0 0,1 0 0,3 0 0,2 0 0,3 2 0,-2 5 0,-3 2 0,-4 6 0,-4 0 0,-3 2 0,-2 1 0,-3 0 0,-3 1 0,-3 0 0,-5 2 0,-3 1 0,-1 2 0,0-4 0,0-1 0,0 0 0,0-1 0,-1 0 0,-2-1 0,-1-3 0,-4 1 0,-3-1 0,-2 0 0,-1 3 0,-2 1 0,0 3 0,-3 3 0,-2 1 0,-4 3 0,-3 0 0,-1 4 0,-4 1 0,-2 0 0,0-1 0,-2-4 0,-1-4 0,0-4 0,0-1 0,0-3 0,0-4 0,1-1 0,-1-4 0,0 1 0,-1-2 0,2 0 0,3 0 0,-1-1 0,5 2 0,0-2 0,4 1 0,3-4 0,2 0 0,4-2 0,8 0 0,3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24575,'4'75'0,"0"0"0,0 1 0,0-1 0,0 0 0,-1-18 0,1 0 0,0 13 0,1 18 0,0 5 0,0-13 0,-1-27 0,-1-23 0,-1-1 0,1 0 0,0-3 0,2-2 0,0 0 0,-1-4 0,0 0 0,-1-2 0,1-3 0,-1-1 0,-2 1 0,1-3 0,0-3 0,2-1 0,1-1 0,2 3 0,-1 3 0,1 1 0,-1 0 0,1 4 0,-2-1 0,0 1 0,-3-1 0,2-2 0,-2-1 0,1-1 0,-1-2 0,-2-1 0,0-1 0,0 0 0,0-5 0,0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1 177 24575,'14'-4'0,"8"-3"0,7 0 0,5-3 0,0-4 0,0 1 0,1 0 0,3-1 0,-1 1 0,-2 1 0,-1 2 0,0 0 0,0 2 0,1-1 0,-2 0 0,-1 3 0,-4 2 0,-1-1 0,-6 1 0,-2 2 0,-4-1 0,0 3 0,-2 0 0,-1 0 0,-3 0 0,1 0 0,0 0 0,0 0 0,-1 0 0,1 0 0,-1 0 0,1 0 0,1 0 0,0 0 0,-1 0 0,-1 0 0,-1 0 0,1 0 0,-5 2 0,-3 1 0,-5 4 0,-4 2 0,0 3 0,-1 1 0,-1 2 0,4-1 0,-1-2 0,4-2 0,1-1 0,0-2 0,1 1 0,0 0 0,1 0 0,0-2 0,-1 1 0,0-1 0,-1 1 0,0 0 0,2-1 0,-1 2 0,1-2 0,0 1 0,0 0 0,0 0 0,0 0 0,0 0 0,0 0 0,0 2 0,0-1 0,0-1 0,0 0 0,0 0 0,0 1 0,0-1 0,0 0 0,2 1 0,0-1 0,-1 1 0,1-1 0,-2-1 0,2 0 0,0 0 0,2 1 0,-1 3 0,0 1 0,-1-1 0,1 0 0,-1 1 0,1 0 0,0 0 0,0 2 0,0 0 0,1 0 0,-1 2 0,1-1 0,-3 1 0,3 1 0,0 3 0,-1 2 0,-2 5 0,0 1 0,2 4 0,0 1 0,0 2 0,0-1 0,0-3 0,1-2 0,-1 0 0,-2 0 0,2-1 0,2 1 0,-1 0 0,1-1 0,0 1 0,-3 0 0,0 0 0,-1-2 0,2-1 0,1-1 0,-2 0 0,2 3 0,-1-1 0,0 1 0,0-2 0,0 0 0,0-1 0,0 3 0,0 0 0,-1 3 0,2 2 0,0-2 0,-2 1 0,2-4 0,0-2 0,-2-1 0,1 1 0,-2-3 0,2-1 0,-1-2 0,0-1 0,-1 0 0,0 0 0,1-4 0,0-2 0,0-2 0,0 0 0,-2-1 0,2-1 0,0 0 0,1-1 0,1 0 0,-2 1 0,0-3 0,1-3 0,0-1 0,-1-2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0 24575,'0'35'0,"0"10"0,0 17 0,-1 14 0,-3 3 0,-2 1 0,-1-3 0,2-5 0,2-1 0,2-6 0,1-3 0,0 4 0,0 3 0,0-3 0,0-1 0,0-8 0,0-5 0,0-5 0,0-10 0,0-4 0,0-5 0,0-1 0,0-1 0,2-2 0,2 0 0,4-1 0,3 1 0,1-2 0,0 1 0,1-2 0,1 1 0,3-2 0,3-1 0,-3-1 0,3-8 0,-1-2 0,1-6 0,1-2 0,0 0 0,3 0 0,0 0 0,3 0 0,-2-2 0,0-6 0,-2-1 0,3-4 0,2-1 0,-2 0 0,4-5 0,-4-1 0,4-3 0,3-1 0,0-2 0,4-2 0,3 1 0,1 4 0,1 2 0,2 2 0,3-4 0,-1 0 0,0-2 0,-1-1 0,-7 5 0,1 2 0,1 1 0,-5-1 0,3 1 0,-1 1 0,-5 0 0,-3 0 0,-5 3 0,-5 2 0,-5 3 0,-3 4 0,-4 0 0,-3 5 0,-2-1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24575,'0'19'0,"0"17"0,0 19 0,0 20 0,0-32 0,0-1 0,1 0 0,1 1 0,1 0 0,-1 0 0,8 39 0,0-1 0,0-4 0,0-4 0,-1-4 0,0-3 0,2-2 0,1-3 0,-3-4 0,0-4 0,-1-2 0,1-1 0,-1-6 0,0-3 0,0-3 0,-3-1 0,3-1 0,-2-4 0,-1-2 0,-1-3 0,-2-4 0,2-3 0,-2-3 0,1-3 0,1-1 0,-1 1 0,-2-2 0,0-1 0,1-3 0,0-1 0,0 1 0,0 0 0,-2 1 0,2-2 0,0 1 0,0-1 0,0-1 0,-1 0 0,1 1 0,0-1 0,0 2 0,-2 0 0,0 0 0,0-3 0,0 2 0,0 2 0,0 2 0,0 0 0,0-2 0,0 0 0,0-1 0,0-1 0,0-3 0,0-1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20"/>
    </inkml:context>
    <inkml:brush xml:id="br0">
      <inkml:brushProperty name="width" value="0.1" units="cm"/>
      <inkml:brushProperty name="height" value="0.1" units="cm"/>
      <inkml:brushProperty name="color" value="#C04F15"/>
    </inkml:brush>
  </inkml:definitions>
  <inkml:trace contextRef="#ctx0" brushRef="#br0">1 1 24575,'14'0'0,"6"0"0,13 0 0,3 0 0,27 0 0,11 0 0,5 0 0,1 0 0,-20 0 0,-7 0 0,-5 0 0,-8 0 0,-3 0 0,-2 0 0,-2 0 0,1 0 0,-3 0 0,0 0 0,-1 0 0,3 0 0,3 0 0,2 0 0,-1 2 0,-1 1 0,-7 2 0,-5 0 0,-4-1 0,-4 0 0,-1-2 0,1 1 0,-2-1 0,-2-2 0,-1 0 0,-1 2 0,0 0 0,3 0 0,1 2 0,5-1 0,2 0 0,6 2 0,3-2 0,0 3 0,-2-2 0,-4-2 0,-4 0 0,-3-2 0,-3 0 0,-1 0 0,-1 0 0,-1 0 0,2 2 0,-3 0 0,1 1 0,-1-1 0,0-2 0,2 1 0,-2-1 0,0 0 0,-1 0 0,-2 0 0,1 0 0,0 0 0,0 0 0,-1 0 0,1 0 0,-1 0 0,0 0 0,0 0 0,0 0 0,-3 0 0,-1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0 330 24575,'0'-9'0,"0"-2"0,0 2 0,0-3 0,0-3 0,0 2 0,0-4 0,0-2 0,0-1 0,2-3 0,0 2 0,3 2 0,2 3 0,2 1 0,1 3 0,0 2 0,1 0 0,2 0 0,2-1 0,1 0 0,-1 1 0,0 2 0,0 2 0,2 1 0,0 3 0,1 1 0,-2 1 0,-2 0 0,1 0 0,0 0 0,2 0 0,4 0 0,3 0 0,3 0 0,6 0 0,0 0 0,5-3 0,3-1 0,-2 0 0,2 1 0,-4 3 0,-6 0 0,-3 0 0,-6 0 0,-4 0 0,0 0 0,0 0 0,-2 1 0,-4 3 0,-1 4 0,-1 2 0,-2 3 0,0 2 0,-3 1 0,-2 2 0,-1 1 0,-2 0 0,0 2 0,0 2 0,0 1 0,0 2 0,0-2 0,0-1 0,0-1 0,0-3 0,0 1 0,0 2 0,0 4 0,0 2 0,0 2 0,0-3 0,-1 2 0,-2-2 0,-2 0 0,-5 4 0,-2 1 0,-4 3 0,0 0 0,0-2 0,1-2 0,1-3 0,-3 1 0,0-3 0,-5 1 0,-1 0 0,0 0 0,1 0 0,2-3 0,1-1 0,1-5 0,-2 1 0,-2 1 0,-4 0 0,-4 1 0,2-3 0,-2-1 0,0-1 0,2-1 0,1-1 0,2 1 0,2-1 0,0-3 0,2 2 0,3-2 0,0 0 0,0-1 0,2-2 0,1 0 0,2-1 0,1-1 0,1-2 0,8-9 0,11-7 0,13-8 0,11-4 0,7 1 0,-1 4 0,-2 0 0,-3 4 0,-3 0 0,-2-1 0,0 1 0,-2 1 0,-3 2 0,2 3 0,1 0 0,7 2 0,6-1 0,1 1 0,-3 0 0,-1-1 0,-2 1 0,-3 1 0,0 3 0,-1-2 0,0 1 0,3 0 0,1 1 0,1 3 0,-1 0 0,0 0 0,0 0 0,-1 0 0,5 0 0,3 0 0,1 3 0,1 5 0,-6 5 0,-3 6 0,-7 1 0,-2 0 0,-4 3 0,-2 1 0,-3 0 0,-6 2 0,-5 0 0,-4 4 0,-1 0 0,0-3 0,0-3 0,0 0 0,0-1 0,-1 1 0,-3-2 0,-1-3 0,-5 0 0,-2-1 0,-4 1 0,-2 2 0,-1 2 0,-1 5 0,-3 3 0,-3 1 0,-4 4 0,-5 1 0,0 3 0,-5 4 0,-2-2 0,-2 0 0,-2-6 0,0-5 0,0-4 0,0-3 0,0-4 0,0-3 0,-1-3 0,1-5 0,0 1 0,-1-2 0,2 0 0,3-1 0,0 0 0,4 2 0,2-2 0,3 0 0,5-4 0,3-1 0,4-2 0,10 1 0,4-1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24575,'5'97'0,"0"1"0,0 0 0,0-1 0,-1 1 0,1-24 0,-1 0 0,1 15 0,1 26 0,1 5 0,-1-16 0,-2-36 0,0-29 0,-1 0 0,0-2 0,1-4 0,2-2 0,0-1 0,-1-2 0,0-2 0,-2-3 0,2-4 0,-2 0 0,0-1 0,-1-2 0,0-4 0,2-2 0,4-1 0,0 4 0,-1 4 0,1 1 0,0 1 0,-1 3 0,1 1 0,-3 0 0,-2-1 0,1-3 0,-1 0 0,0-3 0,-1-1 0,-1-2 0,-1-2 0,0 0 0,0-5 0,0-1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1 230 24575,'17'-6'0,"10"-2"0,9-2 0,5-3 0,1-5 0,-1 1 0,2-1 0,3 1 0,-1 1 0,-2-1 0,-2 4 0,1 0 0,0 3 0,1-2 0,-2 2 0,-4 1 0,-2 3 0,-2 1 0,-7-1 0,-4 3 0,-2 1 0,-2 2 0,-3-1 0,0 1 0,-3 0 0,-1 0 0,1 0 0,0 0 0,0 0 0,0 0 0,0 0 0,0 0 0,1 0 0,0 0 0,-1 0 0,0 0 0,-2 0 0,-1 0 0,-3 2 0,-5 3 0,-6 3 0,-5 4 0,1 3 0,-3 3 0,1 0 0,3 1 0,0-3 0,4-3 0,1-2 0,1-1 0,1 0 0,0 0 0,1-1 0,0 0 0,-2 0 0,0 0 0,0-1 0,0 1 0,2 0 0,-1 0 0,1-1 0,0 1 0,0 1 0,0-2 0,0 1 0,0 0 0,0 1 0,0 1 0,0-1 0,0 0 0,0-1 0,0-1 0,0 3 0,0-2 0,0 0 0,2 1 0,0-1 0,1 1 0,-2 0 0,-1-1 0,3-2 0,-1 0 0,3 3 0,0 3 0,-3 0 0,2 1 0,-2-1 0,1 1 0,1 0 0,0 1 0,-1 2 0,2-2 0,-1 4 0,0 0 0,-1-1 0,0 1 0,2 2 0,-1 3 0,-1 4 0,-1 6 0,0 1 0,1 4 0,1 4 0,-1-1 0,2 1 0,-2-3 0,1-3 0,0-2 0,-2 1 0,1-1 0,3 1 0,-1 0 0,1-1 0,0 2 0,-3 0 0,-1-2 0,0 0 0,2-3 0,-1-1 0,1 1 0,0 2 0,0-1 0,-1 2 0,1-2 0,0-1 0,-1 0 0,1 2 0,0 2 0,-1 3 0,1 2 0,1-2 0,-2 0 0,2-4 0,-1-2 0,0-2 0,-1 1 0,-2-2 0,2-4 0,-1 0 0,1-3 0,0 0 0,-3-1 0,2-3 0,1-3 0,-1-3 0,1 0 0,-3-2 0,2-1 0,0 1 0,2-2 0,1 0 0,-3 1 0,2-3 0,-1-5 0,0 0 0,-1-4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24575,'20'0'0,"4"0"0,6 0 0,17 0 0,11 0 0,7 0 0,7 0 0,-7 0 0,9 0 0,0 0 0,5 2 0,3 4 0,-7 0 0,7 0 0,-4-3 0,-3-3 0,0 0 0,-5 0 0,-4 0 0,-2 0 0,-4 0 0,-1 0 0,5 0 0,-4 0 0,2 0 0,2 0 0,-4 5 0,8 1 0,-7 0 0,6 3 0,10-3 0,-1 0 0,2-1 0,-1-3 0,5-2 0,2 0 0,-1 0 0,-11 5 0,-7 1 0,0 1 0,-3-2 0,-2-5 0,-2 5 0,-5 2 0,-5-1 0,-6-1 0,-4-5 0,1 0 0,-1 5 0,2 1 0,-1 0 0,0-1 0,1-4 0,-1 0 0,-1 4 0,2 1 0,-2 0 0,2-2 0,-2-4 0,1 0 0,0 0 0,0 5 0,0 1 0,0 0 0,0-1 0,0-4 0,0-1 0,-2 0 0,-3 0 0,-3 0 0,-2 0 0,-4 0 0,1 0 0,-4 0 0,-4 0 0,1 0 0,0 0 0,0 0 0,-8 0 0,-3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27"/>
    </inkml:context>
    <inkml:brush xml:id="br0">
      <inkml:brushProperty name="width" value="0.05292" units="cm"/>
      <inkml:brushProperty name="height" value="0.05292" units="cm"/>
      <inkml:brushProperty name="color" value="#5047DF"/>
    </inkml:brush>
  </inkml:definitions>
  <inkml:trace contextRef="#ctx0" brushRef="#br0">1 242 24575,'0'-7'0,"0"-1"0,0 1 0,0-2 0,0-1 0,0 0 0,0-2 0,0-2 0,0-1 0,0-2 0,2 2 0,2 1 0,0 3 0,2 0 0,1 2 0,-1 1 0,2 1 0,0 0 0,2-1 0,1 0 0,-1 1 0,-1 1 0,1 1 0,1 2 0,1 1 0,0 2 0,-2 0 0,0 0 0,-1 0 0,2 0 0,0 0 0,3 0 0,1 0 0,3 0 0,4 0 0,0 0 0,3-3 0,3 1 0,-3-2 0,2 2 0,-3 2 0,-3 0 0,-2 0 0,-5 0 0,-2 0 0,0 0 0,0 0 0,-2 1 0,-2 2 0,0 2 0,-2 3 0,0 2 0,-1 0 0,-2 2 0,-1 2 0,0-1 0,-2 1 0,0 2 0,0 0 0,0 2 0,0 1 0,0-2 0,0 0 0,0-1 0,0-2 0,0 0 0,0 3 0,0 2 0,0 1 0,0 2 0,0-2 0,-1 1 0,-1-1 0,-2-1 0,-2 4 0,-2 1 0,-3 1 0,1 0 0,-1 0 0,1-3 0,1-1 0,-2 0 0,-1-2 0,-2 0 0,-1 1 0,0 0 0,0-1 0,2-1 0,1-2 0,0-2 0,-2 0 0,0 0 0,-4 1 0,-1 0 0,0-2 0,-1 0 0,1-2 0,0 1 0,1-2 0,2 1 0,0-1 0,1-1 0,1 0 0,2-1 0,0-1 0,0 1 0,2-2 0,0 0 0,2-2 0,-1 1 0,2-2 0,5-6 0,7-6 0,9-6 0,8-2 0,3 0 0,0 2 0,-1 2 0,-2 2 0,-2 1 0,-2-3 0,1 3 0,-2-1 0,-2 3 0,2 1 0,0 1 0,5 1 0,4-2 0,0 2 0,-1 0 0,-2-1 0,0 2 0,-3-1 0,1 3 0,-2-2 0,2 1 0,1 0 0,0 1 0,1 2 0,0 0 0,-1 0 0,0 0 0,1 0 0,1 0 0,4 0 0,0 2 0,0 3 0,-4 6 0,-1 2 0,-5 2 0,-2 0 0,-2 2 0,-1 0 0,-3 1 0,-3 0 0,-4 2 0,-2 1 0,-1 1 0,0-2 0,0-3 0,0 1 0,0-1 0,-1 0 0,-1 0 0,-2-4 0,-2 1 0,-3-1 0,-1 1 0,-2 1 0,0 3 0,-2 2 0,-1 2 0,-2 1 0,-3 4 0,-3 0 0,0 2 0,-3 3 0,-3-1 0,0 0 0,-1-5 0,0-4 0,-1-2 0,1-2 0,-1-3 0,1-3 0,-1-3 0,0-2 0,1 1 0,-1-3 0,1 2 0,2-2 0,0 0 0,3 1 0,2-1 0,1 1 0,3-4 0,3-1 0,2-1 0,7 1 0,2-1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2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0 1 24575,'3'71'0,"0"1"0,1-1 0,-1 0 0,0 0 0,0-17 0,0 0 0,0 12 0,1 17 0,1 5 0,-2-12 0,0-26 0,0-22 0,-1 1 0,0-3 0,0-1 0,2-2 0,0-1 0,-1-2 0,1-1 0,-2-3 0,1-1 0,-1-2 0,0 1 0,0-3 0,-1-2 0,2-2 0,1 0 0,2 3 0,-1 1 0,0 3 0,0-1 0,0 4 0,0-1 0,-1 1 0,-2 0 0,1-4 0,-1 1 0,-1-2 0,1-1 0,-2-2 0,0-1 0,0 1 0,0-5 0,0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29"/>
    </inkml:context>
    <inkml:brush xml:id="br0">
      <inkml:brushProperty name="width" value="0.05292" units="cm"/>
      <inkml:brushProperty name="height" value="0.05292" units="cm"/>
      <inkml:brushProperty name="color" value="#5048DE"/>
    </inkml:brush>
  </inkml:definitions>
  <inkml:trace contextRef="#ctx0" brushRef="#br0">1 168 24575,'11'-4'0,"7"-2"0,6-1 0,3-2 0,1-5 0,-1 1 0,1 1 0,3 0 0,-1 0 0,-2-1 0,-1 4 0,1 0 0,0 1 0,0-1 0,-1 2 0,-2 1 0,-2 1 0,-1 1 0,-5 0 0,-2 2 0,-2 0 0,-1 2 0,-2 0 0,-1 0 0,-1 0 0,0 0 0,0 0 0,0 0 0,-1 0 0,1 0 0,0 0 0,0 0 0,1 0 0,-1 0 0,1 0 0,-2 0 0,0 0 0,-1 0 0,-2 1 0,-4 3 0,-3 1 0,-3 5 0,-1 1 0,0 1 0,0 2 0,1-1 0,1-1 0,2-2 0,1-2 0,1-1 0,0 0 0,1 0 0,-1 0 0,1 0 0,-1-1 0,0 1 0,-1-1 0,1 0 0,1 1 0,0 0 0,0-2 0,0 2 0,0 0 0,0-1 0,0 1 0,0-1 0,0 1 0,0 1 0,0 0 0,0-1 0,0 0 0,0-1 0,0 1 0,0 0 0,0 0 0,1 0 0,1 0 0,-1 0 0,0 0 0,-1-1 0,2 0 0,-1-1 0,2 2 0,1 2 0,-2 2 0,-1-2 0,1 1 0,0 0 0,1 0 0,-1 1 0,0 1 0,2 0 0,-2 2 0,1-1 0,-1 1 0,0-1 0,2 2 0,-2 3 0,0 3 0,-1 3 0,0 2 0,1 3 0,1 2 0,-1 0 0,1 0 0,0-2 0,-1-2 0,0-1 0,0 0 0,0 0 0,2 0 0,-1 0 0,1 0 0,0 1 0,-2-1 0,0 0 0,-1 0 0,1-3 0,0 0 0,1 0 0,0 2 0,-1-1 0,1 2 0,-1-2 0,0-1 0,1 1 0,-1 1 0,1 0 0,-1 4 0,1 1 0,0-2 0,-1 1 0,1-4 0,0 0 0,-1-3 0,0 2 0,-1-2 0,1-3 0,0-1 0,-1-1 0,1 0 0,-2-1 0,2-2 0,0-2 0,-1-3 0,1 0 0,-2 0 0,1-1 0,1-1 0,1-1 0,-1 1 0,0 0 0,0-1 0,0-5 0,0 0 0,0-2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3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1 242 24575,'0'-7'0,"0"-1"0,0 1 0,0-2 0,0-1 0,0 0 0,0-2 0,0-2 0,0-1 0,0-2 0,2 2 0,2 1 0,0 3 0,2 0 0,1 2 0,-1 1 0,2 1 0,0 0 0,2-1 0,1 0 0,-1 1 0,-1 1 0,1 1 0,1 2 0,1 1 0,0 2 0,-2 0 0,0 0 0,-1 0 0,2 0 0,0 0 0,3 0 0,1 0 0,3 0 0,4 0 0,0 0 0,3-3 0,3 1 0,-3-2 0,2 2 0,-3 2 0,-3 0 0,-2 0 0,-5 0 0,-2 0 0,0 0 0,0 0 0,-2 1 0,-2 2 0,0 2 0,-2 3 0,0 2 0,-1 0 0,-2 2 0,-1 2 0,0-1 0,-2 1 0,0 2 0,0 0 0,0 2 0,0 1 0,0-2 0,0 0 0,0-1 0,0-2 0,0 0 0,0 3 0,0 2 0,0 1 0,0 2 0,0-2 0,-1 1 0,-1-1 0,-2-1 0,-2 4 0,-2 1 0,-3 1 0,1 0 0,-1 0 0,1-3 0,1-1 0,-2 0 0,-1-2 0,-2 0 0,-1 1 0,0 0 0,0-1 0,2-1 0,1-2 0,0-2 0,-2 0 0,0 0 0,-4 1 0,-1 0 0,0-2 0,-1 0 0,1-2 0,0 1 0,1-2 0,2 1 0,0-1 0,1-1 0,1 0 0,2-1 0,0-1 0,0 1 0,2-2 0,0 0 0,2-2 0,-1 1 0,2-2 0,5-6 0,7-6 0,9-6 0,8-2 0,3 0 0,0 2 0,-1 2 0,-2 2 0,-2 1 0,-2-3 0,1 3 0,-2-1 0,-2 3 0,2 1 0,0 1 0,5 1 0,4-2 0,0 2 0,-1 0 0,-2-1 0,0 2 0,-3-1 0,1 3 0,-2-2 0,2 1 0,1 0 0,0 1 0,1 2 0,0 0 0,-1 0 0,0 0 0,1 0 0,1 0 0,4 0 0,0 2 0,0 3 0,-4 6 0,-1 2 0,-5 2 0,-2 0 0,-2 2 0,-1 0 0,-3 1 0,-3 0 0,-4 2 0,-2 1 0,-1 1 0,0-2 0,0-3 0,0 1 0,0-1 0,-1 0 0,-1 0 0,-2-4 0,-2 1 0,-3-1 0,-1 1 0,-2 1 0,0 3 0,-2 2 0,-1 2 0,-2 1 0,-3 4 0,-3 0 0,0 2 0,-3 3 0,-3-1 0,0 0 0,-1-5 0,0-4 0,-1-2 0,1-2 0,-1-3 0,1-3 0,-1-3 0,0-2 0,1 1 0,-1-3 0,1 2 0,2-2 0,0 0 0,3 1 0,2-1 0,1 1 0,3-4 0,3-1 0,2-1 0,7 1 0,2-1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3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0 1 24575,'3'71'0,"0"1"0,1-1 0,-1 0 0,0 0 0,0-17 0,0 0 0,0 12 0,1 17 0,1 5 0,-2-12 0,0-26 0,0-22 0,-1 1 0,0-3 0,0-1 0,2-2 0,0-1 0,-1-2 0,1-1 0,-2-3 0,1-1 0,-1-2 0,0 1 0,0-3 0,-1-2 0,2-2 0,1 0 0,2 3 0,-1 1 0,0 3 0,0-1 0,0 4 0,0-1 0,-1 1 0,-2 0 0,1-4 0,-1 1 0,-1-2 0,1-1 0,-2-2 0,0-1 0,0 1 0,0-5 0,0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34"/>
    </inkml:context>
    <inkml:brush xml:id="br0">
      <inkml:brushProperty name="width" value="0.05292" units="cm"/>
      <inkml:brushProperty name="height" value="0.05292" units="cm"/>
      <inkml:brushProperty name="color" value="#5048DE"/>
    </inkml:brush>
  </inkml:definitions>
  <inkml:trace contextRef="#ctx0" brushRef="#br0">1 168 24575,'11'-4'0,"7"-2"0,6-1 0,3-2 0,1-5 0,-1 1 0,1 1 0,3 0 0,-1 0 0,-2-1 0,-1 4 0,1 0 0,0 1 0,0-1 0,-1 2 0,-2 1 0,-2 1 0,-1 1 0,-5 0 0,-2 2 0,-2 0 0,-1 2 0,-2 0 0,-1 0 0,-1 0 0,0 0 0,0 0 0,0 0 0,-1 0 0,1 0 0,0 0 0,0 0 0,1 0 0,-1 0 0,1 0 0,-2 0 0,0 0 0,-1 0 0,-2 1 0,-4 3 0,-3 1 0,-3 5 0,-1 1 0,0 1 0,0 2 0,1-1 0,1-1 0,2-2 0,1-2 0,1-1 0,0 0 0,1 0 0,-1 0 0,1 0 0,-1-1 0,0 1 0,-1-1 0,1 0 0,1 1 0,0 0 0,0-2 0,0 2 0,0 0 0,0-1 0,0 1 0,0-1 0,0 1 0,0 1 0,0 0 0,0-1 0,0 0 0,0-1 0,0 1 0,0 0 0,0 0 0,1 0 0,1 0 0,-1 0 0,0 0 0,-1-1 0,2 0 0,-1-1 0,2 2 0,1 2 0,-2 2 0,-1-2 0,1 1 0,0 0 0,1 0 0,-1 1 0,0 1 0,2 0 0,-2 2 0,1-1 0,-1 1 0,0-1 0,2 2 0,-2 3 0,0 3 0,-1 3 0,0 2 0,1 3 0,1 2 0,-1 0 0,1 0 0,0-2 0,-1-2 0,0-1 0,0 0 0,0 0 0,2 0 0,-1 0 0,1 0 0,0 1 0,-2-1 0,0 0 0,-1 0 0,1-3 0,0 0 0,1 0 0,0 2 0,-1-1 0,1 2 0,-1-2 0,0-1 0,1 1 0,-1 1 0,1 0 0,-1 4 0,1 1 0,0-2 0,-1 1 0,1-4 0,0 0 0,-1-3 0,0 2 0,-1-2 0,1-3 0,0-1 0,-1-1 0,1 0 0,-2-1 0,2-2 0,0-2 0,-1-3 0,1 0 0,-2 0 0,1-1 0,1-1 0,1-1 0,-1 1 0,0 0 0,0-1 0,0-5 0,0 0 0,0-2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37"/>
    </inkml:context>
    <inkml:brush xml:id="br0">
      <inkml:brushProperty name="width" value="0.05292" units="cm"/>
      <inkml:brushProperty name="height" value="0.05292" units="cm"/>
      <inkml:brushProperty name="color" value="#5047DF"/>
    </inkml:brush>
  </inkml:definitions>
  <inkml:trace contextRef="#ctx0" brushRef="#br0">1 242 24575,'0'-7'0,"0"-1"0,0 1 0,0-2 0,0-1 0,0 0 0,0-2 0,0-2 0,0-1 0,0-2 0,2 2 0,2 1 0,0 3 0,2 0 0,1 2 0,-1 1 0,2 1 0,0 0 0,2-1 0,1 0 0,-1 1 0,-1 1 0,1 1 0,1 2 0,1 1 0,0 2 0,-2 0 0,0 0 0,-1 0 0,2 0 0,0 0 0,3 0 0,1 0 0,3 0 0,4 0 0,0 0 0,3-3 0,3 1 0,-3-2 0,2 2 0,-3 2 0,-3 0 0,-2 0 0,-5 0 0,-2 0 0,0 0 0,0 0 0,-2 1 0,-2 2 0,0 2 0,-2 3 0,0 2 0,-1 0 0,-2 2 0,-1 2 0,0-1 0,-2 1 0,0 2 0,0 0 0,0 2 0,0 1 0,0-2 0,0 0 0,0-1 0,0-2 0,0 0 0,0 3 0,0 2 0,0 1 0,0 2 0,0-2 0,-1 1 0,-1-1 0,-2-1 0,-2 4 0,-2 1 0,-3 1 0,1 0 0,-1 0 0,1-3 0,1-1 0,-2 0 0,-1-2 0,-2 0 0,-1 1 0,0 0 0,0-1 0,2-1 0,1-2 0,0-2 0,-2 0 0,0 0 0,-4 1 0,-1 0 0,0-2 0,-1 0 0,1-2 0,0 1 0,1-2 0,2 1 0,0-1 0,1-1 0,1 0 0,2-1 0,0-1 0,0 1 0,2-2 0,0 0 0,2-2 0,-1 1 0,2-2 0,5-6 0,7-6 0,9-6 0,8-2 0,3 0 0,0 2 0,-1 2 0,-2 2 0,-2 1 0,-2-3 0,1 3 0,-2-1 0,-2 3 0,2 1 0,0 1 0,5 1 0,4-2 0,0 2 0,-1 0 0,-2-1 0,0 2 0,-3-1 0,1 3 0,-2-2 0,2 1 0,1 0 0,0 1 0,1 2 0,0 0 0,-1 0 0,0 0 0,1 0 0,1 0 0,4 0 0,0 2 0,0 3 0,-4 6 0,-1 2 0,-5 2 0,-2 0 0,-2 2 0,-1 0 0,-3 1 0,-3 0 0,-4 2 0,-2 1 0,-1 1 0,0-2 0,0-3 0,0 1 0,0-1 0,-1 0 0,-1 0 0,-2-4 0,-2 1 0,-3-1 0,-1 1 0,-2 1 0,0 3 0,-2 2 0,-1 2 0,-2 1 0,-3 4 0,-3 0 0,0 2 0,-3 3 0,-3-1 0,0 0 0,-1-5 0,0-4 0,-1-2 0,1-2 0,-1-3 0,1-3 0,-1-3 0,0-2 0,1 1 0,-1-3 0,1 2 0,2-2 0,0 0 0,3 1 0,2-1 0,1 1 0,3-4 0,3-1 0,2-1 0,7 1 0,2-1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38"/>
    </inkml:context>
    <inkml:brush xml:id="br0">
      <inkml:brushProperty name="width" value="0.05292" units="cm"/>
      <inkml:brushProperty name="height" value="0.05292" units="cm"/>
      <inkml:brushProperty name="color" value="#5048DE"/>
    </inkml:brush>
  </inkml:definitions>
  <inkml:trace contextRef="#ctx0" brushRef="#br0">6 1 24575,'4'71'0,"-1"1"0,0-1 0,0 0 0,1 0 0,-2-17 0,1 0 0,1 12 0,0 17 0,0 5 0,0-12 0,-1-26 0,-1-22 0,0 1 0,0-3 0,1-1 0,1-2 0,0-1 0,-1-2 0,1-1 0,-3-3 0,3-1 0,-2-2 0,0 1 0,-1-3 0,1-2 0,0-2 0,3 0 0,0 3 0,0 1 0,0 3 0,1-1 0,-1 4 0,0-1 0,-2 1 0,-1 0 0,1-4 0,-1 1 0,0-2 0,-1-1 0,0-2 0,-2-1 0,1 1 0,0-5 0,0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3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1 168 24575,'11'-4'0,"7"-2"0,6-1 0,3-2 0,1-5 0,-1 1 0,1 1 0,3 0 0,-1 0 0,-2-1 0,-1 4 0,1 0 0,0 1 0,0-1 0,-1 2 0,-2 1 0,-2 1 0,-1 1 0,-5 0 0,-2 2 0,-2 0 0,-1 2 0,-2 0 0,-1 0 0,-1 0 0,0 0 0,0 0 0,0 0 0,-1 0 0,1 0 0,0 0 0,0 0 0,1 0 0,-1 0 0,1 0 0,-2 0 0,0 0 0,-1 0 0,-2 1 0,-4 3 0,-3 1 0,-3 5 0,-1 1 0,0 1 0,0 2 0,1-1 0,1-1 0,2-2 0,1-2 0,1-1 0,0 0 0,1 0 0,-1 0 0,1 0 0,-1-1 0,0 1 0,-1-1 0,1 0 0,1 1 0,0 0 0,0-2 0,0 2 0,0 0 0,0-1 0,0 1 0,0-1 0,0 1 0,0 1 0,0 0 0,0-1 0,0 0 0,0-1 0,0 1 0,0 0 0,0 0 0,1 0 0,1 0 0,-1 0 0,0 0 0,-1-1 0,2 0 0,-1-1 0,2 2 0,1 2 0,-2 2 0,-1-2 0,1 1 0,0 0 0,1 0 0,-1 1 0,0 1 0,2 0 0,-2 2 0,1-1 0,-1 1 0,0-1 0,2 2 0,-2 3 0,0 3 0,-1 3 0,0 2 0,1 3 0,1 2 0,-1 0 0,1 0 0,0-2 0,-1-2 0,0-1 0,0 0 0,0 0 0,2 0 0,-1 0 0,1 0 0,0 1 0,-2-1 0,0 0 0,-1 0 0,1-3 0,0 0 0,1 0 0,0 2 0,-1-1 0,1 2 0,-1-2 0,0-1 0,1 1 0,-1 1 0,1 0 0,-1 4 0,1 1 0,0-2 0,-1 1 0,1-4 0,0 0 0,-1-3 0,0 2 0,-1-2 0,1-3 0,0-1 0,-1-1 0,1 0 0,-2-1 0,2-2 0,0-2 0,-1-3 0,1 0 0,-2 0 0,1-1 0,1-1 0,1-1 0,-1 1 0,0 0 0,0-1 0,0-5 0,0 0 0,0-2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4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1 242 24575,'0'-7'0,"0"-1"0,0 1 0,0-2 0,0-1 0,0 0 0,0-2 0,0-2 0,0-1 0,0-2 0,2 2 0,2 1 0,0 3 0,2 0 0,1 2 0,-1 1 0,2 1 0,0 0 0,2-1 0,1 0 0,-1 1 0,-1 1 0,1 1 0,1 2 0,1 1 0,0 2 0,-2 0 0,0 0 0,-1 0 0,2 0 0,0 0 0,3 0 0,1 0 0,3 0 0,4 0 0,0 0 0,3-3 0,3 1 0,-3-2 0,2 2 0,-3 2 0,-3 0 0,-2 0 0,-5 0 0,-2 0 0,0 0 0,0 0 0,-2 1 0,-2 2 0,0 2 0,-2 3 0,0 2 0,-1 0 0,-2 2 0,-1 2 0,0-1 0,-2 1 0,0 2 0,0 0 0,0 2 0,0 1 0,0-2 0,0 0 0,0-1 0,0-2 0,0 0 0,0 3 0,0 2 0,0 1 0,0 2 0,0-2 0,-1 1 0,-1-1 0,-2-1 0,-2 4 0,-2 1 0,-3 1 0,1 0 0,-1 0 0,1-3 0,1-1 0,-2 0 0,-1-2 0,-2 0 0,-1 1 0,0 0 0,0-1 0,2-1 0,1-2 0,0-2 0,-2 0 0,0 0 0,-4 1 0,-1 0 0,0-2 0,-1 0 0,1-2 0,0 1 0,1-2 0,2 1 0,0-1 0,1-1 0,1 0 0,2-1 0,0-1 0,0 1 0,2-2 0,0 0 0,2-2 0,-1 1 0,2-2 0,5-6 0,7-6 0,9-6 0,8-2 0,3 0 0,0 2 0,-1 2 0,-2 2 0,-2 1 0,-2-3 0,1 3 0,-2-1 0,-2 3 0,2 1 0,0 1 0,5 1 0,4-2 0,0 2 0,-1 0 0,-2-1 0,0 2 0,-3-1 0,1 3 0,-2-2 0,2 1 0,1 0 0,0 1 0,1 2 0,0 0 0,-1 0 0,0 0 0,1 0 0,1 0 0,4 0 0,0 2 0,0 3 0,-4 6 0,-1 2 0,-5 2 0,-2 0 0,-2 2 0,-1 0 0,-3 1 0,-3 0 0,-4 2 0,-2 1 0,-1 1 0,0-2 0,0-3 0,0 1 0,0-1 0,-1 0 0,-1 0 0,-2-4 0,-2 1 0,-3-1 0,-1 1 0,-2 1 0,0 3 0,-2 2 0,-1 2 0,-2 1 0,-3 4 0,-3 0 0,0 2 0,-3 3 0,-3-1 0,0 0 0,-1-5 0,0-4 0,-1-2 0,1-2 0,-1-3 0,1-3 0,-1-3 0,0-2 0,1 1 0,-1-3 0,1 2 0,2-2 0,0 0 0,3 1 0,2-1 0,1 1 0,3-4 0,3-1 0,2-1 0,7 1 0,2-1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4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0 1 24575,'3'71'0,"0"1"0,1-1 0,-1 0 0,0 0 0,0-17 0,0 0 0,0 12 0,1 17 0,1 5 0,-2-12 0,0-26 0,0-22 0,-1 1 0,0-3 0,0-1 0,2-2 0,0-1 0,-1-2 0,1-1 0,-2-3 0,1-1 0,-1-2 0,0 1 0,0-3 0,-1-2 0,2-2 0,1 0 0,2 3 0,-1 1 0,0 3 0,0-1 0,0 4 0,0-1 0,-1 1 0,-2 0 0,1-4 0,-1 1 0,-1-2 0,1-1 0,-2-2 0,0-1 0,0 1 0,0-5 0,0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4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1 168 24575,'11'-4'0,"7"-2"0,6-1 0,3-2 0,1-5 0,-1 1 0,1 1 0,3 0 0,-1 0 0,-2-1 0,-1 4 0,1 0 0,0 1 0,0-1 0,-1 2 0,-2 1 0,-2 1 0,-1 1 0,-5 0 0,-2 2 0,-2 0 0,-1 2 0,-2 0 0,-1 0 0,-1 0 0,0 0 0,0 0 0,0 0 0,-1 0 0,1 0 0,0 0 0,0 0 0,1 0 0,-1 0 0,1 0 0,-2 0 0,0 0 0,-1 0 0,-2 1 0,-4 3 0,-3 1 0,-3 5 0,-1 1 0,0 1 0,0 2 0,1-1 0,1-1 0,2-2 0,1-2 0,1-1 0,0 0 0,1 0 0,-1 0 0,1 0 0,-1-1 0,0 1 0,-1-1 0,1 0 0,1 1 0,0 0 0,0-2 0,0 2 0,0 0 0,0-1 0,0 1 0,0-1 0,0 1 0,0 1 0,0 0 0,0-1 0,0 0 0,0-1 0,0 1 0,0 0 0,0 0 0,1 0 0,1 0 0,-1 0 0,0 0 0,-1-1 0,2 0 0,-1-1 0,2 2 0,1 2 0,-2 2 0,-1-2 0,1 1 0,0 0 0,1 0 0,-1 1 0,0 1 0,2 0 0,-2 2 0,1-1 0,-1 1 0,0-1 0,2 2 0,-2 3 0,0 3 0,-1 3 0,0 2 0,1 3 0,1 2 0,-1 0 0,1 0 0,0-2 0,-1-2 0,0-1 0,0 0 0,0 0 0,2 0 0,-1 0 0,1 0 0,0 1 0,-2-1 0,0 0 0,-1 0 0,1-3 0,0 0 0,1 0 0,0 2 0,-1-1 0,1 2 0,-1-2 0,0-1 0,1 1 0,-1 1 0,1 0 0,-1 4 0,1 1 0,0-2 0,-1 1 0,1-4 0,0 0 0,-1-3 0,0 2 0,-1-2 0,1-3 0,0-1 0,-1-1 0,1 0 0,-2-1 0,2-2 0,0-2 0,-1-3 0,1 0 0,-2 0 0,1-1 0,1-1 0,1-1 0,-1 1 0,0 0 0,0-1 0,0-5 0,0 0 0,0-2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47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1 337 24575,'0'-10'0,"0"-1"0,0 2 0,0-3 0,0-3 0,0 1 0,0-3 0,0-2 0,0-2 0,1-3 0,1 3 0,2 2 0,1 3 0,2 1 0,1 2 0,0 3 0,2 0 0,0-1 0,2 0 0,1 0 0,-1 1 0,0 2 0,0 2 0,1 1 0,1 2 0,1 3 0,-3 0 0,0 0 0,0 0 0,0 0 0,2 0 0,3 0 0,2 0 0,3 0 0,4 0 0,1 0 0,4-3 0,2-1 0,-2-1 0,1 2 0,-2 3 0,-4 0 0,-4 0 0,-5 0 0,-2 0 0,0 0 0,-1 0 0,-1 1 0,-4 3 0,1 4 0,-2 3 0,-2 2 0,0 2 0,-2 2 0,-1 2 0,-1 0 0,-2-1 0,0 4 0,0 2 0,0 0 0,0 2 0,0-1 0,0-1 0,0-2 0,0-3 0,0 1 0,0 3 0,0 4 0,0 1 0,0 3 0,0-4 0,-1 2 0,-2-1 0,-2-1 0,-2 6 0,-3-1 0,-3 4 0,1-1 0,-1-1 0,1-2 0,0-4 0,-1 2 0,-1-4 0,-3 1 0,-2 1 0,0 0 0,1-1 0,3-2 0,0-3 0,0-3 0,-1 1 0,-2 0 0,-3 0 0,-3 1 0,2-2 0,-3-1 0,2-3 0,0 1 0,2-1 0,0 0 0,2-1 0,1-2 0,1 1 0,2-2 0,1-1 0,-1 1 0,3-2 0,0-1 0,2-2 0,-1 1 0,3-4 0,5-7 0,10-8 0,10-9 0,9-3 0,4 0 0,1 4 0,-2 1 0,-2 4 0,-3 0 0,-2-1 0,1 1 0,-2 0 0,-3 3 0,3 2 0,-1 2 0,7 1 0,4-2 0,1 1 0,-1 2 0,-3-2 0,0 1 0,-4 1 0,1 2 0,-1-1 0,1 1 0,1 0 0,2 1 0,0 3 0,-1 0 0,0 0 0,1 0 0,-1 0 0,3 0 0,3 0 0,1 3 0,0 4 0,-4 8 0,-3 4 0,-5 1 0,-2 1 0,-3 3 0,-1 0 0,-4 0 0,-4 2 0,-4 1 0,-3 3 0,-1 1 0,0-4 0,0-2 0,0 0 0,0-1 0,-1 0 0,-2-2 0,-1-3 0,-4 0 0,-2 0 0,-3 0 0,-1 3 0,-1 2 0,-1 4 0,-3 4 0,-2-1 0,-3 6 0,-4 1 0,-1 3 0,-2 4 0,-3-2 0,-2 0 0,0-6 0,-2-6 0,2-3 0,-2-4 0,1-4 0,0-2 0,-1-5 0,2-3 0,-2 0 0,1-2 0,1 0 0,2 0 0,0-1 0,3 1 0,3 0 0,1-1 0,5-4 0,2-1 0,2-2 0,10 1 0,2-1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4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0 1 24575,'4'99'0,"0"1"0,0 0 0,0-1 0,0 1 0,-1-25 0,0 0 0,2 16 0,0 26 0,0 5 0,0-15 0,-2-38 0,0-29 0,-1-1 0,1-2 0,0-2 0,2-3 0,-1-2 0,1-1 0,-1-3 0,-2-3 0,2-3 0,-2-1 0,1 0 0,-1-3 0,0-3 0,1-4 0,3 0 0,0 5 0,0 2 0,0 3 0,1 0 0,-1 4 0,0 0 0,-2 1 0,-1-1 0,0-4 0,0 0 0,-1-3 0,-1 0 0,0-4 0,-2 0 0,1 0 0,0-6 0,0-1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4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1 234 24575,'14'-6'0,"8"-1"0,6-3 0,5-4 0,1-5 0,-1 2 0,1-1 0,4 1 0,-2 0 0,-2 0 0,-1 4 0,1 0 0,0 2 0,0-1 0,-1 2 0,-3 1 0,-2 3 0,-1 0 0,-6 1 0,-3 2 0,-2 0 0,-2 3 0,-1 0 0,-2 0 0,-1 0 0,-1 0 0,1 0 0,-1 0 0,1 0 0,0 0 0,-1 0 0,0 0 0,2 0 0,-1 0 0,1 0 0,-2 0 0,-1 0 0,0 0 0,-4 1 0,-3 4 0,-5 3 0,-4 5 0,0 3 0,-1 1 0,1 2 0,0 0 0,2-3 0,2-2 0,2-3 0,1-1 0,0 1 0,1-1 0,-1-1 0,1 0 0,-1 0 0,-1 0 0,0-1 0,1 1 0,1 1 0,0-1 0,0-1 0,0 1 0,0 1 0,0-1 0,0 0 0,0 0 0,0 1 0,0 1 0,0-1 0,0 1 0,0-2 0,0-1 0,0 3 0,0-2 0,0 1 0,1 0 0,1 0 0,-1-1 0,1 2 0,-2-3 0,2-1 0,0 1 0,1 2 0,2 3 0,-3 1 0,0 0 0,0-1 0,0 1 0,2 0 0,-1 2 0,-1 1 0,2-1 0,-1 3 0,1 0 0,-1 0 0,-1-1 0,2 4 0,-1 3 0,-1 3 0,0 7 0,-1 0 0,2 6 0,-1 2 0,1 1 0,1-1 0,-1-3 0,0-2 0,0-2 0,-1 1 0,1-1 0,1 0 0,0 1 0,1-1 0,0 1 0,-3 0 0,0-1 0,-1 0 0,3-3 0,-2-2 0,1 2 0,0 1 0,0 0 0,1 2 0,-1-2 0,-1-2 0,1 1 0,0 2 0,1 1 0,-2 3 0,1 3 0,1-2 0,-2 0 0,2-5 0,0-1 0,-1-2 0,-1 1 0,-1-3 0,2-3 0,-1-1 0,0-3 0,0 1 0,-2-1 0,2-4 0,0-3 0,0-3 0,0 0 0,-2-1 0,2-1 0,0-1 0,1-1 0,0 1 0,-1 0 0,1-3 0,0-5 0,-1 0 0,0-4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5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1 337 24575,'0'-10'0,"0"-1"0,0 2 0,0-3 0,0-3 0,0 1 0,0-3 0,0-2 0,0-2 0,1-3 0,1 3 0,2 2 0,1 3 0,2 1 0,1 2 0,0 3 0,2 0 0,0-1 0,2 0 0,1 0 0,-1 1 0,0 2 0,0 2 0,1 1 0,1 2 0,1 3 0,-3 0 0,0 0 0,0 0 0,0 0 0,2 0 0,3 0 0,2 0 0,3 0 0,4 0 0,1 0 0,4-3 0,2-1 0,-2-1 0,1 2 0,-2 3 0,-4 0 0,-4 0 0,-5 0 0,-2 0 0,0 0 0,-1 0 0,-1 1 0,-4 3 0,1 4 0,-2 3 0,-2 2 0,0 2 0,-2 2 0,-1 2 0,-1 0 0,-2-1 0,0 4 0,0 2 0,0 0 0,0 2 0,0-1 0,0-1 0,0-2 0,0-3 0,0 1 0,0 3 0,0 4 0,0 1 0,0 3 0,0-4 0,-1 2 0,-2-1 0,-2-1 0,-2 6 0,-3-1 0,-3 4 0,1-1 0,-1-1 0,1-2 0,0-4 0,-1 2 0,-1-4 0,-3 1 0,-2 1 0,0 0 0,1-1 0,3-2 0,0-3 0,0-3 0,-1 1 0,-2 0 0,-3 0 0,-3 1 0,2-2 0,-3-1 0,2-3 0,0 1 0,2-1 0,0 0 0,2-1 0,1-2 0,1 1 0,2-2 0,1-1 0,-1 1 0,3-2 0,0-1 0,2-2 0,-1 1 0,3-4 0,5-7 0,10-8 0,10-9 0,9-3 0,4 0 0,1 4 0,-2 1 0,-2 4 0,-3 0 0,-2-1 0,1 1 0,-2 0 0,-3 3 0,3 2 0,-1 2 0,7 1 0,4-2 0,1 1 0,-1 2 0,-3-2 0,0 1 0,-4 1 0,1 2 0,-1-1 0,1 1 0,1 0 0,2 1 0,0 3 0,-1 0 0,0 0 0,1 0 0,-1 0 0,3 0 0,3 0 0,1 3 0,0 4 0,-4 8 0,-3 4 0,-5 1 0,-2 1 0,-3 3 0,-1 0 0,-4 0 0,-4 2 0,-4 1 0,-3 3 0,-1 1 0,0-4 0,0-2 0,0 0 0,0-1 0,-1 0 0,-2-2 0,-1-3 0,-4 0 0,-2 0 0,-3 0 0,-1 3 0,-1 2 0,-1 4 0,-3 4 0,-2-1 0,-3 6 0,-4 1 0,-1 3 0,-2 4 0,-3-2 0,-2 0 0,0-6 0,-2-6 0,2-3 0,-2-4 0,1-4 0,0-2 0,-1-5 0,2-3 0,-2 0 0,1-2 0,1 0 0,2 0 0,0-1 0,3 1 0,3 0 0,1-1 0,5-4 0,2-1 0,2-2 0,10 1 0,2-1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5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0 1 24575,'4'99'0,"0"1"0,0 0 0,0-1 0,0 1 0,-1-25 0,0 0 0,2 16 0,0 26 0,0 5 0,0-15 0,-2-38 0,0-29 0,-1-1 0,1-2 0,0-2 0,2-3 0,-1-2 0,1-1 0,-1-3 0,-2-3 0,2-3 0,-2-1 0,1 0 0,-1-3 0,0-3 0,1-4 0,3 0 0,0 5 0,0 2 0,0 3 0,1 0 0,-1 4 0,0 0 0,-2 1 0,-1-1 0,0-4 0,0 0 0,-1-3 0,-1 0 0,0-4 0,-2 0 0,1 0 0,0-6 0,0-1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5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1 234 24575,'14'-6'0,"8"-1"0,6-3 0,5-4 0,1-5 0,-1 2 0,1-1 0,4 1 0,-2 0 0,-2 0 0,-1 4 0,1 0 0,0 2 0,0-1 0,-1 2 0,-3 1 0,-2 3 0,-1 0 0,-6 1 0,-3 2 0,-2 0 0,-2 3 0,-1 0 0,-2 0 0,-1 0 0,-1 0 0,1 0 0,-1 0 0,1 0 0,0 0 0,-1 0 0,0 0 0,2 0 0,-1 0 0,1 0 0,-2 0 0,-1 0 0,0 0 0,-4 1 0,-3 4 0,-5 3 0,-4 5 0,0 3 0,-1 1 0,1 2 0,0 0 0,2-3 0,2-2 0,2-3 0,1-1 0,0 1 0,1-1 0,-1-1 0,1 0 0,-1 0 0,-1 0 0,0-1 0,1 1 0,1 1 0,0-1 0,0-1 0,0 1 0,0 1 0,0-1 0,0 0 0,0 0 0,0 1 0,0 1 0,0-1 0,0 1 0,0-2 0,0-1 0,0 3 0,0-2 0,0 1 0,1 0 0,1 0 0,-1-1 0,1 2 0,-2-3 0,2-1 0,0 1 0,1 2 0,2 3 0,-3 1 0,0 0 0,0-1 0,0 1 0,2 0 0,-1 2 0,-1 1 0,2-1 0,-1 3 0,1 0 0,-1 0 0,-1-1 0,2 4 0,-1 3 0,-1 3 0,0 7 0,-1 0 0,2 6 0,-1 2 0,1 1 0,1-1 0,-1-3 0,0-2 0,0-2 0,-1 1 0,1-1 0,1 0 0,0 1 0,1-1 0,0 1 0,-3 0 0,0-1 0,-1 0 0,3-3 0,-2-2 0,1 2 0,0 1 0,0 0 0,1 2 0,-1-2 0,-1-2 0,1 1 0,0 2 0,1 1 0,-2 3 0,1 3 0,1-2 0,-2 0 0,2-5 0,0-1 0,-1-2 0,-1 1 0,-1-3 0,2-3 0,-1-1 0,0-3 0,0 1 0,-2-1 0,2-4 0,0-3 0,0-3 0,0 0 0,-2-1 0,2-1 0,0-1 0,1-1 0,0 1 0,-1 0 0,1-3 0,0-5 0,-1 0 0,0-4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5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26 0 24575,'0'46'0,"0"14"0,0 21 0,-1 19 0,-2 5 0,-3 1 0,-1-5 0,2-5 0,2-3 0,2-7 0,1-3 0,0 4 0,0 3 0,0-2 0,0-3 0,0-9 0,0-8 0,0-6 0,0-13 0,0-5 0,0-7 0,0-2 0,0-1 0,2-1 0,2-3 0,4 2 0,3-2 0,0 0 0,1 0 0,1-3 0,1 3 0,3-3 0,1-2 0,0-3 0,2-7 0,-2-6 0,2-5 0,0-4 0,1 0 0,2 0 0,2 0 0,0 0 0,0-4 0,-1-5 0,-1-4 0,3-4 0,0-1 0,1-1 0,2-7 0,-2 0 0,2-3 0,3-4 0,1-1 0,3-3 0,3 3 0,1 2 0,1 4 0,3 3 0,1-4 0,1-3 0,-1 0 0,-1-1 0,-6 5 0,0 1 0,0 3 0,-3 1 0,2-1 0,0 1 0,-6 0 0,-2 1 0,-5 3 0,-6 4 0,-4 4 0,-3 3 0,-4 3 0,-4 2 0,-1 3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56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 0 24575,'0'25'0,"0"23"0,0 24 0,0 28 0,0-44 0,0 0 0,1-1 0,1 1 0,1 1 0,0 1 0,6 49 0,1 1 0,0-7 0,-1-4 0,0-6 0,0-4 0,2-2 0,0-5 0,-2-5 0,1-5 0,-2-2 0,0-4 0,0-5 0,0-4 0,-1-5 0,-1-2 0,2 0 0,-3-5 0,0-4 0,0-2 0,-3-8 0,1-3 0,0-3 0,-1-5 0,2 0 0,-1 0 0,-2-2 0,1-1 0,-1-5 0,1-1 0,0 2 0,-1-1 0,-1 2 0,3-2 0,-1-1 0,0 1 0,0-2 0,-1 1 0,0-1 0,1 1 0,-1 1 0,0 0 0,0 0 0,-1-3 0,0 3 0,0 2 0,0 2 0,0 0 0,0-1 0,0-1 0,0-2 0,0 0 0,0-5 0,0-1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57"/>
    </inkml:context>
    <inkml:brush xml:id="br0">
      <inkml:brushProperty name="width" value="0.05292" units="cm"/>
      <inkml:brushProperty name="height" value="0.05292" units="cm"/>
      <inkml:brushProperty name="color" value="#5048DE"/>
    </inkml:brush>
  </inkml:definitions>
  <inkml:trace contextRef="#ctx0" brushRef="#br0">1 183 24575,'0'-5'0,"0"-1"0,0 1 0,0-2 0,0-1 0,0 1 0,0-2 0,0-2 0,0 0 0,0-2 0,1 1 0,2 2 0,0 1 0,0 1 0,2 1 0,-1 2 0,1-1 0,1 1 0,0-1 0,1 0 0,0 0 0,-1 2 0,1 0 0,0 2 0,1 0 0,-1 2 0,0 0 0,0 0 0,-1 0 0,0 0 0,2 0 0,1 0 0,1 0 0,2 0 0,2 0 0,1 0 0,1-2 0,2 0 0,-1 0 0,1 0 0,-2 2 0,-2 0 0,-2 0 0,-3 0 0,-1 0 0,0 0 0,0 0 0,-2 1 0,0 1 0,-1 2 0,-1 2 0,-1 1 0,1 1 0,-2 1 0,-1 2 0,0-1 0,-1 0 0,0 2 0,0 1 0,0 0 0,0 1 0,0 0 0,0-2 0,0 1 0,0-3 0,0 1 0,0 1 0,0 2 0,0 2 0,0 1 0,0-3 0,0 2 0,-1-1 0,-2 0 0,-1 3 0,-2-1 0,0 3 0,-1-1 0,0-1 0,0-1 0,1-1 0,-1 0 0,-1-2 0,-1 1 0,-1 0 0,0 0 0,0 0 0,2-2 0,0-1 0,0-1 0,-1-1 0,-1 1 0,-1 0 0,-2 1 0,1-2 0,-1-1 0,0 0 0,1-1 0,0 1 0,1-1 0,1-1 0,0 0 0,1 0 0,1-1 0,0-1 0,0 1 0,2-1 0,-1-1 0,2 0 0,-1-1 0,1-1 0,4-4 0,4-5 0,7-4 0,4-2 0,2 0 0,1 2 0,-1 1 0,-2 2 0,-1 0 0,-1-1 0,0 1 0,0-1 0,-3 3 0,3 1 0,-1 0 0,3 1 0,3 0 0,0 0 0,0 0 0,-2-1 0,0 2 0,-2-1 0,1 3 0,-1-2 0,0 1 0,1 0 0,1 0 0,0 2 0,0 0 0,0 0 0,0 0 0,-1 0 0,2 0 0,3 0 0,-1 1 0,0 3 0,-2 4 0,-1 2 0,-3 1 0,-1 1 0,-2 1 0,-1 0 0,-1 0 0,-2 1 0,-3 1 0,-2 1 0,0 1 0,0-2 0,0-2 0,0 0 0,0 0 0,-1 0 0,0 0 0,-1-3 0,-3 0 0,0 0 0,-2 1 0,-1 1 0,0 1 0,-1 2 0,-1 2 0,-1 0 0,-2 3 0,-2 1 0,-1 1 0,-1 2 0,-1 0 0,-1-1 0,-1-3 0,0-3 0,0-2 0,0-2 0,0-2 0,0-1 0,-1-3 0,2-2 0,-2 1 0,1-2 0,1 1 0,0-1 0,1 0 0,1 0 0,2 0 0,1 0 0,1-2 0,3-1 0,0-1 0,6 0 0,1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58"/>
    </inkml:context>
    <inkml:brush xml:id="br0">
      <inkml:brushProperty name="width" value="0.05292" units="cm"/>
      <inkml:brushProperty name="height" value="0.05292" units="cm"/>
      <inkml:brushProperty name="color" value="#5048DE"/>
    </inkml:brush>
  </inkml:definitions>
  <inkml:trace contextRef="#ctx0" brushRef="#br0">0 1 24575,'2'54'0,"0"0"0,0 0 0,0 0 0,1 0 0,-2-13 0,1 0 0,1 8 0,-1 14 0,1 4 0,0-10 0,-1-19 0,-1-16 0,0-1 0,1-1 0,-1-1 0,2-2 0,0 0 0,-1-2 0,0-1 0,-1-1 0,2-2 0,-2-1 0,0 0 0,0-1 0,0-2 0,1-2 0,1 0 0,0 3 0,1 0 0,-1 3 0,1-1 0,-1 2 0,0 1 0,-1 0 0,0-1 0,0-2 0,-1 1 0,0-2 0,0-1 0,-1-1 0,0-1 0,0 1 0,0-4 0,0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5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1 128 24575,'8'-4'0,"3"0"0,5-1 0,2-3 0,0-2 0,0 1 0,0-1 0,2 1 0,0 0 0,-2-1 0,0 3 0,1 0 0,-1 1 0,0 0 0,0 0 0,-1 2 0,-2 0 0,-1 1 0,-3 0 0,-1 1 0,-1 1 0,-1 1 0,-2 0 0,0 0 0,0 0 0,-1 0 0,0 0 0,0 0 0,0 0 0,0 0 0,0 0 0,1 0 0,-1 0 0,1 0 0,0 0 0,-2 0 0,1 0 0,-1 0 0,-2 1 0,-1 2 0,-3 1 0,-3 3 0,1 1 0,-1 2 0,1 0 0,0 0 0,0-1 0,2-2 0,1-1 0,0 0 0,1 0 0,0-1 0,0 0 0,0 0 0,-1 0 0,0 0 0,0-1 0,0 1 0,1 0 0,0 0 0,0 0 0,0 0 0,0 0 0,0 0 0,0 0 0,0 0 0,0 0 0,0 1 0,0 0 0,0-1 0,0 0 0,0 0 0,0 0 0,0 1 0,0-1 0,1 0 0,0 1 0,0-1 0,-1 0 0,0 0 0,1-1 0,1 0 0,0 1 0,0 2 0,-1 1 0,0 0 0,0-1 0,1 0 0,-1 1 0,1 1 0,-1 0 0,2 0 0,-2 1 0,1 0 0,0 0 0,-1 0 0,1 2 0,0 2 0,-1 1 0,0 4 0,-1 0 0,2 3 0,-1 2 0,1-1 0,0 1 0,0-2 0,-1-2 0,1 0 0,-1-1 0,0 1 0,2 0 0,-1 0 0,0-1 0,1 2 0,-2-1 0,0-1 0,0 0 0,1-1 0,-1-1 0,1 1 0,-1 1 0,1-1 0,0 2 0,-1-2 0,1 0 0,0-1 0,-1 2 0,1 1 0,-1 1 0,1 2 0,0-2 0,-1 1 0,1-3 0,0 0 0,0-2 0,-1 1 0,0-2 0,0-1 0,0-1 0,0-2 0,0 1 0,-1 0 0,2-3 0,-1-1 0,0-2 0,0 0 0,-1 0 0,1-2 0,0 1 0,1-1 0,-1 0 0,0 0 0,1-1 0,-1-2 0,1-2 0,-1-1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6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14 0 24575,'0'25'0,"0"7"0,0 12 0,-1 11 0,0 1 0,-2 2 0,-1-3 0,1-3 0,1-2 0,2-3 0,0-2 0,0 2 0,0 2 0,0-1 0,0-2 0,0-5 0,0-4 0,0-3 0,0-8 0,0-2 0,0-3 0,0-3 0,0 1 0,1-2 0,1 0 0,3 0 0,0 0 0,1-1 0,1 0 0,0-1 0,0 1 0,3-1 0,0-2 0,-1-1 0,2-3 0,-1-4 0,0-4 0,1-1 0,1 1 0,0-1 0,1 0 0,1 0 0,0-2 0,-1-3 0,-1-2 0,2-3 0,0 0 0,1 0 0,0-4 0,0 0 0,0-2 0,3-2 0,0 0 0,1-2 0,2 1 0,1 2 0,0 2 0,2 1 0,0-2 0,1-1 0,-1 0 0,0-1 0,-3 3 0,-1 0 0,1 2 0,-2 0 0,1 1 0,-1-1 0,-1 1 0,-3 0 0,-2 1 0,-3 3 0,-3 2 0,-1 2 0,-2 1 0,-2 2 0,-1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61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 0 24575,'0'13'0,"0"14"0,0 12 0,0 15 0,0-24 0,0 0 0,1 1 0,0-1 0,0 1 0,1 0 0,3 28 0,0-1 0,0-3 0,0-2 0,1-4 0,-2-2 0,2-1 0,0-3 0,-1-2 0,0-3 0,0-1 0,-1-2 0,0-3 0,0-3 0,0-1 0,0-2 0,0 0 0,-1-3 0,-1-2 0,1-1 0,-2-4 0,1-2 0,-1-2 0,1-2 0,0 0 0,-1 0 0,0-2 0,0 1 0,-1-4 0,1 0 0,0 1 0,0-1 0,-1 2 0,1-2 0,1 0 0,-1 1 0,0-2 0,-1 1 0,1-1 0,0 1 0,0 1 0,-1-1 0,1 1 0,-1-3 0,0 3 0,0 0 0,0 2 0,0 0 0,0-1 0,0-1 0,0-1 0,0 1 0,0-4 0,0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62"/>
    </inkml:context>
    <inkml:brush xml:id="br0">
      <inkml:brushProperty name="width" value="0.05292" units="cm"/>
      <inkml:brushProperty name="height" value="0.05292" units="cm"/>
      <inkml:brushProperty name="color" value="#5048DE"/>
    </inkml:brush>
  </inkml:definitions>
  <inkml:trace contextRef="#ctx0" brushRef="#br0">1 183 24575,'0'-5'0,"0"-1"0,0 1 0,0-2 0,0-1 0,0 1 0,0-2 0,0-2 0,0 0 0,0-2 0,1 1 0,2 2 0,0 1 0,0 1 0,2 1 0,-1 2 0,1-1 0,1 1 0,0-1 0,1 0 0,0 0 0,-1 2 0,1 0 0,0 2 0,1 0 0,-1 2 0,0 0 0,0 0 0,-1 0 0,0 0 0,2 0 0,1 0 0,1 0 0,2 0 0,2 0 0,1 0 0,1-2 0,2 0 0,-1 0 0,1 0 0,-2 2 0,-2 0 0,-2 0 0,-3 0 0,-1 0 0,0 0 0,0 0 0,-2 1 0,0 1 0,-1 2 0,-1 2 0,-1 1 0,1 1 0,-2 1 0,-1 2 0,0-1 0,-1 0 0,0 2 0,0 1 0,0 0 0,0 1 0,0 0 0,0-2 0,0 1 0,0-3 0,0 1 0,0 1 0,0 2 0,0 2 0,0 1 0,0-3 0,0 2 0,-1-1 0,-2 0 0,-1 3 0,-2-1 0,0 3 0,-1-1 0,0-1 0,0-1 0,1-1 0,-1 0 0,-1-2 0,-1 1 0,-1 0 0,0 0 0,0 0 0,2-2 0,0-1 0,0-1 0,-1-1 0,-1 1 0,-1 0 0,-2 1 0,1-2 0,-1-1 0,0 0 0,1-1 0,0 1 0,1-1 0,1-1 0,0 0 0,1 0 0,1-1 0,0-1 0,0 1 0,2-1 0,-1-1 0,2 0 0,-1-1 0,1-1 0,4-4 0,4-5 0,7-4 0,4-2 0,2 0 0,1 2 0,-1 1 0,-2 2 0,-1 0 0,-1-1 0,0 1 0,0-1 0,-3 3 0,3 1 0,-1 0 0,3 1 0,3 0 0,0 0 0,0 0 0,-2-1 0,0 2 0,-2-1 0,1 3 0,-1-2 0,0 1 0,1 0 0,1 0 0,0 2 0,0 0 0,0 0 0,0 0 0,-1 0 0,2 0 0,3 0 0,-1 1 0,0 3 0,-2 4 0,-1 2 0,-3 1 0,-1 1 0,-2 1 0,-1 0 0,-1 0 0,-2 1 0,-3 1 0,-2 1 0,0 1 0,0-2 0,0-2 0,0 0 0,0 0 0,-1 0 0,0 0 0,-1-3 0,-3 0 0,0 0 0,-2 1 0,-1 1 0,0 1 0,-1 2 0,-1 2 0,-1 0 0,-2 3 0,-2 1 0,-1 1 0,-1 2 0,-1 0 0,-1-1 0,-1-3 0,0-3 0,0-2 0,0-2 0,0-2 0,0-1 0,-1-3 0,2-2 0,-2 1 0,1-2 0,1 1 0,0-1 0,1 0 0,1 0 0,2 0 0,1 0 0,1-2 0,3-1 0,0-1 0,6 0 0,1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6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0 1 24575,'2'54'0,"0"0"0,0 0 0,0 0 0,1 0 0,-2-13 0,1 0 0,1 8 0,-1 14 0,1 4 0,0-10 0,-1-19 0,-1-16 0,0-1 0,1-1 0,-1-1 0,2-2 0,0 0 0,-1-2 0,0-1 0,-1-1 0,2-2 0,-2-1 0,0 0 0,0-1 0,0-2 0,1-2 0,1 0 0,0 3 0,1 0 0,-1 3 0,1-1 0,-1 2 0,0 1 0,-1 0 0,0-1 0,0-2 0,-1 1 0,0-2 0,0-1 0,-1-1 0,0-1 0,0 1 0,0-4 0,0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64"/>
    </inkml:context>
    <inkml:brush xml:id="br0">
      <inkml:brushProperty name="width" value="0.05292" units="cm"/>
      <inkml:brushProperty name="height" value="0.05292" units="cm"/>
      <inkml:brushProperty name="color" value="#5048DE"/>
    </inkml:brush>
  </inkml:definitions>
  <inkml:trace contextRef="#ctx0" brushRef="#br0">1 128 24575,'8'-4'0,"3"0"0,5-1 0,2-3 0,0-2 0,0 1 0,0-1 0,2 1 0,0 0 0,-2-1 0,0 3 0,1 0 0,-1 1 0,0 0 0,0 0 0,-1 2 0,-2 0 0,-1 1 0,-3 0 0,-1 1 0,-1 1 0,-1 1 0,-2 0 0,0 0 0,0 0 0,-1 0 0,0 0 0,0 0 0,0 0 0,0 0 0,0 0 0,1 0 0,-1 0 0,1 0 0,0 0 0,-2 0 0,1 0 0,-1 0 0,-2 1 0,-1 2 0,-3 1 0,-3 3 0,1 1 0,-1 2 0,1 0 0,0 0 0,0-1 0,2-2 0,1-1 0,0 0 0,1 0 0,0-1 0,0 0 0,0 0 0,-1 0 0,0 0 0,0-1 0,0 1 0,1 0 0,0 0 0,0 0 0,0 0 0,0 0 0,0 0 0,0 0 0,0 0 0,0 0 0,0 1 0,0 0 0,0-1 0,0 0 0,0 0 0,0 0 0,0 1 0,0-1 0,1 0 0,0 1 0,0-1 0,-1 0 0,0 0 0,1-1 0,1 0 0,0 1 0,0 2 0,-1 1 0,0 0 0,0-1 0,1 0 0,-1 1 0,1 1 0,-1 0 0,2 0 0,-2 1 0,1 0 0,0 0 0,-1 0 0,1 2 0,0 2 0,-1 1 0,0 4 0,-1 0 0,2 3 0,-1 2 0,1-1 0,0 1 0,0-2 0,-1-2 0,1 0 0,-1-1 0,0 1 0,2 0 0,-1 0 0,0-1 0,1 2 0,-2-1 0,0-1 0,0 0 0,1-1 0,-1-1 0,1 1 0,-1 1 0,1-1 0,0 2 0,-1-2 0,1 0 0,0-1 0,-1 2 0,1 1 0,-1 1 0,1 2 0,0-2 0,-1 1 0,1-3 0,0 0 0,0-2 0,-1 1 0,0-2 0,0-1 0,0-1 0,0-2 0,0 1 0,-1 0 0,2-3 0,-1-1 0,0-2 0,0 0 0,-1 0 0,1-2 0,0 1 0,1-1 0,-1 0 0,0 0 0,1-1 0,-1-2 0,1-2 0,-1-1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6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14 0 24575,'0'25'0,"0"7"0,0 12 0,-1 11 0,0 1 0,-2 2 0,-1-3 0,1-3 0,1-2 0,2-3 0,0-2 0,0 2 0,0 2 0,0-1 0,0-2 0,0-5 0,0-4 0,0-3 0,0-8 0,0-2 0,0-3 0,0-3 0,0 1 0,1-2 0,1 0 0,3 0 0,0 0 0,1-1 0,1 0 0,0-1 0,0 1 0,3-1 0,0-2 0,-1-1 0,2-3 0,-1-4 0,0-4 0,1-1 0,1 1 0,0-1 0,1 0 0,1 0 0,0-2 0,-1-3 0,-1-2 0,2-3 0,0 0 0,1 0 0,0-4 0,0 0 0,0-2 0,3-2 0,0 0 0,1-2 0,2 1 0,1 2 0,0 2 0,2 1 0,0-2 0,1-1 0,-1 0 0,0-1 0,-3 3 0,-1 0 0,1 2 0,-2 0 0,1 1 0,-1-1 0,-1 1 0,-3 0 0,-2 1 0,-3 3 0,-3 2 0,-1 2 0,-2 1 0,-2 2 0,-1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66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 0 24575,'0'13'0,"0"14"0,0 12 0,0 15 0,0-24 0,0 0 0,1 1 0,0-1 0,0 1 0,1 0 0,3 28 0,0-1 0,0-3 0,0-2 0,1-4 0,-2-2 0,2-1 0,0-3 0,-1-2 0,0-3 0,0-1 0,-1-2 0,0-3 0,0-3 0,0-1 0,0-2 0,0 0 0,-1-3 0,-1-2 0,1-1 0,-2-4 0,1-2 0,-1-2 0,1-2 0,0 0 0,-1 0 0,0-2 0,0 1 0,-1-4 0,1 0 0,0 1 0,0-1 0,-1 2 0,1-2 0,1 0 0,-1 1 0,0-2 0,-1 1 0,1-1 0,0 1 0,0 1 0,-1-1 0,1 1 0,-1-3 0,0 3 0,0 0 0,0 2 0,0 0 0,0-1 0,0-1 0,0-1 0,0 1 0,0-4 0,0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67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1 183 24575,'0'-5'0,"0"-1"0,0 1 0,0-2 0,0-1 0,0 1 0,0-2 0,0-2 0,0 0 0,0-2 0,1 1 0,2 2 0,0 1 0,0 1 0,2 1 0,-1 2 0,1-1 0,1 1 0,0-1 0,1 0 0,0 0 0,-1 2 0,1 0 0,0 2 0,1 0 0,-1 2 0,0 0 0,0 0 0,-1 0 0,0 0 0,2 0 0,1 0 0,1 0 0,2 0 0,2 0 0,1 0 0,1-2 0,2 0 0,-1 0 0,1 0 0,-2 2 0,-2 0 0,-2 0 0,-3 0 0,-1 0 0,0 0 0,0 0 0,-2 1 0,0 1 0,-1 2 0,-1 2 0,-1 1 0,1 1 0,-2 1 0,-1 2 0,0-1 0,-1 0 0,0 2 0,0 1 0,0 0 0,0 1 0,0 0 0,0-2 0,0 1 0,0-3 0,0 1 0,0 1 0,0 2 0,0 2 0,0 1 0,0-3 0,0 2 0,-1-1 0,-2 0 0,-1 3 0,-2-1 0,0 3 0,-1-1 0,0-1 0,0-1 0,1-1 0,-1 0 0,-1-2 0,-1 1 0,-1 0 0,0 0 0,0 0 0,2-2 0,0-1 0,0-1 0,-1-1 0,-1 1 0,-1 0 0,-2 1 0,1-2 0,-1-1 0,0 0 0,1-1 0,0 1 0,1-1 0,1-1 0,0 0 0,1 0 0,1-1 0,0-1 0,0 1 0,2-1 0,-1-1 0,2 0 0,-1-1 0,1-1 0,4-4 0,4-5 0,7-4 0,4-2 0,2 0 0,1 2 0,-1 1 0,-2 2 0,-1 0 0,-1-1 0,0 1 0,0-1 0,-3 3 0,3 1 0,-1 0 0,3 1 0,3 0 0,0 0 0,0 0 0,-2-1 0,0 2 0,-2-1 0,1 3 0,-1-2 0,0 1 0,1 0 0,1 0 0,0 2 0,0 0 0,0 0 0,0 0 0,-1 0 0,2 0 0,3 0 0,-1 1 0,0 3 0,-2 4 0,-1 2 0,-3 1 0,-1 1 0,-2 1 0,-1 0 0,-1 0 0,-2 1 0,-3 1 0,-2 1 0,0 1 0,0-2 0,0-2 0,0 0 0,0 0 0,-1 0 0,0 0 0,-1-3 0,-3 0 0,0 0 0,-2 1 0,-1 1 0,0 1 0,-1 2 0,-1 2 0,-1 0 0,-2 3 0,-2 1 0,-1 1 0,-1 2 0,-1 0 0,-1-1 0,-1-3 0,0-3 0,0-2 0,0-2 0,0-2 0,0-1 0,-1-3 0,2-2 0,-2 1 0,1-2 0,1 1 0,0-1 0,1 0 0,1 0 0,2 0 0,1 0 0,1-2 0,3-1 0,0-1 0,6 0 0,1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6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0 1 24575,'2'54'0,"0"0"0,0 0 0,0 0 0,1 0 0,-2-13 0,1 0 0,1 8 0,-1 14 0,1 4 0,0-10 0,-1-19 0,-1-16 0,0-1 0,1-1 0,-1-1 0,2-2 0,0 0 0,-1-2 0,0-1 0,-1-1 0,2-2 0,-2-1 0,0 0 0,0-1 0,0-2 0,1-2 0,1 0 0,0 3 0,1 0 0,-1 3 0,1-1 0,-1 2 0,0 1 0,-1 0 0,0-1 0,0-2 0,-1 1 0,0-2 0,0-1 0,-1-1 0,0-1 0,0 1 0,0-4 0,0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69"/>
    </inkml:context>
    <inkml:brush xml:id="br0">
      <inkml:brushProperty name="width" value="0.05292" units="cm"/>
      <inkml:brushProperty name="height" value="0.05292" units="cm"/>
      <inkml:brushProperty name="color" value="#5048DE"/>
    </inkml:brush>
  </inkml:definitions>
  <inkml:trace contextRef="#ctx0" brushRef="#br0">1 128 24575,'8'-4'0,"3"0"0,5-1 0,2-3 0,0-2 0,0 1 0,0-1 0,2 1 0,0 0 0,-2-1 0,0 3 0,1 0 0,-1 1 0,0 0 0,0 0 0,-1 2 0,-2 0 0,-1 1 0,-3 0 0,-1 1 0,-1 1 0,-1 1 0,-2 0 0,0 0 0,0 0 0,-1 0 0,0 0 0,0 0 0,0 0 0,0 0 0,0 0 0,1 0 0,-1 0 0,1 0 0,0 0 0,-2 0 0,1 0 0,-1 0 0,-2 1 0,-1 2 0,-3 1 0,-3 3 0,1 1 0,-1 2 0,1 0 0,0 0 0,0-1 0,2-2 0,1-1 0,0 0 0,1 0 0,0-1 0,0 0 0,0 0 0,-1 0 0,0 0 0,0-1 0,0 1 0,1 0 0,0 0 0,0 0 0,0 0 0,0 0 0,0 0 0,0 0 0,0 0 0,0 0 0,0 1 0,0 0 0,0-1 0,0 0 0,0 0 0,0 0 0,0 1 0,0-1 0,1 0 0,0 1 0,0-1 0,-1 0 0,0 0 0,1-1 0,1 0 0,0 1 0,0 2 0,-1 1 0,0 0 0,0-1 0,1 0 0,-1 1 0,1 1 0,-1 0 0,2 0 0,-2 1 0,1 0 0,0 0 0,-1 0 0,1 2 0,0 2 0,-1 1 0,0 4 0,-1 0 0,2 3 0,-1 2 0,1-1 0,0 1 0,0-2 0,-1-2 0,1 0 0,-1-1 0,0 1 0,2 0 0,-1 0 0,0-1 0,1 2 0,-2-1 0,0-1 0,0 0 0,1-1 0,-1-1 0,1 1 0,-1 1 0,1-1 0,0 2 0,-1-2 0,1 0 0,0-1 0,-1 2 0,1 1 0,-1 1 0,1 2 0,0-2 0,-1 1 0,1-3 0,0 0 0,0-2 0,-1 1 0,0-2 0,0-1 0,0-1 0,0-2 0,0 1 0,-1 0 0,2-3 0,-1-1 0,0-2 0,0 0 0,-1 0 0,1-2 0,0 1 0,1-1 0,-1 0 0,0 0 0,1-1 0,-1-2 0,1-2 0,-1-1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70"/>
    </inkml:context>
    <inkml:brush xml:id="br0">
      <inkml:brushProperty name="width" value="0.05292" units="cm"/>
      <inkml:brushProperty name="height" value="0.05292" units="cm"/>
      <inkml:brushProperty name="color" value="#5048DE"/>
    </inkml:brush>
  </inkml:definitions>
  <inkml:trace contextRef="#ctx0" brushRef="#br0">14 0 24575,'0'25'0,"0"7"0,0 12 0,-1 11 0,0 1 0,-2 2 0,-1-3 0,1-3 0,1-2 0,2-3 0,0-2 0,0 2 0,0 2 0,0-1 0,0-2 0,0-5 0,0-4 0,0-3 0,0-8 0,0-2 0,0-3 0,0-3 0,0 1 0,1-2 0,1 0 0,3 0 0,0 0 0,1-1 0,1 0 0,0-1 0,0 1 0,3-1 0,0-2 0,-1-1 0,2-3 0,-1-4 0,0-4 0,1-1 0,1 1 0,0-1 0,1 0 0,1 0 0,0-2 0,-1-3 0,-1-2 0,2-3 0,0 0 0,1 0 0,0-4 0,0 0 0,0-2 0,3-2 0,0 0 0,1-2 0,2 1 0,1 2 0,0 2 0,2 1 0,0-2 0,1-1 0,-1 0 0,0-1 0,-3 3 0,-1 0 0,1 2 0,-2 0 0,1 1 0,-1-1 0,-1 1 0,-3 0 0,-2 1 0,-3 3 0,-3 2 0,-1 2 0,-2 1 0,-2 2 0,-1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71"/>
    </inkml:context>
    <inkml:brush xml:id="br0">
      <inkml:brushProperty name="width" value="0.05292" units="cm"/>
      <inkml:brushProperty name="height" value="0.05292" units="cm"/>
      <inkml:brushProperty name="color" value="#5048DE"/>
    </inkml:brush>
  </inkml:definitions>
  <inkml:trace contextRef="#ctx0" brushRef="#br0">1 0 24575,'0'13'0,"0"14"0,0 12 0,0 15 0,0-24 0,0 0 0,1 1 0,0-1 0,0 1 0,1 0 0,3 28 0,0-1 0,0-3 0,0-2 0,1-4 0,-2-2 0,2-1 0,0-3 0,-1-2 0,0-3 0,0-1 0,-1-2 0,0-3 0,0-3 0,0-1 0,0-2 0,0 0 0,-1-3 0,-1-2 0,1-1 0,-2-4 0,1-2 0,-1-2 0,1-2 0,0 0 0,-1 0 0,0-2 0,0 1 0,-1-4 0,1 0 0,0 1 0,0-1 0,-1 2 0,1-2 0,1 0 0,-1 1 0,0-2 0,-1 1 0,1-1 0,0 1 0,0 1 0,-1-1 0,1 1 0,-1-3 0,0 3 0,0 0 0,0 2 0,0 0 0,0-1 0,0-1 0,0-1 0,0 1 0,0-4 0,0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7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1 183 24575,'0'-5'0,"0"-1"0,0 1 0,0-2 0,0-1 0,0 1 0,0-2 0,0-2 0,0 0 0,0-2 0,1 1 0,2 2 0,0 1 0,0 1 0,2 1 0,-1 2 0,1-1 0,1 1 0,0-1 0,1 0 0,0 0 0,-1 2 0,1 0 0,0 2 0,1 0 0,-1 2 0,0 0 0,0 0 0,-1 0 0,0 0 0,2 0 0,1 0 0,1 0 0,2 0 0,2 0 0,1 0 0,1-2 0,2 0 0,-1 0 0,1 0 0,-2 2 0,-2 0 0,-2 0 0,-3 0 0,-1 0 0,0 0 0,0 0 0,-2 1 0,0 1 0,-1 2 0,-1 2 0,-1 1 0,1 1 0,-2 1 0,-1 2 0,0-1 0,-1 0 0,0 2 0,0 1 0,0 0 0,0 1 0,0 0 0,0-2 0,0 1 0,0-3 0,0 1 0,0 1 0,0 2 0,0 2 0,0 1 0,0-3 0,0 2 0,-1-1 0,-2 0 0,-1 3 0,-2-1 0,0 3 0,-1-1 0,0-1 0,0-1 0,1-1 0,-1 0 0,-1-2 0,-1 1 0,-1 0 0,0 0 0,0 0 0,2-2 0,0-1 0,0-1 0,-1-1 0,-1 1 0,-1 0 0,-2 1 0,1-2 0,-1-1 0,0 0 0,1-1 0,0 1 0,1-1 0,1-1 0,0 0 0,1 0 0,1-1 0,0-1 0,0 1 0,2-1 0,-1-1 0,2 0 0,-1-1 0,1-1 0,4-4 0,4-5 0,7-4 0,4-2 0,2 0 0,1 2 0,-1 1 0,-2 2 0,-1 0 0,-1-1 0,0 1 0,0-1 0,-3 3 0,3 1 0,-1 0 0,3 1 0,3 0 0,0 0 0,0 0 0,-2-1 0,0 2 0,-2-1 0,1 3 0,-1-2 0,0 1 0,1 0 0,1 0 0,0 2 0,0 0 0,0 0 0,0 0 0,-1 0 0,2 0 0,3 0 0,-1 1 0,0 3 0,-2 4 0,-1 2 0,-3 1 0,-1 1 0,-2 1 0,-1 0 0,-1 0 0,-2 1 0,-3 1 0,-2 1 0,0 1 0,0-2 0,0-2 0,0 0 0,0 0 0,-1 0 0,0 0 0,-1-3 0,-3 0 0,0 0 0,-2 1 0,-1 1 0,0 1 0,-1 2 0,-1 2 0,-1 0 0,-2 3 0,-2 1 0,-1 1 0,-1 2 0,-1 0 0,-1-1 0,-1-3 0,0-3 0,0-2 0,0-2 0,0-2 0,0-1 0,-1-3 0,2-2 0,-2 1 0,1-2 0,1 1 0,0-1 0,1 0 0,1 0 0,2 0 0,1 0 0,1-2 0,3-1 0,0-1 0,6 0 0,1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7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0 1 24575,'2'54'0,"0"0"0,0 0 0,0 0 0,1 0 0,-2-13 0,1 0 0,1 8 0,-1 14 0,1 4 0,0-10 0,-1-19 0,-1-16 0,0-1 0,1-1 0,-1-1 0,2-2 0,0 0 0,-1-2 0,0-1 0,-1-1 0,2-2 0,-2-1 0,0 0 0,0-1 0,0-2 0,1-2 0,1 0 0,0 3 0,1 0 0,-1 3 0,1-1 0,-1 2 0,0 1 0,-1 0 0,0-1 0,0-2 0,-1 1 0,0-2 0,0-1 0,-1-1 0,0-1 0,0 1 0,0-4 0,0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7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1 128 24575,'8'-4'0,"3"0"0,5-1 0,2-3 0,0-2 0,0 1 0,0-1 0,2 1 0,0 0 0,-2-1 0,0 3 0,1 0 0,-1 1 0,0 0 0,0 0 0,-1 2 0,-2 0 0,-1 1 0,-3 0 0,-1 1 0,-1 1 0,-1 1 0,-2 0 0,0 0 0,0 0 0,-1 0 0,0 0 0,0 0 0,0 0 0,0 0 0,0 0 0,1 0 0,-1 0 0,1 0 0,0 0 0,-2 0 0,1 0 0,-1 0 0,-2 1 0,-1 2 0,-3 1 0,-3 3 0,1 1 0,-1 2 0,1 0 0,0 0 0,0-1 0,2-2 0,1-1 0,0 0 0,1 0 0,0-1 0,0 0 0,0 0 0,-1 0 0,0 0 0,0-1 0,0 1 0,1 0 0,0 0 0,0 0 0,0 0 0,0 0 0,0 0 0,0 0 0,0 0 0,0 0 0,0 1 0,0 0 0,0-1 0,0 0 0,0 0 0,0 0 0,0 1 0,0-1 0,1 0 0,0 1 0,0-1 0,-1 0 0,0 0 0,1-1 0,1 0 0,0 1 0,0 2 0,-1 1 0,0 0 0,0-1 0,1 0 0,-1 1 0,1 1 0,-1 0 0,2 0 0,-2 1 0,1 0 0,0 0 0,-1 0 0,1 2 0,0 2 0,-1 1 0,0 4 0,-1 0 0,2 3 0,-1 2 0,1-1 0,0 1 0,0-2 0,-1-2 0,1 0 0,-1-1 0,0 1 0,2 0 0,-1 0 0,0-1 0,1 2 0,-2-1 0,0-1 0,0 0 0,1-1 0,-1-1 0,1 1 0,-1 1 0,1-1 0,0 2 0,-1-2 0,1 0 0,0-1 0,-1 2 0,1 1 0,-1 1 0,1 2 0,0-2 0,-1 1 0,1-3 0,0 0 0,0-2 0,-1 1 0,0-2 0,0-1 0,0-1 0,0-2 0,0 1 0,-1 0 0,2-3 0,-1-1 0,0-2 0,0 0 0,-1 0 0,1-2 0,0 1 0,1-1 0,-1 0 0,0 0 0,1-1 0,-1-2 0,1-2 0,-1-1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7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14 0 24575,'0'25'0,"0"7"0,0 12 0,-1 11 0,0 1 0,-2 2 0,-1-3 0,1-3 0,1-2 0,2-3 0,0-2 0,0 2 0,0 2 0,0-1 0,0-2 0,0-5 0,0-4 0,0-3 0,0-8 0,0-2 0,0-3 0,0-3 0,0 1 0,1-2 0,1 0 0,3 0 0,0 0 0,1-1 0,1 0 0,0-1 0,0 1 0,3-1 0,0-2 0,-1-1 0,2-3 0,-1-4 0,0-4 0,1-1 0,1 1 0,0-1 0,1 0 0,1 0 0,0-2 0,-1-3 0,-1-2 0,2-3 0,0 0 0,1 0 0,0-4 0,0 0 0,0-2 0,3-2 0,0 0 0,1-2 0,2 1 0,1 2 0,0 2 0,2 1 0,0-2 0,1-1 0,-1 0 0,0-1 0,-3 3 0,-1 0 0,1 2 0,-2 0 0,1 1 0,-1-1 0,-1 1 0,-3 0 0,-2 1 0,-3 3 0,-3 2 0,-1 2 0,-2 1 0,-2 2 0,-1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76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 0 24575,'0'13'0,"0"14"0,0 12 0,0 15 0,0-24 0,0 0 0,1 1 0,0-1 0,0 1 0,1 0 0,3 28 0,0-1 0,0-3 0,0-2 0,1-4 0,-2-2 0,2-1 0,0-3 0,-1-2 0,0-3 0,0-1 0,-1-2 0,0-3 0,0-3 0,0-1 0,0-2 0,0 0 0,-1-3 0,-1-2 0,1-1 0,-2-4 0,1-2 0,-1-2 0,1-2 0,0 0 0,-1 0 0,0-2 0,0 1 0,-1-4 0,1 0 0,0 1 0,0-1 0,-1 2 0,1-2 0,1 0 0,-1 1 0,0-2 0,-1 1 0,1-1 0,0 1 0,0 1 0,-1-1 0,1 1 0,-1-3 0,0 3 0,0 0 0,0 2 0,0 0 0,0-1 0,0-1 0,0-1 0,0 1 0,0-4 0,0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77"/>
    </inkml:context>
    <inkml:brush xml:id="br0">
      <inkml:brushProperty name="width" value="0.05292" units="cm"/>
      <inkml:brushProperty name="height" value="0.05292" units="cm"/>
      <inkml:brushProperty name="color" value="#5048DE"/>
    </inkml:brush>
  </inkml:definitions>
  <inkml:trace contextRef="#ctx0" brushRef="#br0">1 263 24575,'0'-8'0,"0"-1"0,0 2 0,0-2 0,0-3 0,0 1 0,0-2 0,0-2 0,0-1 0,0-2 0,2 1 0,1 2 0,2 3 0,0 0 0,1 2 0,0 2 0,1 0 0,1 0 0,2 0 0,0-1 0,-1 1 0,0 2 0,1 1 0,0 1 0,1 2 0,0 2 0,-1 0 0,-1 0 0,0 0 0,1 0 0,0 0 0,3 0 0,2 0 0,2 0 0,3 0 0,1 0 0,3-3 0,1 0 0,-1 0 0,2 0 0,-3 3 0,-3 0 0,-3 0 0,-4 0 0,-1 0 0,-1 0 0,0 0 0,-1 1 0,-3 2 0,1 3 0,-2 3 0,-2 1 0,2 1 0,-4 3 0,0 0 0,0 1 0,-2 0 0,0 2 0,0 1 0,0 1 0,0 2 0,0-2 0,0-1 0,0 0 0,0-4 0,0 2 0,0 2 0,0 3 0,0 0 0,0 4 0,0-4 0,-1 2 0,-1-2 0,-1 1 0,-3 3 0,-2 0 0,-2 3 0,1-1 0,-1 0 0,0-3 0,1-1 0,-1-1 0,-1-1 0,-2 0 0,-2 1 0,1-1 0,0 1 0,2-3 0,0-1 0,1-4 0,-2 2 0,0-1 0,-4 1 0,-1 1 0,1-3 0,-2 0 0,0-2 0,2 0 0,0 0 0,2-1 0,0 1 0,1-3 0,0 1 0,3-2 0,0 1 0,0-1 0,1-1 0,1-1 0,1-1 0,0 0 0,1-2 0,5-7 0,7-5 0,9-7 0,6-3 0,3 1 0,1 2 0,-1 1 0,-2 4 0,-3-1 0,-1-1 0,1 1 0,-2 1 0,-2 2 0,2 1 0,0 1 0,5 2 0,3-2 0,0 1 0,0 1 0,-2-2 0,0 2 0,-3 0 0,0 3 0,-1-2 0,1 1 0,2 0 0,0 0 0,1 3 0,-1 0 0,0 0 0,0 0 0,0 0 0,2 0 0,3 0 0,0 2 0,1 4 0,-4 5 0,-2 4 0,-4 1 0,-2 0 0,-1 3 0,-2-1 0,-3 2 0,-2 0 0,-4 1 0,-3 2 0,0 1 0,0-3 0,0-1 0,0-1 0,0 0 0,-1-1 0,-1 0 0,-1-3 0,-3-1 0,-2 1 0,-2 0 0,-1 2 0,-1 2 0,0 2 0,-3 4 0,-1 0 0,-2 4 0,-4 0 0,0 3 0,-3 3 0,-1-2 0,-1 1 0,-2-5 0,0-5 0,1-2 0,-1-4 0,0-1 0,1-4 0,-1-3 0,0-2 0,0 0 0,0-2 0,1 1 0,2-2 0,0 1 0,2 0 0,2 0 0,1 0 0,4-3 0,1-2 0,3-1 0,7 1 0,1-1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78"/>
    </inkml:context>
    <inkml:brush xml:id="br0">
      <inkml:brushProperty name="width" value="0.05292" units="cm"/>
      <inkml:brushProperty name="height" value="0.05292" units="cm"/>
      <inkml:brushProperty name="color" value="#5048DE"/>
    </inkml:brush>
  </inkml:definitions>
  <inkml:trace contextRef="#ctx0" brushRef="#br0">0 1 24575,'3'77'0,"0"1"0,0 0 0,0-1 0,0 1 0,0-20 0,-1 1 0,2 12 0,0 20 0,0 4 0,-1-12 0,0-29 0,-1-23 0,0 0 0,0-2 0,0-2 0,2-3 0,0 0 0,-1-2 0,1-1 0,-3-3 0,2-2 0,-1-2 0,0 1 0,-1-2 0,1-4 0,0-2 0,3 1 0,0 2 0,-1 3 0,1 2 0,0-1 0,0 5 0,-1-2 0,0 2 0,-2-1 0,0-4 0,0 2 0,0-4 0,-1 0 0,0-2 0,-2-1 0,1 0 0,0-4 0,0-1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7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1 183 24575,'11'-5'0,"6"-1"0,5-2 0,3-2 0,1-5 0,0 1 0,1 1 0,1 0 0,0 0 0,-1-1 0,-1 4 0,0 0 0,0 1 0,1 0 0,-2 1 0,-2 1 0,-1 2 0,-2 1 0,-3 0 0,-3 1 0,-2 1 0,-1 2 0,-1 0 0,-1 0 0,-2 0 0,0 0 0,1 0 0,-1 0 0,1 0 0,-1 0 0,0 0 0,1 0 0,0 0 0,0 0 0,0 0 0,-1 0 0,-1 0 0,0 0 0,-3 1 0,-2 3 0,-4 2 0,-3 4 0,0 2 0,-1 2 0,0 1 0,2-1 0,0-1 0,2-2 0,2-3 0,-1 0 0,2 0 0,0 0 0,-1 0 0,1-1 0,-1 0 0,0-1 0,-1 1 0,1 0 0,1 0 0,0 1 0,0-2 0,0 1 0,0 0 0,0 1 0,0-1 0,0 0 0,0 0 0,0 2 0,0-1 0,0 0 0,0-1 0,0 0 0,0 1 0,0-1 0,0 1 0,1 0 0,0-1 0,1 1 0,-1 0 0,-1-2 0,1 0 0,1 0 0,1 2 0,0 2 0,-1 1 0,-1 0 0,1-1 0,0 1 0,0 0 0,1 1 0,-1 1 0,1 0 0,-1 2 0,1-1 0,-1 1 0,0 0 0,1 1 0,-1 4 0,0 2 0,-1 5 0,0 0 0,1 5 0,0 2 0,1 0 0,-1 0 0,1-3 0,-1-2 0,0 0 0,0-1 0,0 0 0,2 0 0,-1 1 0,0-1 0,1 1 0,-2 0 0,0-1 0,-2 0 0,3-3 0,-1 0 0,0 0 0,1 2 0,-1 0 0,0 0 0,1 0 0,-1-2 0,0 0 0,0 3 0,1 0 0,-1 2 0,0 3 0,2-2 0,-3 0 0,2-3 0,0-2 0,-1-1 0,0 0 0,-1-1 0,1-3 0,-1-1 0,1-2 0,-1 1 0,-1-1 0,2-4 0,0-1 0,-1-3 0,0 0 0,-1 0 0,2-2 0,0 0 0,0-1 0,0 1 0,0-1 0,0-1 0,0-4 0,0-1 0,0-3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8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20 0 24575,'0'36'0,"0"10"0,0 18 0,-1 14 0,-1 3 0,-3 2 0,0-4 0,1-5 0,1-1 0,3-6 0,0-3 0,0 4 0,0 2 0,0-1 0,0-2 0,0-9 0,0-5 0,0-4 0,0-11 0,0-4 0,0-5 0,0-2 0,0 0 0,2-2 0,0-1 0,5 1 0,1-2 0,1 1 0,0-1 0,1-2 0,1 2 0,2-2 0,1-1 0,0-3 0,1-5 0,-1-5 0,2-5 0,0-2 0,0 1 0,2-1 0,0 0 0,2 0 0,0-3 0,-2-4 0,0-3 0,2-3 0,0-2 0,1 0 0,1-4 0,-1-2 0,1-2 0,4-2 0,-1-2 0,3-1 0,2 1 0,1 2 0,1 3 0,2 3 0,1-4 0,1-2 0,-2 0 0,1-1 0,-6 5 0,0 0 0,1 2 0,-3 1 0,1 0 0,1-1 0,-5 2 0,-2-1 0,-4 4 0,-3 2 0,-5 3 0,-1 3 0,-4 2 0,-2 2 0,-2 1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81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 0 24575,'0'19'0,"0"19"0,0 18 0,0 22 0,0-35 0,0 1 0,1-1 0,0 1 0,1 0 0,1 1 0,4 39 0,1-1 0,-1-4 0,0-3 0,1-5 0,-1-4 0,1 0 0,0-5 0,0-3 0,-1-5 0,-1-1 0,1-3 0,-1-4 0,0-4 0,-1-2 0,0-3 0,1 0 0,-2-3 0,0-3 0,-1-3 0,-1-5 0,1-3 0,-1-2 0,0-4 0,1 0 0,-1 0 0,-1-2 0,0 0 0,0-4 0,0-1 0,1 2 0,-1-2 0,-1 2 0,2-1 0,-1 0 0,1-1 0,0 0 0,-2 0 0,2-2 0,-1 2 0,0 2 0,0-1 0,-1-1 0,0-1 0,0 1 0,0 3 0,0 1 0,0 0 0,0-1 0,0-1 0,0-1 0,0 0 0,0-5 0,0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82"/>
    </inkml:context>
    <inkml:brush xml:id="br0">
      <inkml:brushProperty name="width" value="0.05292" units="cm"/>
      <inkml:brushProperty name="height" value="0.05292" units="cm"/>
      <inkml:brushProperty name="color" value="#5048DE"/>
    </inkml:brush>
  </inkml:definitions>
  <inkml:trace contextRef="#ctx0" brushRef="#br0">1 263 24575,'0'-8'0,"0"-1"0,0 2 0,0-2 0,0-3 0,0 1 0,0-2 0,0-2 0,0-1 0,0-2 0,2 1 0,1 2 0,2 3 0,0 0 0,1 2 0,0 2 0,1 0 0,1 0 0,2 0 0,0-1 0,-1 1 0,0 2 0,1 1 0,0 1 0,1 2 0,0 2 0,-1 0 0,-1 0 0,0 0 0,1 0 0,0 0 0,3 0 0,2 0 0,2 0 0,3 0 0,1 0 0,3-3 0,1 0 0,-1 0 0,2 0 0,-3 3 0,-3 0 0,-3 0 0,-4 0 0,-1 0 0,-1 0 0,0 0 0,-1 1 0,-3 2 0,1 3 0,-2 3 0,-2 1 0,2 1 0,-4 3 0,0 0 0,0 1 0,-2 0 0,0 2 0,0 1 0,0 1 0,0 2 0,0-2 0,0-1 0,0 0 0,0-4 0,0 2 0,0 2 0,0 3 0,0 0 0,0 4 0,0-4 0,-1 2 0,-1-2 0,-1 1 0,-3 3 0,-2 0 0,-2 3 0,1-1 0,-1 0 0,0-3 0,1-1 0,-1-1 0,-1-1 0,-2 0 0,-2 1 0,1-1 0,0 1 0,2-3 0,0-1 0,1-4 0,-2 2 0,0-1 0,-4 1 0,-1 1 0,1-3 0,-2 0 0,0-2 0,2 0 0,0 0 0,2-1 0,0 1 0,1-3 0,0 1 0,3-2 0,0 1 0,0-1 0,1-1 0,1-1 0,1-1 0,0 0 0,1-2 0,5-7 0,7-5 0,9-7 0,6-3 0,3 1 0,1 2 0,-1 1 0,-2 4 0,-3-1 0,-1-1 0,1 1 0,-2 1 0,-2 2 0,2 1 0,0 1 0,5 2 0,3-2 0,0 1 0,0 1 0,-2-2 0,0 2 0,-3 0 0,0 3 0,-1-2 0,1 1 0,2 0 0,0 0 0,1 3 0,-1 0 0,0 0 0,0 0 0,0 0 0,2 0 0,3 0 0,0 2 0,1 4 0,-4 5 0,-2 4 0,-4 1 0,-2 0 0,-1 3 0,-2-1 0,-3 2 0,-2 0 0,-4 1 0,-3 2 0,0 1 0,0-3 0,0-1 0,0-1 0,0 0 0,-1-1 0,-1 0 0,-1-3 0,-3-1 0,-2 1 0,-2 0 0,-1 2 0,-1 2 0,0 2 0,-3 4 0,-1 0 0,-2 4 0,-4 0 0,0 3 0,-3 3 0,-1-2 0,-1 1 0,-2-5 0,0-5 0,1-2 0,-1-4 0,0-1 0,1-4 0,-1-3 0,0-2 0,0 0 0,0-2 0,1 1 0,2-2 0,0 1 0,2 0 0,2 0 0,1 0 0,4-3 0,1-2 0,3-1 0,7 1 0,1-1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8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0 1 24575,'3'77'0,"0"1"0,0 0 0,0-1 0,0 1 0,0-20 0,-1 1 0,2 12 0,0 20 0,0 4 0,-1-12 0,0-29 0,-1-23 0,0 0 0,0-2 0,0-2 0,2-3 0,0 0 0,-1-2 0,1-1 0,-3-3 0,2-2 0,-1-2 0,0 1 0,-1-2 0,1-4 0,0-2 0,3 1 0,0 2 0,-1 3 0,1 2 0,0-1 0,0 5 0,-1-2 0,0 2 0,-2-1 0,0-4 0,0 2 0,0-4 0,-1 0 0,0-2 0,-2-1 0,1 0 0,0-4 0,0-1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84"/>
    </inkml:context>
    <inkml:brush xml:id="br0">
      <inkml:brushProperty name="width" value="0.05292" units="cm"/>
      <inkml:brushProperty name="height" value="0.05292" units="cm"/>
      <inkml:brushProperty name="color" value="#5048DE"/>
    </inkml:brush>
  </inkml:definitions>
  <inkml:trace contextRef="#ctx0" brushRef="#br0">1 183 24575,'11'-5'0,"6"-1"0,5-2 0,3-2 0,1-5 0,0 1 0,1 1 0,1 0 0,0 0 0,-1-1 0,-1 4 0,0 0 0,0 1 0,1 0 0,-2 1 0,-2 1 0,-1 2 0,-2 1 0,-3 0 0,-3 1 0,-2 1 0,-1 2 0,-1 0 0,-1 0 0,-2 0 0,0 0 0,1 0 0,-1 0 0,1 0 0,-1 0 0,0 0 0,1 0 0,0 0 0,0 0 0,0 0 0,-1 0 0,-1 0 0,0 0 0,-3 1 0,-2 3 0,-4 2 0,-3 4 0,0 2 0,-1 2 0,0 1 0,2-1 0,0-1 0,2-2 0,2-3 0,-1 0 0,2 0 0,0 0 0,-1 0 0,1-1 0,-1 0 0,0-1 0,-1 1 0,1 0 0,1 0 0,0 1 0,0-2 0,0 1 0,0 0 0,0 1 0,0-1 0,0 0 0,0 0 0,0 2 0,0-1 0,0 0 0,0-1 0,0 0 0,0 1 0,0-1 0,0 1 0,1 0 0,0-1 0,1 1 0,-1 0 0,-1-2 0,1 0 0,1 0 0,1 2 0,0 2 0,-1 1 0,-1 0 0,1-1 0,0 1 0,0 0 0,1 1 0,-1 1 0,1 0 0,-1 2 0,1-1 0,-1 1 0,0 0 0,1 1 0,-1 4 0,0 2 0,-1 5 0,0 0 0,1 5 0,0 2 0,1 0 0,-1 0 0,1-3 0,-1-2 0,0 0 0,0-1 0,0 0 0,2 0 0,-1 1 0,0-1 0,1 1 0,-2 0 0,0-1 0,-2 0 0,3-3 0,-1 0 0,0 0 0,1 2 0,-1 0 0,0 0 0,1 0 0,-1-2 0,0 0 0,0 3 0,1 0 0,-1 2 0,0 3 0,2-2 0,-3 0 0,2-3 0,0-2 0,-1-1 0,0 0 0,-1-1 0,1-3 0,-1-1 0,1-2 0,-1 1 0,-1-1 0,2-4 0,0-1 0,-1-3 0,0 0 0,-1 0 0,2-2 0,0 0 0,0-1 0,0 1 0,0-1 0,0-1 0,0-4 0,0-1 0,0-3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8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20 0 24575,'0'36'0,"0"10"0,0 18 0,-1 14 0,-1 3 0,-3 2 0,0-4 0,1-5 0,1-1 0,3-6 0,0-3 0,0 4 0,0 2 0,0-1 0,0-2 0,0-9 0,0-5 0,0-4 0,0-11 0,0-4 0,0-5 0,0-2 0,0 0 0,2-2 0,0-1 0,5 1 0,1-2 0,1 1 0,0-1 0,1-2 0,1 2 0,2-2 0,1-1 0,0-3 0,1-5 0,-1-5 0,2-5 0,0-2 0,0 1 0,2-1 0,0 0 0,2 0 0,0-3 0,-2-4 0,0-3 0,2-3 0,0-2 0,1 0 0,1-4 0,-1-2 0,1-2 0,4-2 0,-1-2 0,3-1 0,2 1 0,1 2 0,1 3 0,2 3 0,1-4 0,1-2 0,-2 0 0,1-1 0,-6 5 0,0 0 0,1 2 0,-3 1 0,1 0 0,1-1 0,-5 2 0,-2-1 0,-4 4 0,-3 2 0,-5 3 0,-1 3 0,-4 2 0,-2 2 0,-2 1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86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 0 24575,'0'19'0,"0"19"0,0 18 0,0 22 0,0-35 0,0 1 0,1-1 0,0 1 0,1 0 0,1 1 0,4 39 0,1-1 0,-1-4 0,0-3 0,1-5 0,-1-4 0,1 0 0,0-5 0,0-3 0,-1-5 0,-1-1 0,1-3 0,-1-4 0,0-4 0,-1-2 0,0-3 0,1 0 0,-2-3 0,0-3 0,-1-3 0,-1-5 0,1-3 0,-1-2 0,0-4 0,1 0 0,-1 0 0,-1-2 0,0 0 0,0-4 0,0-1 0,1 2 0,-1-2 0,-1 2 0,2-1 0,-1 0 0,1-1 0,0 0 0,-2 0 0,2-2 0,-1 2 0,0 2 0,0-1 0,-1-1 0,0-1 0,0 1 0,0 3 0,0 1 0,0 0 0,0-1 0,0-1 0,0-1 0,0 0 0,0-5 0,0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87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1 263 24575,'0'-8'0,"0"-1"0,0 2 0,0-2 0,0-3 0,0 1 0,0-2 0,0-2 0,0-1 0,0-2 0,2 1 0,1 2 0,2 3 0,0 0 0,1 2 0,0 2 0,1 0 0,1 0 0,2 0 0,0-1 0,-1 1 0,0 2 0,1 1 0,0 1 0,1 2 0,0 2 0,-1 0 0,-1 0 0,0 0 0,1 0 0,0 0 0,3 0 0,2 0 0,2 0 0,3 0 0,1 0 0,3-3 0,1 0 0,-1 0 0,2 0 0,-3 3 0,-3 0 0,-3 0 0,-4 0 0,-1 0 0,-1 0 0,0 0 0,-1 1 0,-3 2 0,1 3 0,-2 3 0,-2 1 0,2 1 0,-4 3 0,0 0 0,0 1 0,-2 0 0,0 2 0,0 1 0,0 1 0,0 2 0,0-2 0,0-1 0,0 0 0,0-4 0,0 2 0,0 2 0,0 3 0,0 0 0,0 4 0,0-4 0,-1 2 0,-1-2 0,-1 1 0,-3 3 0,-2 0 0,-2 3 0,1-1 0,-1 0 0,0-3 0,1-1 0,-1-1 0,-1-1 0,-2 0 0,-2 1 0,1-1 0,0 1 0,2-3 0,0-1 0,1-4 0,-2 2 0,0-1 0,-4 1 0,-1 1 0,1-3 0,-2 0 0,0-2 0,2 0 0,0 0 0,2-1 0,0 1 0,1-3 0,0 1 0,3-2 0,0 1 0,0-1 0,1-1 0,1-1 0,1-1 0,0 0 0,1-2 0,5-7 0,7-5 0,9-7 0,6-3 0,3 1 0,1 2 0,-1 1 0,-2 4 0,-3-1 0,-1-1 0,1 1 0,-2 1 0,-2 2 0,2 1 0,0 1 0,5 2 0,3-2 0,0 1 0,0 1 0,-2-2 0,0 2 0,-3 0 0,0 3 0,-1-2 0,1 1 0,2 0 0,0 0 0,1 3 0,-1 0 0,0 0 0,0 0 0,0 0 0,2 0 0,3 0 0,0 2 0,1 4 0,-4 5 0,-2 4 0,-4 1 0,-2 0 0,-1 3 0,-2-1 0,-3 2 0,-2 0 0,-4 1 0,-3 2 0,0 1 0,0-3 0,0-1 0,0-1 0,0 0 0,-1-1 0,-1 0 0,-1-3 0,-3-1 0,-2 1 0,-2 0 0,-1 2 0,-1 2 0,0 2 0,-3 4 0,-1 0 0,-2 4 0,-4 0 0,0 3 0,-3 3 0,-1-2 0,-1 1 0,-2-5 0,0-5 0,1-2 0,-1-4 0,0-1 0,1-4 0,-1-3 0,0-2 0,0 0 0,0-2 0,1 1 0,2-2 0,0 1 0,2 0 0,2 0 0,1 0 0,4-3 0,1-2 0,3-1 0,7 1 0,1-1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8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0 1 24575,'3'77'0,"0"1"0,0 0 0,0-1 0,0 1 0,0-20 0,-1 1 0,2 12 0,0 20 0,0 4 0,-1-12 0,0-29 0,-1-23 0,0 0 0,0-2 0,0-2 0,2-3 0,0 0 0,-1-2 0,1-1 0,-3-3 0,2-2 0,-1-2 0,0 1 0,-1-2 0,1-4 0,0-2 0,3 1 0,0 2 0,-1 3 0,1 2 0,0-1 0,0 5 0,-1-2 0,0 2 0,-2-1 0,0-4 0,0 2 0,0-4 0,-1 0 0,0-2 0,-2-1 0,1 0 0,0-4 0,0-1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89"/>
    </inkml:context>
    <inkml:brush xml:id="br0">
      <inkml:brushProperty name="width" value="0.05292" units="cm"/>
      <inkml:brushProperty name="height" value="0.05292" units="cm"/>
      <inkml:brushProperty name="color" value="#5048DE"/>
    </inkml:brush>
  </inkml:definitions>
  <inkml:trace contextRef="#ctx0" brushRef="#br0">1 183 24575,'11'-5'0,"6"-1"0,5-2 0,3-2 0,1-5 0,0 1 0,1 1 0,1 0 0,0 0 0,-1-1 0,-1 4 0,0 0 0,0 1 0,0 0 0,0 1 0,-3 1 0,-1 2 0,-2 1 0,-3 0 0,-3 1 0,-2 1 0,-1 2 0,-1 0 0,-1 0 0,-2 0 0,0 0 0,1 0 0,-1 0 0,1 0 0,-1 0 0,0 0 0,1 0 0,0 0 0,0 0 0,0 0 0,-1 0 0,-1 0 0,0 0 0,-3 1 0,-2 3 0,-4 2 0,-3 4 0,0 2 0,-1 2 0,0 1 0,2-1 0,0-1 0,2-2 0,2-3 0,-1 0 0,2 0 0,0 0 0,-1 0 0,1-1 0,-1 0 0,0-1 0,-1 1 0,1 0 0,1 0 0,0 1 0,0-2 0,0 1 0,0 0 0,0 1 0,0-1 0,0 0 0,0 0 0,0 2 0,0-1 0,0 0 0,0-1 0,0 0 0,0 1 0,0-1 0,0 1 0,1 0 0,0-1 0,1 1 0,-1 0 0,-1-2 0,1 0 0,1 0 0,1 2 0,0 2 0,-1 1 0,-1 0 0,1-1 0,0 1 0,0 0 0,1 1 0,-1 1 0,1 0 0,-1 2 0,1-1 0,-1 1 0,0 0 0,1 1 0,-1 4 0,0 2 0,-1 5 0,0 0 0,1 5 0,0 2 0,1 0 0,-1 0 0,1-3 0,-1-2 0,0 0 0,0-1 0,0 0 0,1 0 0,1 1 0,-1-1 0,1 1 0,-2 0 0,0-1 0,-2 0 0,3-3 0,-1 0 0,0 0 0,1 2 0,-1 0 0,0 0 0,1 0 0,-1-2 0,0 0 0,0 3 0,1 0 0,-1 2 0,0 3 0,2-2 0,-3 0 0,2-3 0,0-2 0,-1-1 0,0 0 0,-1-1 0,1-3 0,-1-1 0,1-2 0,-1 1 0,-1-1 0,2-4 0,0-1 0,-1-3 0,0 0 0,-1 0 0,2-2 0,0 0 0,0-1 0,0 1 0,0-1 0,0-1 0,0-4 0,0-1 0,0-3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90"/>
    </inkml:context>
    <inkml:brush xml:id="br0">
      <inkml:brushProperty name="width" value="0.05292" units="cm"/>
      <inkml:brushProperty name="height" value="0.05292" units="cm"/>
      <inkml:brushProperty name="color" value="#5048DE"/>
    </inkml:brush>
  </inkml:definitions>
  <inkml:trace contextRef="#ctx0" brushRef="#br0">20 0 24575,'0'36'0,"0"10"0,0 18 0,-1 14 0,-1 3 0,-3 2 0,0-4 0,1-5 0,1-1 0,3-6 0,0-3 0,0 4 0,0 2 0,0-1 0,0-2 0,0-9 0,0-5 0,0-4 0,0-11 0,0-4 0,0-5 0,0-2 0,0 0 0,2-2 0,0-1 0,5 1 0,1-2 0,1 1 0,0-1 0,1-2 0,1 2 0,2-2 0,1-1 0,0-3 0,1-5 0,-1-5 0,2-5 0,0-2 0,0 1 0,2-1 0,0 0 0,2 0 0,0-3 0,-2-4 0,0-3 0,2-3 0,0-2 0,1 0 0,1-4 0,-1-2 0,1-2 0,4-2 0,-1-2 0,3-1 0,2 1 0,1 2 0,1 3 0,2 3 0,1-4 0,1-2 0,-2 0 0,1-1 0,-6 5 0,0 0 0,1 2 0,-3 1 0,1 0 0,1-1 0,-5 2 0,-2-1 0,-4 4 0,-3 2 0,-5 3 0,-1 3 0,-4 2 0,-2 2 0,-2 1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91"/>
    </inkml:context>
    <inkml:brush xml:id="br0">
      <inkml:brushProperty name="width" value="0.05292" units="cm"/>
      <inkml:brushProperty name="height" value="0.05292" units="cm"/>
      <inkml:brushProperty name="color" value="#5048DE"/>
    </inkml:brush>
  </inkml:definitions>
  <inkml:trace contextRef="#ctx0" brushRef="#br0">1 0 24575,'0'19'0,"0"19"0,0 18 0,0 22 0,0-35 0,0 1 0,1-1 0,0 1 0,1 0 0,1 1 0,4 39 0,1-1 0,-1-4 0,0-3 0,1-5 0,-1-4 0,1 0 0,0-5 0,0-3 0,-1-5 0,-1-1 0,1-3 0,-1-4 0,0-4 0,-1-2 0,0-3 0,1 0 0,-2-3 0,0-3 0,-1-3 0,-1-5 0,1-3 0,-1-2 0,0-4 0,1 0 0,-1 0 0,-1-2 0,0 0 0,0-4 0,0-1 0,1 2 0,-1-2 0,-1 2 0,2-1 0,-1 0 0,1-1 0,0 0 0,-2 0 0,2-2 0,-1 2 0,0 2 0,0-1 0,-1-1 0,0-1 0,0 1 0,0 3 0,0 1 0,0 0 0,0-1 0,0-1 0,0-1 0,0 0 0,0-5 0,0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92"/>
    </inkml:context>
    <inkml:brush xml:id="br0">
      <inkml:brushProperty name="width" value="0.05292" units="cm"/>
      <inkml:brushProperty name="height" value="0.05292" units="cm"/>
      <inkml:brushProperty name="color" value="#5048DE"/>
    </inkml:brush>
  </inkml:definitions>
  <inkml:trace contextRef="#ctx0" brushRef="#br0">1 263 24575,'0'-8'0,"0"-1"0,0 2 0,0-2 0,0-3 0,0 1 0,0-2 0,0-2 0,0-1 0,0-2 0,2 1 0,1 2 0,2 3 0,0 0 0,1 2 0,0 2 0,1 0 0,1 0 0,2 0 0,0-1 0,-1 1 0,0 2 0,1 1 0,0 1 0,1 2 0,0 2 0,-1 0 0,-1 0 0,0 0 0,1 0 0,0 0 0,3 0 0,2 0 0,2 0 0,3 0 0,1 0 0,3-3 0,1 0 0,-1 0 0,2 0 0,-3 3 0,-3 0 0,-3 0 0,-4 0 0,-1 0 0,-1 0 0,0 0 0,-1 1 0,-3 2 0,1 3 0,-2 3 0,-2 1 0,2 1 0,-4 3 0,0 0 0,0 1 0,-2 0 0,0 2 0,0 1 0,0 1 0,0 2 0,0-2 0,0-1 0,0 0 0,0-4 0,0 2 0,0 2 0,0 3 0,0 0 0,0 4 0,0-4 0,-1 2 0,-1-2 0,-1 1 0,-3 3 0,-2 0 0,-2 3 0,1-1 0,-1 0 0,0-3 0,1-1 0,-1-1 0,-1-1 0,-2 0 0,-2 1 0,1-1 0,0 1 0,2-3 0,0-1 0,1-4 0,-2 2 0,0-1 0,-4 1 0,-1 1 0,1-3 0,-2 0 0,0-2 0,2 0 0,0 0 0,2-1 0,0 1 0,1-3 0,0 1 0,3-2 0,0 1 0,0-1 0,1-1 0,1-1 0,1-1 0,0 0 0,1-2 0,5-7 0,7-5 0,9-7 0,6-3 0,3 1 0,1 2 0,-1 1 0,-2 4 0,-3-1 0,-1-1 0,1 1 0,-2 1 0,-2 2 0,2 1 0,0 1 0,5 2 0,3-2 0,0 1 0,0 1 0,-2-2 0,0 2 0,-3 0 0,0 3 0,-1-2 0,1 1 0,2 0 0,0 0 0,1 3 0,-1 0 0,0 0 0,0 0 0,0 0 0,2 0 0,3 0 0,0 2 0,1 4 0,-4 5 0,-2 4 0,-4 1 0,-2 0 0,-1 3 0,-2-1 0,-3 2 0,-2 0 0,-4 1 0,-3 2 0,0 1 0,0-3 0,0-1 0,0-1 0,0 0 0,-1-1 0,-1 0 0,-1-3 0,-3-1 0,-2 1 0,-2 0 0,-1 2 0,-1 2 0,0 2 0,-3 4 0,-1 0 0,-2 4 0,-4 0 0,0 3 0,-3 3 0,-1-2 0,-1 1 0,-2-5 0,0-5 0,1-2 0,-1-4 0,0-1 0,1-4 0,-1-3 0,0-2 0,0 0 0,0-2 0,1 1 0,2-2 0,0 1 0,2 0 0,2 0 0,1 0 0,4-3 0,1-2 0,3-1 0,7 1 0,1-1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93"/>
    </inkml:context>
    <inkml:brush xml:id="br0">
      <inkml:brushProperty name="width" value="0.05292" units="cm"/>
      <inkml:brushProperty name="height" value="0.05292" units="cm"/>
      <inkml:brushProperty name="color" value="#5048DE"/>
    </inkml:brush>
  </inkml:definitions>
  <inkml:trace contextRef="#ctx0" brushRef="#br0">0 1 24575,'3'77'0,"0"1"0,0 0 0,0-1 0,0 1 0,0-20 0,-1 1 0,2 12 0,0 20 0,0 4 0,-1-12 0,0-29 0,-1-23 0,0 0 0,0-2 0,0-2 0,2-3 0,0 0 0,-1-2 0,1-1 0,-3-3 0,2-2 0,-1-2 0,0 1 0,-1-2 0,1-4 0,0-2 0,3 1 0,0 2 0,-1 3 0,1 2 0,0-1 0,0 5 0,-1-2 0,0 2 0,-2-1 0,0-4 0,0 2 0,0-4 0,-1 0 0,0-2 0,-2-1 0,1 0 0,0-4 0,0-1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9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1 183 24575,'11'-5'0,"6"-1"0,5-2 0,3-2 0,1-5 0,0 1 0,1 1 0,1 0 0,0 0 0,-1-1 0,-1 4 0,0 0 0,0 1 0,1 0 0,-2 1 0,-2 1 0,-1 2 0,-2 1 0,-3 0 0,-3 1 0,-2 1 0,-1 2 0,-1 0 0,-1 0 0,-2 0 0,0 0 0,1 0 0,-1 0 0,1 0 0,-1 0 0,0 0 0,1 0 0,0 0 0,0 0 0,0 0 0,-1 0 0,-1 0 0,0 0 0,-3 1 0,-2 3 0,-4 2 0,-3 4 0,0 2 0,-1 2 0,0 1 0,2-1 0,0-1 0,2-2 0,2-3 0,-1 0 0,2 0 0,0 0 0,-1 0 0,1-1 0,-1 0 0,0-1 0,-1 1 0,1 0 0,1 0 0,0 1 0,0-2 0,0 1 0,0 0 0,0 1 0,0-1 0,0 0 0,0 0 0,0 2 0,0-1 0,0 0 0,0-1 0,0 0 0,0 1 0,0-1 0,0 1 0,1 0 0,0-1 0,1 1 0,-1 0 0,-1-2 0,1 0 0,1 0 0,1 2 0,0 2 0,-1 1 0,-1 0 0,1-1 0,0 1 0,0 0 0,1 1 0,-1 1 0,1 0 0,-1 2 0,1-1 0,-1 1 0,0 0 0,1 1 0,-1 4 0,0 2 0,-1 5 0,0 0 0,1 5 0,0 2 0,1 0 0,-1 0 0,1-3 0,-1-2 0,0 0 0,0-1 0,0 0 0,2 0 0,-1 1 0,0-1 0,1 1 0,-2 0 0,0-1 0,-2 0 0,3-3 0,-1 0 0,0 0 0,1 2 0,-1 0 0,0 0 0,1 0 0,-1-2 0,0 0 0,0 3 0,1 0 0,-1 2 0,0 3 0,2-2 0,-3 0 0,2-3 0,0-2 0,-1-1 0,0 0 0,-1-1 0,1-3 0,-1-1 0,1-2 0,-1 1 0,-1-1 0,2-4 0,0-1 0,-1-3 0,0 0 0,-1 0 0,2-2 0,0 0 0,0-1 0,0 1 0,0-1 0,0-1 0,0-4 0,0-1 0,0-3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9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20 0 24575,'0'36'0,"0"10"0,0 18 0,-1 14 0,-1 3 0,-3 2 0,0-4 0,1-5 0,1-1 0,3-6 0,0-3 0,0 4 0,0 2 0,0-1 0,0-2 0,0-9 0,0-5 0,0-4 0,0-11 0,0-4 0,0-5 0,0-2 0,0 0 0,2-2 0,0-1 0,5 1 0,1-2 0,1 1 0,0-1 0,1-2 0,1 2 0,2-2 0,1-1 0,0-3 0,1-5 0,-1-5 0,2-5 0,0-2 0,0 1 0,2-1 0,0 0 0,2 0 0,0-3 0,-2-4 0,0-3 0,2-3 0,0-2 0,1 0 0,1-4 0,-1-2 0,1-2 0,4-2 0,-1-2 0,3-1 0,2 1 0,1 2 0,1 3 0,2 3 0,1-4 0,1-2 0,-2 0 0,1-1 0,-6 5 0,0 0 0,1 2 0,-3 1 0,1 0 0,1-1 0,-5 2 0,-2-1 0,-4 4 0,-3 2 0,-5 3 0,-1 3 0,-4 2 0,-2 2 0,-2 1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96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 0 24575,'0'19'0,"0"19"0,0 18 0,0 22 0,0-35 0,0 1 0,1-1 0,0 1 0,1 0 0,1 1 0,4 39 0,1-1 0,-1-4 0,0-3 0,1-5 0,-1-4 0,1 0 0,0-5 0,0-3 0,-1-5 0,-1-1 0,1-3 0,-1-4 0,0-4 0,-1-2 0,0-3 0,1 0 0,-2-3 0,0-3 0,-1-3 0,-1-5 0,1-3 0,-1-2 0,0-4 0,1 0 0,-1 0 0,-1-2 0,0 0 0,0-4 0,0-1 0,1 2 0,-1-2 0,-1 2 0,2-1 0,-1 0 0,1-1 0,0 0 0,-2 0 0,2-2 0,-1 2 0,0 2 0,0-1 0,-1-1 0,0-1 0,0 1 0,0 3 0,0 1 0,0 0 0,0-1 0,0-1 0,0-1 0,0 0 0,0-5 0,0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97"/>
    </inkml:context>
    <inkml:brush xml:id="br0">
      <inkml:brushProperty name="width" value="0.05292" units="cm"/>
      <inkml:brushProperty name="height" value="0.05292" units="cm"/>
      <inkml:brushProperty name="color" value="#5048DE"/>
    </inkml:brush>
  </inkml:definitions>
  <inkml:trace contextRef="#ctx0" brushRef="#br0">1 263 24575,'0'-8'0,"0"-1"0,0 2 0,0-2 0,0-3 0,0 1 0,0-2 0,0-2 0,0-1 0,0-2 0,2 1 0,1 2 0,2 3 0,0 0 0,1 2 0,0 2 0,1 0 0,1 0 0,2 0 0,0-1 0,-1 1 0,0 2 0,1 1 0,0 1 0,1 2 0,0 2 0,-1 0 0,-1 0 0,0 0 0,1 0 0,0 0 0,3 0 0,2 0 0,2 0 0,3 0 0,1 0 0,3-3 0,1 0 0,-1 0 0,2 0 0,-3 3 0,-3 0 0,-3 0 0,-4 0 0,-1 0 0,-1 0 0,0 0 0,-1 1 0,-3 2 0,1 3 0,-2 3 0,-2 1 0,2 1 0,-4 3 0,0 0 0,0 1 0,-2 0 0,0 2 0,0 1 0,0 1 0,0 2 0,0-2 0,0-1 0,0 0 0,0-4 0,0 2 0,0 2 0,0 3 0,0 0 0,0 4 0,0-4 0,-1 2 0,-1-2 0,-1 1 0,-3 3 0,-2 0 0,-2 3 0,1-1 0,-1 0 0,0-3 0,1-1 0,-1-1 0,-1-1 0,-2 0 0,-2 1 0,1-1 0,0 1 0,2-3 0,0-1 0,1-4 0,-2 2 0,0-1 0,-4 1 0,-1 1 0,1-3 0,-2 0 0,0-2 0,2 0 0,0 0 0,2-1 0,0 1 0,1-3 0,0 1 0,3-2 0,0 1 0,0-1 0,1-1 0,1-1 0,1-1 0,0 0 0,1-2 0,5-7 0,7-5 0,9-7 0,6-3 0,3 1 0,1 2 0,-1 1 0,-2 4 0,-3-1 0,-1-1 0,1 1 0,-2 1 0,-2 2 0,2 1 0,0 1 0,5 2 0,3-2 0,0 1 0,0 1 0,-2-2 0,0 2 0,-3 0 0,0 3 0,-1-2 0,1 1 0,2 0 0,0 0 0,1 3 0,-1 0 0,0 0 0,0 0 0,0 0 0,2 0 0,3 0 0,0 2 0,1 4 0,-4 5 0,-2 4 0,-4 1 0,-2 0 0,-1 3 0,-2-1 0,-3 2 0,-2 0 0,-4 1 0,-3 2 0,0 1 0,0-3 0,0-1 0,0-1 0,0 0 0,-1-1 0,-1 0 0,-1-3 0,-3-1 0,-2 1 0,-2 0 0,-1 2 0,-1 2 0,0 2 0,-3 4 0,-1 0 0,-2 4 0,-4 0 0,0 3 0,-3 3 0,-1-2 0,-1 1 0,-2-5 0,0-5 0,1-2 0,-1-4 0,0-1 0,1-4 0,-1-3 0,0-2 0,0 0 0,0-2 0,1 1 0,2-2 0,0 1 0,2 0 0,2 0 0,1 0 0,4-3 0,1-2 0,3-1 0,7 1 0,1-1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9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0 1 24575,'3'77'0,"0"1"0,0 0 0,0-1 0,0 1 0,0-20 0,-1 1 0,2 12 0,0 20 0,0 4 0,-1-12 0,0-29 0,-1-23 0,0 0 0,0-2 0,0-2 0,2-3 0,0 0 0,-1-2 0,1-1 0,-3-3 0,2-2 0,-1-2 0,0 1 0,-1-2 0,1-4 0,0-2 0,3 1 0,0 2 0,-1 3 0,1 2 0,0-1 0,0 5 0,-1-2 0,0 2 0,-2-1 0,0-4 0,0 2 0,0-4 0,-1 0 0,0-2 0,-2-1 0,1 0 0,0-4 0,0-1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499"/>
    </inkml:context>
    <inkml:brush xml:id="br0">
      <inkml:brushProperty name="width" value="0.05292" units="cm"/>
      <inkml:brushProperty name="height" value="0.05292" units="cm"/>
      <inkml:brushProperty name="color" value="#5048DE"/>
    </inkml:brush>
  </inkml:definitions>
  <inkml:trace contextRef="#ctx0" brushRef="#br0">1 183 24575,'11'-5'0,"6"-1"0,5-2 0,3-2 0,1-5 0,0 1 0,1 1 0,1 0 0,0 0 0,-1-1 0,-1 4 0,0 0 0,0 1 0,1 0 0,-2 1 0,-2 1 0,-1 2 0,-2 1 0,-3 0 0,-3 1 0,-2 1 0,-1 2 0,-1 0 0,-1 0 0,-2 0 0,0 0 0,1 0 0,-1 0 0,1 0 0,-1 0 0,0 0 0,1 0 0,0 0 0,0 0 0,0 0 0,-1 0 0,-1 0 0,0 0 0,-3 1 0,-2 3 0,-4 2 0,-3 4 0,0 2 0,-1 2 0,0 1 0,2-1 0,0-1 0,2-2 0,2-3 0,-1 0 0,2 0 0,0 0 0,-1 0 0,1-1 0,-1 0 0,0-1 0,-1 1 0,1 0 0,1 0 0,0 1 0,0-2 0,0 1 0,0 0 0,0 1 0,0-1 0,0 0 0,0 0 0,0 2 0,0-1 0,0 0 0,0-1 0,0 0 0,0 1 0,0-1 0,0 1 0,1 0 0,0-1 0,1 1 0,-1 0 0,-1-2 0,1 0 0,1 0 0,1 2 0,0 2 0,-1 1 0,-1 0 0,1-1 0,0 1 0,0 0 0,1 1 0,-1 1 0,1 0 0,-1 2 0,1-1 0,-1 1 0,0 0 0,1 1 0,-1 4 0,0 2 0,-1 5 0,0 0 0,1 5 0,0 2 0,1 0 0,-1 0 0,1-3 0,-1-2 0,0 0 0,0-1 0,0 0 0,2 0 0,-1 1 0,0-1 0,1 1 0,-2 0 0,0-1 0,-2 0 0,3-3 0,-1 0 0,0 0 0,1 2 0,-1 0 0,0 0 0,1 0 0,-1-2 0,0 0 0,0 3 0,1 0 0,-1 2 0,0 3 0,2-2 0,-3 0 0,2-3 0,0-2 0,-1-1 0,0 0 0,-1-1 0,1-3 0,-1-1 0,1-2 0,-1 1 0,-1-1 0,2-4 0,0-1 0,-1-3 0,0 0 0,-1 0 0,2-2 0,0 0 0,0-1 0,0 1 0,0-1 0,0-1 0,0-4 0,0-1 0,0-3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50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20 0 24575,'0'36'0,"0"10"0,0 18 0,-1 14 0,-1 3 0,-3 2 0,0-4 0,1-5 0,1-1 0,3-6 0,0-3 0,0 4 0,0 2 0,0-1 0,0-2 0,0-9 0,0-5 0,0-4 0,0-11 0,0-4 0,0-5 0,0-2 0,0 0 0,2-2 0,0-1 0,5 1 0,1-2 0,1 1 0,0-1 0,1-2 0,1 2 0,2-2 0,1-1 0,0-3 0,1-5 0,-1-5 0,2-5 0,0-2 0,0 1 0,2-1 0,0 0 0,2 0 0,0-3 0,-2-4 0,0-3 0,2-3 0,0-2 0,1 0 0,1-4 0,-1-2 0,1-2 0,4-2 0,-1-2 0,3-1 0,2 1 0,1 2 0,1 3 0,2 3 0,1-4 0,1-2 0,-2 0 0,1-1 0,-6 5 0,0 0 0,1 2 0,-3 1 0,1 0 0,1-1 0,-5 2 0,-2-1 0,-4 4 0,-3 2 0,-5 3 0,-1 3 0,-4 2 0,-2 2 0,-2 1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501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 0 24575,'0'19'0,"0"19"0,0 18 0,0 22 0,0-35 0,0 1 0,1-1 0,0 1 0,1 0 0,1 1 0,4 39 0,1-1 0,-1-4 0,0-3 0,1-5 0,-1-4 0,1 0 0,0-5 0,0-3 0,-1-5 0,-1-1 0,1-3 0,-1-4 0,0-4 0,-1-2 0,0-3 0,1 0 0,-2-3 0,0-3 0,-1-3 0,-1-5 0,1-3 0,-1-2 0,0-4 0,1 0 0,-1 0 0,-1-2 0,0 0 0,0-4 0,0-1 0,1 2 0,-1-2 0,-1 2 0,2-1 0,-1 0 0,1-1 0,0 0 0,-2 0 0,2-2 0,-1 2 0,0 2 0,0-1 0,-1-1 0,0-1 0,0 1 0,0 3 0,0 1 0,0 0 0,0-1 0,0-1 0,0-1 0,0 0 0,0-5 0,0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50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1 263 24575,'0'-8'0,"0"-1"0,0 2 0,0-2 0,0-3 0,0 1 0,0-2 0,0-2 0,0-1 0,0-2 0,2 1 0,1 2 0,2 3 0,0 0 0,1 2 0,0 2 0,1 0 0,1 0 0,2 0 0,0-1 0,-1 1 0,0 2 0,1 1 0,0 1 0,1 2 0,0 2 0,-1 0 0,-1 0 0,0 0 0,1 0 0,0 0 0,3 0 0,2 0 0,2 0 0,3 0 0,1 0 0,3-3 0,1 0 0,-1 0 0,2 0 0,-3 3 0,-3 0 0,-3 0 0,-4 0 0,-1 0 0,-1 0 0,0 0 0,-1 1 0,-3 2 0,1 3 0,-2 3 0,-2 1 0,2 1 0,-4 3 0,0 0 0,0 1 0,-2 0 0,0 2 0,0 1 0,0 1 0,0 2 0,0-2 0,0-1 0,0 0 0,0-4 0,0 2 0,0 2 0,0 3 0,0 0 0,0 4 0,0-4 0,-1 2 0,-1-2 0,-1 1 0,-3 3 0,-2 0 0,-2 3 0,1-1 0,-1 0 0,0-3 0,1-1 0,-1-1 0,-1-1 0,-2 0 0,-2 1 0,1-1 0,0 1 0,2-3 0,0-1 0,1-4 0,-2 2 0,0-1 0,-4 1 0,-1 1 0,1-3 0,-2 0 0,0-2 0,2 0 0,0 0 0,2-1 0,0 1 0,1-3 0,0 1 0,3-2 0,0 1 0,0-1 0,1-1 0,1-1 0,1-1 0,0 0 0,1-2 0,5-7 0,7-5 0,9-7 0,6-3 0,3 1 0,1 2 0,-1 1 0,-2 4 0,-3-1 0,-1-1 0,1 1 0,-2 1 0,-2 2 0,2 1 0,0 1 0,5 2 0,3-2 0,0 1 0,0 1 0,-2-2 0,0 2 0,-3 0 0,0 3 0,-1-2 0,1 1 0,2 0 0,0 0 0,1 3 0,-1 0 0,0 0 0,0 0 0,0 0 0,2 0 0,3 0 0,0 2 0,1 4 0,-4 5 0,-2 4 0,-4 1 0,-2 0 0,-1 3 0,-2-1 0,-3 2 0,-2 0 0,-4 1 0,-3 2 0,0 1 0,0-3 0,0-1 0,0-1 0,0 0 0,-1-1 0,-1 0 0,-1-3 0,-3-1 0,-2 1 0,-2 0 0,-1 2 0,-1 2 0,0 2 0,-3 4 0,-1 0 0,-2 4 0,-4 0 0,0 3 0,-3 3 0,-1-2 0,-1 1 0,-2-5 0,0-5 0,1-2 0,-1-4 0,0-1 0,1-4 0,-1-3 0,0-2 0,0 0 0,0-2 0,1 1 0,2-2 0,0 1 0,2 0 0,2 0 0,1 0 0,4-3 0,1-2 0,3-1 0,7 1 0,1-1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50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0 1 24575,'3'77'0,"0"1"0,0 0 0,0-1 0,0 1 0,0-20 0,-1 1 0,2 12 0,0 20 0,0 4 0,-1-12 0,0-29 0,-1-23 0,0 0 0,0-2 0,0-2 0,2-3 0,0 0 0,-1-2 0,1-1 0,-3-3 0,2-2 0,-1-2 0,0 1 0,-1-2 0,1-4 0,0-2 0,3 1 0,0 2 0,-1 3 0,1 2 0,0-1 0,0 5 0,-1-2 0,0 2 0,-2-1 0,0-4 0,0 2 0,0-4 0,-1 0 0,0-2 0,-2-1 0,1 0 0,0-4 0,0-1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504"/>
    </inkml:context>
    <inkml:brush xml:id="br0">
      <inkml:brushProperty name="width" value="0.05292" units="cm"/>
      <inkml:brushProperty name="height" value="0.05292" units="cm"/>
      <inkml:brushProperty name="color" value="#5048DE"/>
    </inkml:brush>
  </inkml:definitions>
  <inkml:trace contextRef="#ctx0" brushRef="#br0">1 183 24575,'11'-5'0,"6"-1"0,5-2 0,3-2 0,1-5 0,0 1 0,1 1 0,1 0 0,0 0 0,-1-1 0,-1 4 0,0 0 0,0 1 0,0 0 0,0 1 0,-3 1 0,-1 2 0,-2 1 0,-3 0 0,-3 1 0,-2 1 0,-1 2 0,-1 0 0,-1 0 0,-2 0 0,0 0 0,1 0 0,-1 0 0,1 0 0,-1 0 0,0 0 0,1 0 0,0 0 0,0 0 0,0 0 0,-1 0 0,-1 0 0,0 0 0,-3 1 0,-2 3 0,-4 2 0,-3 4 0,0 2 0,-1 2 0,0 1 0,2-1 0,0-1 0,2-2 0,2-3 0,-1 0 0,2 0 0,0 0 0,-1 0 0,1-1 0,-1 0 0,0-1 0,-1 1 0,1 0 0,1 0 0,0 1 0,0-2 0,0 1 0,0 0 0,0 1 0,0-1 0,0 0 0,0 0 0,0 2 0,0-1 0,0 0 0,0-1 0,0 0 0,0 1 0,0-1 0,0 1 0,1 0 0,0-1 0,1 1 0,-1 0 0,-1-2 0,1 0 0,1 0 0,1 2 0,0 2 0,-1 1 0,-1 0 0,1-1 0,0 1 0,0 0 0,1 1 0,-1 1 0,1 0 0,-1 2 0,1-1 0,-1 1 0,0 0 0,1 1 0,-1 4 0,0 2 0,-1 5 0,0 0 0,1 5 0,0 2 0,1 0 0,-1 0 0,1-3 0,-1-2 0,0 0 0,0-1 0,0 0 0,1 0 0,1 1 0,-1-1 0,1 1 0,-2 0 0,0-1 0,-2 0 0,3-3 0,-1 0 0,0 0 0,1 2 0,-1 0 0,0 0 0,1 0 0,-1-2 0,0 0 0,0 3 0,1 0 0,-1 2 0,0 3 0,2-2 0,-3 0 0,2-3 0,0-2 0,-1-1 0,0 0 0,-1-1 0,1-3 0,-1-1 0,1-2 0,-1 1 0,-1-1 0,2-4 0,0-1 0,-1-3 0,0 0 0,-1 0 0,2-2 0,0 0 0,0-1 0,0 1 0,0-1 0,0-1 0,0-4 0,0-1 0,0-3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505"/>
    </inkml:context>
    <inkml:brush xml:id="br0">
      <inkml:brushProperty name="width" value="0.05292" units="cm"/>
      <inkml:brushProperty name="height" value="0.05292" units="cm"/>
      <inkml:brushProperty name="color" value="#5048DE"/>
    </inkml:brush>
  </inkml:definitions>
  <inkml:trace contextRef="#ctx0" brushRef="#br0">20 0 24575,'0'36'0,"0"10"0,0 18 0,-1 14 0,-1 3 0,-3 2 0,0-4 0,1-5 0,1-1 0,3-6 0,0-3 0,0 4 0,0 2 0,0-1 0,0-2 0,0-9 0,0-5 0,0-4 0,0-11 0,0-4 0,0-5 0,0-2 0,0 0 0,2-2 0,0-1 0,5 1 0,1-2 0,1 1 0,0-1 0,1-2 0,1 2 0,2-2 0,1-1 0,0-3 0,1-5 0,-1-5 0,2-5 0,0-2 0,0 1 0,2-1 0,0 0 0,2 0 0,0-3 0,-2-4 0,0-3 0,2-3 0,0-2 0,1 0 0,1-4 0,-1-2 0,1-2 0,4-2 0,-1-2 0,3-1 0,2 1 0,1 2 0,1 3 0,2 3 0,1-4 0,1-2 0,-2 0 0,1-1 0,-6 5 0,0 0 0,1 2 0,-3 1 0,1 0 0,1-1 0,-5 2 0,-2-1 0,-4 4 0,-3 2 0,-5 3 0,-1 3 0,-4 2 0,-2 2 0,-2 1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506"/>
    </inkml:context>
    <inkml:brush xml:id="br0">
      <inkml:brushProperty name="width" value="0.05292" units="cm"/>
      <inkml:brushProperty name="height" value="0.05292" units="cm"/>
      <inkml:brushProperty name="color" value="#5048DE"/>
    </inkml:brush>
  </inkml:definitions>
  <inkml:trace contextRef="#ctx0" brushRef="#br0">1 0 24575,'0'19'0,"0"19"0,0 18 0,0 22 0,0-35 0,0 1 0,1-1 0,0 1 0,1 0 0,1 1 0,4 39 0,1-1 0,-1-4 0,0-3 0,1-5 0,-1-4 0,1 0 0,0-5 0,0-3 0,-1-5 0,-1-1 0,1-3 0,-1-4 0,0-4 0,-1-2 0,0-3 0,1 0 0,-2-3 0,0-3 0,-1-3 0,-1-5 0,1-3 0,-1-2 0,0-4 0,1 0 0,-1 0 0,-1-2 0,0 0 0,0-4 0,0-1 0,1 2 0,-1-2 0,-1 2 0,2-1 0,-1 0 0,1-1 0,0 0 0,-2 0 0,2-2 0,-1 2 0,0 2 0,0-1 0,-1-1 0,0-1 0,0 1 0,0 3 0,0 1 0,0 0 0,0-1 0,0-1 0,0-1 0,0 0 0,0-5 0,0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507"/>
    </inkml:context>
    <inkml:brush xml:id="br0">
      <inkml:brushProperty name="width" value="0.05292" units="cm"/>
      <inkml:brushProperty name="height" value="0.05292" units="cm"/>
      <inkml:brushProperty name="color" value="#5048DE"/>
    </inkml:brush>
  </inkml:definitions>
  <inkml:trace contextRef="#ctx0" brushRef="#br0">1 238 24575,'0'-7'0,"0"-1"0,0 2 0,0-3 0,0-1 0,0 0 0,0-2 0,0-2 0,0 0 0,0-3 0,2 2 0,1 2 0,1 1 0,1 2 0,1 1 0,-1 1 0,2 1 0,0 0 0,2-1 0,0 0 0,0 1 0,-1 2 0,1 0 0,1 2 0,0 1 0,0 2 0,-1 0 0,-1 0 0,1 0 0,-1 0 0,2 0 0,2 0 0,2 0 0,2 0 0,2 0 0,2 0 0,2-3 0,1 0 0,0 0 0,0 1 0,-2 2 0,-2 0 0,-4 0 0,-2 0 0,-3 0 0,1 0 0,-1 0 0,-1 1 0,-2 2 0,0 2 0,-2 3 0,0 1 0,0 2 0,-3 1 0,0 1 0,0 0 0,-2 0 0,0 3 0,0 1 0,0-1 0,0 3 0,0-1 0,0-2 0,0 0 0,0-3 0,0 2 0,0 1 0,0 2 0,0 2 0,0 2 0,0-3 0,-1 2 0,-1-1 0,-1-1 0,-3 4 0,-1 0 0,-2 2 0,0 0 0,0-1 0,0-2 0,1-2 0,-2 1 0,0-2 0,-2 0 0,-1 0 0,-1 1 0,1-1 0,2-2 0,1-1 0,-1-2 0,-1 0 0,0 0 0,-3 0 0,-2 1 0,1-2 0,-2 0 0,1-2 0,1 0 0,1-1 0,0 1 0,1-1 0,1-2 0,1 1 0,2-1 0,0-1 0,-1 1 0,2-2 0,0 0 0,2-2 0,0 1 0,1-2 0,4-7 0,7-4 0,7-7 0,6-2 0,4 0 0,0 3 0,-1 1 0,-2 2 0,-2 1 0,-1-2 0,1 1 0,-2 1 0,-3 2 0,3 1 0,0 1 0,4 1 0,4-1 0,-1 0 0,0 2 0,-2-2 0,0 1 0,-2 1 0,0 1 0,-1 0 0,0 0 0,2 0 0,1 1 0,0 2 0,0 0 0,-1 0 0,1 0 0,-1 0 0,2 0 0,3 0 0,0 2 0,1 3 0,-4 5 0,-1 4 0,-4 0 0,-2 1 0,-2 1 0,-1 1 0,-2 1 0,-3 0 0,-3 1 0,-3 2 0,0 1 0,0-3 0,0-1 0,0-1 0,0 0 0,-1 0 0,0-1 0,-3-3 0,-1 1 0,-2-1 0,-3 0 0,0 3 0,-1 1 0,0 2 0,-3 4 0,-1-1 0,-2 4 0,-2 1 0,-2 2 0,-2 2 0,-1 0 0,-1-1 0,-2-4 0,1-4 0,-1-2 0,1-3 0,-1-3 0,1-1 0,-1-4 0,0-2 0,1 0 0,-1-1 0,1 0 0,2-1 0,-1 0 0,4 1 0,0-1 0,2 0 0,3-3 0,2 0 0,1-2 0,7 0 0,2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508"/>
    </inkml:context>
    <inkml:brush xml:id="br0">
      <inkml:brushProperty name="width" value="0.05292" units="cm"/>
      <inkml:brushProperty name="height" value="0.05292" units="cm"/>
      <inkml:brushProperty name="color" value="#5048DE"/>
    </inkml:brush>
  </inkml:definitions>
  <inkml:trace contextRef="#ctx0" brushRef="#br0">0 1 24575,'3'70'0,"0"1"0,0-1 0,-1 0 0,1 0 0,-1-17 0,1 0 0,0 11 0,1 19 0,-1 3 0,1-11 0,-2-26 0,0-21 0,0 0 0,0-2 0,0-2 0,1-1 0,1-2 0,-1 0 0,0-3 0,-2-2 0,2-1 0,-1-2 0,0 0 0,-1-1 0,0-4 0,2-1 0,1 0 0,0 2 0,0 3 0,1 1 0,0 0 0,-1 4 0,0-1 0,-1 1 0,-1-1 0,1-3 0,-1 1 0,-1-3 0,0 0 0,0-2 0,-2-1 0,1 1 0,0-5 0,0-1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50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1 165 24575,'10'-4'0,"6"-1"0,4-2 0,4-3 0,0-3 0,-1 1 0,2-1 0,2 1 0,-2 1 0,0-2 0,-1 4 0,0 0 0,0 1 0,1 0 0,-2 0 0,-1 2 0,-2 2 0,-1 0 0,-4 0 0,-2 2 0,-2 0 0,-1 2 0,-1 0 0,-1 0 0,-1 0 0,0 0 0,0 0 0,0 0 0,-1 0 0,2 0 0,-2 0 0,1 0 0,1 0 0,-1 0 0,0 0 0,0 0 0,-1 0 0,-1 0 0,-2 1 0,-2 3 0,-4 1 0,-3 4 0,1 2 0,-2 2 0,1 0 0,1 0 0,1-1 0,1-3 0,2-1 0,-1-1 0,2 1 0,0-1 0,-1-1 0,1 1 0,-1-1 0,0 0 0,0 0 0,0 1 0,1-1 0,0 1 0,0-2 0,0 2 0,0 0 0,0-1 0,0 1 0,0-1 0,0 1 0,0 1 0,0-1 0,0 0 0,0 0 0,0-1 0,0 1 0,0 0 0,0 0 0,0 0 0,2-1 0,-1 1 0,0 1 0,-1-2 0,1-1 0,1 0 0,1 2 0,0 2 0,-2 1 0,0 0 0,1-1 0,0 1 0,0 0 0,0 1 0,0 1 0,1 0 0,-1 1 0,1 0 0,-1 0 0,-1 1 0,2 1 0,-1 2 0,0 3 0,-1 5 0,0 0 0,1 3 0,0 3 0,0 0 0,1-1 0,-1-1 0,0-3 0,0 0 0,-1 0 0,1-1 0,2 1 0,-1 0 0,0-1 0,0 1 0,-1 1 0,0-2 0,-2 0 0,3-2 0,-2-1 0,2 1 0,-1 1 0,0 1 0,0 0 0,0-1 0,0-1 0,1 0 0,-2 1 0,2 2 0,-1 2 0,0 1 0,1-1 0,-1 0 0,0-3 0,1-1 0,-1-1 0,0 0 0,-1-2 0,0-2 0,0-1 0,1-1 0,-1 0 0,-1-1 0,2-3 0,-1-2 0,1-1 0,-1-1 0,-1-1 0,1 0 0,1-1 0,0 0 0,0-1 0,0 1 0,0-2 0,0-3 0,-1-1 0,1-2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51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19 0 24575,'0'33'0,"0"9"0,0 15 0,-1 14 0,-1 2 0,-3 2 0,0-3 0,2-5 0,0-1 0,3-6 0,0-1 0,0 2 0,0 3 0,0-2 0,0-2 0,0-7 0,0-4 0,0-5 0,0-10 0,0-3 0,0-5 0,0-2 0,0 1 0,1-2 0,2-2 0,3 2 0,2-2 0,0 0 0,0 0 0,1-1 0,1 0 0,3-1 0,0-1 0,0-2 0,1-6 0,-1-3 0,1-5 0,0-2 0,1 1 0,2-1 0,0 0 0,2 0 0,-1-3 0,-1-4 0,-1-2 0,3-3 0,-1-1 0,2 0 0,0-5 0,-1 0 0,2-3 0,2-2 0,1-1 0,2-2 0,1 1 0,2 3 0,1 2 0,1 3 0,1-4 0,1-1 0,-1-1 0,0-1 0,-5 5 0,0 0 0,1 2 0,-4 1 0,3-1 0,-1 1 0,-3 0 0,-3 0 0,-3 3 0,-4 2 0,-3 3 0,-2 2 0,-3 3 0,-2 1 0,-2 1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511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 0 24575,'0'17'0,"0"18"0,0 16 0,0 19 0,0-31 0,0 1 0,1-1 0,0 0 0,1 2 0,0-1 0,5 36 0,0 0 0,0-5 0,0-2 0,-1-5 0,1-3 0,0-1 0,1-4 0,-1-3 0,0-3 0,-1-2 0,-1-3 0,1-3 0,0-4 0,-1-2 0,-1-3 0,2 1 0,-3-3 0,1-4 0,-1-1 0,-1-5 0,0-3 0,0-2 0,0-3 0,0 0 0,0 0 0,-1-2 0,1-1 0,-2-3 0,2 0 0,-1 1 0,0-2 0,-1 3 0,2-2 0,-1-1 0,1 1 0,-1-1 0,0 1 0,0-2 0,0 1 0,0 1 0,0 1 0,0-1 0,-1-2 0,0 2 0,0 1 0,0 2 0,0 0 0,0-1 0,0-1 0,0-1 0,0 1 0,0-5 0,0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512"/>
    </inkml:context>
    <inkml:brush xml:id="br0">
      <inkml:brushProperty name="width" value="0.05292" units="cm"/>
      <inkml:brushProperty name="height" value="0.05292" units="cm"/>
      <inkml:brushProperty name="color" value="#5048DE"/>
    </inkml:brush>
  </inkml:definitions>
  <inkml:trace contextRef="#ctx0" brushRef="#br0">1 238 24575,'0'-7'0,"0"-1"0,0 2 0,0-3 0,0-1 0,0 0 0,0-2 0,0-2 0,0 0 0,0-3 0,2 2 0,1 2 0,1 1 0,1 2 0,1 1 0,-1 1 0,2 1 0,0 0 0,2-1 0,0 0 0,0 1 0,-1 2 0,1 0 0,1 2 0,0 1 0,0 2 0,-1 0 0,-1 0 0,1 0 0,-1 0 0,2 0 0,2 0 0,2 0 0,2 0 0,2 0 0,2 0 0,2-3 0,1 0 0,0 0 0,0 1 0,-2 2 0,-2 0 0,-4 0 0,-2 0 0,-3 0 0,1 0 0,-1 0 0,-1 1 0,-2 2 0,0 2 0,-2 3 0,0 1 0,0 2 0,-3 1 0,0 1 0,-1 0 0,-1 0 0,0 3 0,0 1 0,0-1 0,0 3 0,0-1 0,0-2 0,0 0 0,0-3 0,0 2 0,0 1 0,0 2 0,0 2 0,0 2 0,0-3 0,0 2 0,-2-1 0,-1-1 0,-3 4 0,-1 0 0,-2 2 0,0 0 0,0-1 0,0-2 0,1-2 0,-2 1 0,0-2 0,-2 0 0,-1 0 0,-1 1 0,1-1 0,2-2 0,1-1 0,-1-2 0,-1 0 0,0 0 0,-3 0 0,-2 1 0,1-2 0,-2 0 0,1-2 0,1 0 0,1-1 0,0 1 0,1-1 0,1-2 0,1 1 0,2-1 0,0-1 0,-1 1 0,2-2 0,0 0 0,2-2 0,0 1 0,1-2 0,4-7 0,7-4 0,7-7 0,6-2 0,4 0 0,0 3 0,-1 1 0,-2 2 0,-2 1 0,-1-2 0,1 1 0,-2 1 0,-3 2 0,3 1 0,0 1 0,4 1 0,4-1 0,-1 0 0,0 2 0,-2-2 0,0 1 0,-2 1 0,0 1 0,-1 0 0,0 0 0,2 0 0,1 1 0,0 2 0,0 0 0,-1 0 0,1 0 0,-1 0 0,2 0 0,3 0 0,0 2 0,1 3 0,-4 5 0,-1 4 0,-4 0 0,-2 1 0,-2 1 0,-1 1 0,-2 1 0,-3 0 0,-3 1 0,-3 2 0,0 1 0,0-3 0,0-1 0,0-1 0,0 0 0,-1 0 0,0-1 0,-3-3 0,-1 1 0,-2-1 0,-3 0 0,0 3 0,-1 1 0,0 2 0,-3 4 0,-1-1 0,-2 4 0,-2 1 0,-2 2 0,-2 2 0,-1 0 0,-1-1 0,-2-4 0,1-4 0,-1-2 0,1-3 0,-1-3 0,1-1 0,-1-4 0,0-2 0,1 0 0,-1-1 0,1 0 0,2-1 0,-1 0 0,4 1 0,0-1 0,2 0 0,3-3 0,2 0 0,1-2 0,7 0 0,2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51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0 1 24575,'3'70'0,"0"1"0,0-1 0,-1 0 0,1 0 0,-1-17 0,1 0 0,0 11 0,1 19 0,-1 3 0,1-11 0,-2-26 0,0-21 0,0 0 0,0-2 0,0-2 0,1-1 0,1-2 0,-1 0 0,0-3 0,-2-2 0,2-1 0,-1-2 0,0 0 0,-1-1 0,0-4 0,2-1 0,1 0 0,0 2 0,0 3 0,1 1 0,0 0 0,-1 4 0,0-1 0,-1 1 0,-1-1 0,1-3 0,-1 1 0,-1-3 0,0 0 0,0-2 0,-2-1 0,1 1 0,0-5 0,0-1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514"/>
    </inkml:context>
    <inkml:brush xml:id="br0">
      <inkml:brushProperty name="width" value="0.05292" units="cm"/>
      <inkml:brushProperty name="height" value="0.05292" units="cm"/>
      <inkml:brushProperty name="color" value="#5048DE"/>
    </inkml:brush>
  </inkml:definitions>
  <inkml:trace contextRef="#ctx0" brushRef="#br0">1 165 24575,'10'-4'0,"6"-1"0,4-2 0,4-3 0,0-3 0,-1 1 0,2-1 0,2 1 0,-2 1 0,0-2 0,-1 4 0,0 0 0,0 1 0,1 0 0,-2 0 0,-1 2 0,-2 2 0,-1 0 0,-4 0 0,-2 2 0,-2 0 0,-1 2 0,-1 0 0,-1 0 0,-1 0 0,0 0 0,0 0 0,0 0 0,-1 0 0,2 0 0,-2 0 0,1 0 0,1 0 0,-1 0 0,0 0 0,0 0 0,-1 0 0,-1 0 0,-2 1 0,-2 3 0,-4 1 0,-3 4 0,1 2 0,-2 2 0,1 0 0,1 0 0,1-1 0,1-3 0,2-1 0,-1-1 0,2 1 0,0-1 0,-1-1 0,1 1 0,-1-1 0,0 0 0,0 0 0,0 1 0,1-1 0,0 1 0,0-2 0,0 2 0,0 0 0,0-1 0,0 1 0,0-1 0,0 1 0,0 1 0,0-1 0,0 0 0,0 0 0,0-1 0,0 1 0,0 0 0,0 0 0,0 0 0,2-1 0,-1 1 0,0 1 0,-1-2 0,1-1 0,1 0 0,1 2 0,0 2 0,-2 1 0,0 0 0,1-1 0,0 1 0,0 0 0,0 1 0,0 1 0,1 0 0,-1 1 0,1 0 0,-1 0 0,-1 1 0,2 1 0,-1 2 0,0 3 0,-1 5 0,0 0 0,1 3 0,0 3 0,0 0 0,1-1 0,-1-1 0,0-3 0,0 0 0,-1 0 0,1-1 0,2 1 0,-1 0 0,0-1 0,0 1 0,-1 1 0,0-2 0,-2 0 0,3-2 0,-2-1 0,2 1 0,-1 1 0,0 1 0,0 0 0,0-1 0,0-1 0,1 0 0,-2 1 0,2 2 0,-1 2 0,0 1 0,1-1 0,-1 0 0,0-3 0,1-1 0,-1-1 0,0 0 0,-1-2 0,0-2 0,0-1 0,1-1 0,-1 0 0,-1-1 0,2-3 0,-1-2 0,1-1 0,-1-1 0,-1-1 0,1 0 0,1-1 0,0 0 0,0-1 0,0 1 0,0-2 0,0-3 0,-1-1 0,1-2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51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19 0 24575,'0'33'0,"0"9"0,0 15 0,-1 14 0,-1 2 0,-3 2 0,0-3 0,2-5 0,0-1 0,3-6 0,0-1 0,0 2 0,0 3 0,0-2 0,0-2 0,0-7 0,0-4 0,0-5 0,0-10 0,0-3 0,0-5 0,0-2 0,0 1 0,1-2 0,2-2 0,3 2 0,2-2 0,0 0 0,0 0 0,1-1 0,1 0 0,3-1 0,0-1 0,0-2 0,1-6 0,-1-3 0,1-5 0,0-2 0,1 1 0,2-1 0,0 0 0,2 0 0,-1-3 0,-1-4 0,-1-2 0,3-3 0,-1-1 0,2 0 0,0-5 0,-1 0 0,2-3 0,2-2 0,1-1 0,2-2 0,1 1 0,2 3 0,1 2 0,1 3 0,1-4 0,1-1 0,-1-1 0,0-1 0,-5 5 0,0 0 0,1 2 0,-4 1 0,3-1 0,-1 1 0,-3 0 0,-3 0 0,-3 3 0,-4 2 0,-3 3 0,-2 2 0,-3 3 0,-2 1 0,-2 1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516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 0 24575,'0'17'0,"0"18"0,0 16 0,0 19 0,0-31 0,0 1 0,1-1 0,0 0 0,1 2 0,0-1 0,5 36 0,0 0 0,0-5 0,0-2 0,-1-5 0,1-3 0,0-1 0,1-4 0,-1-3 0,0-3 0,-1-2 0,-1-3 0,1-3 0,0-4 0,-1-2 0,-1-3 0,2 1 0,-3-3 0,1-4 0,-1-1 0,-1-5 0,0-3 0,0-2 0,0-3 0,0 0 0,0 0 0,-1-2 0,1-1 0,-2-3 0,2 0 0,-1 1 0,0-2 0,-1 3 0,2-2 0,-1-1 0,1 1 0,-1-1 0,0 1 0,0-2 0,0 1 0,0 1 0,0 1 0,0-1 0,-1-2 0,0 2 0,0 1 0,0 2 0,0 0 0,0-1 0,0-1 0,0-1 0,0 1 0,0-5 0,0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517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1 238 24575,'0'-7'0,"0"-1"0,0 2 0,0-3 0,0-1 0,0 0 0,0-2 0,0-2 0,0 0 0,0-3 0,2 2 0,1 2 0,1 1 0,1 2 0,1 1 0,-1 1 0,2 1 0,0 0 0,2-1 0,0 0 0,0 1 0,-1 2 0,1 0 0,1 2 0,0 1 0,0 2 0,-1 0 0,-1 0 0,1 0 0,-1 0 0,2 0 0,2 0 0,2 0 0,2 0 0,2 0 0,2 0 0,2-3 0,1 0 0,0 0 0,0 1 0,-2 2 0,-2 0 0,-4 0 0,-2 0 0,-3 0 0,1 0 0,-1 0 0,-1 1 0,-2 2 0,0 2 0,-2 3 0,0 1 0,0 2 0,-3 1 0,0 1 0,-1 0 0,-1 0 0,0 3 0,0 1 0,0-1 0,0 3 0,0-1 0,0-2 0,0 0 0,0-3 0,0 2 0,0 1 0,0 2 0,0 2 0,0 2 0,0-3 0,0 2 0,-2-1 0,-1-1 0,-3 4 0,-1 0 0,-2 2 0,0 0 0,0-1 0,0-2 0,1-2 0,-2 1 0,0-2 0,-2 0 0,-1 0 0,-1 1 0,1-1 0,2-2 0,1-1 0,-1-2 0,-1 0 0,0 0 0,-3 0 0,-2 1 0,1-2 0,-2 0 0,1-2 0,1 0 0,1-1 0,0 1 0,1-1 0,1-2 0,1 1 0,2-1 0,0-1 0,-1 1 0,2-2 0,0 0 0,2-2 0,0 1 0,1-2 0,4-7 0,7-4 0,7-7 0,6-2 0,4 0 0,0 3 0,-1 1 0,-2 2 0,-2 1 0,-1-2 0,1 1 0,-2 1 0,-3 2 0,3 1 0,0 1 0,4 1 0,4-1 0,-1 0 0,0 2 0,-2-2 0,0 1 0,-2 1 0,0 1 0,-1 0 0,0 0 0,2 0 0,1 1 0,0 2 0,0 0 0,-1 0 0,1 0 0,-1 0 0,2 0 0,3 0 0,0 2 0,1 3 0,-4 5 0,-1 4 0,-4 0 0,-2 1 0,-2 1 0,-1 1 0,-2 1 0,-3 0 0,-3 1 0,-3 2 0,0 1 0,0-3 0,0-1 0,0-1 0,0 0 0,-1 0 0,0-1 0,-3-3 0,-1 1 0,-2-1 0,-3 0 0,0 3 0,-1 1 0,0 2 0,-3 4 0,-1-1 0,-2 4 0,-2 1 0,-2 2 0,-2 2 0,-1 0 0,-1-1 0,-2-4 0,1-4 0,-1-2 0,1-3 0,-1-3 0,1-1 0,-1-4 0,0-2 0,1 0 0,-1-1 0,1 0 0,2-1 0,-1 0 0,4 1 0,0-1 0,2 0 0,3-3 0,2 0 0,1-2 0,7 0 0,2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51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0 1 24575,'3'70'0,"0"1"0,0-1 0,-1 0 0,1 0 0,-1-17 0,1 0 0,0 11 0,1 19 0,-1 3 0,1-11 0,-2-26 0,0-21 0,0 0 0,0-2 0,0-2 0,1-1 0,1-2 0,-1 0 0,0-3 0,-2-2 0,2-1 0,-1-2 0,0 0 0,-1-1 0,0-4 0,2-1 0,1 0 0,0 2 0,0 3 0,1 1 0,0 0 0,-1 4 0,0-1 0,-1 1 0,-1-1 0,1-3 0,-1 1 0,-1-3 0,0 0 0,0-2 0,-2-1 0,1 1 0,0-5 0,0-1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519"/>
    </inkml:context>
    <inkml:brush xml:id="br0">
      <inkml:brushProperty name="width" value="0.05292" units="cm"/>
      <inkml:brushProperty name="height" value="0.05292" units="cm"/>
      <inkml:brushProperty name="color" value="#5048DE"/>
    </inkml:brush>
  </inkml:definitions>
  <inkml:trace contextRef="#ctx0" brushRef="#br0">1 165 24575,'10'-4'0,"6"-1"0,4-2 0,4-3 0,0-3 0,-1 1 0,2-1 0,2 1 0,-2 1 0,0-2 0,-1 4 0,0 0 0,0 1 0,1 0 0,-2 0 0,-1 2 0,-2 2 0,-1 0 0,-4 0 0,-2 2 0,-2 0 0,-1 2 0,-1 0 0,-1 0 0,-1 0 0,0 0 0,0 0 0,0 0 0,-1 0 0,2 0 0,-2 0 0,1 0 0,1 0 0,-1 0 0,0 0 0,0 0 0,-1 0 0,-1 0 0,-2 1 0,-2 3 0,-4 1 0,-3 4 0,1 2 0,-2 2 0,1 0 0,1 0 0,1-1 0,1-3 0,2-1 0,-1-1 0,2 1 0,0-1 0,-1-1 0,1 1 0,-1-1 0,0 0 0,0 0 0,0 1 0,1-1 0,0 1 0,0-2 0,0 2 0,0 0 0,0-1 0,0 1 0,0-1 0,0 1 0,0 1 0,0-1 0,0 0 0,0 0 0,0-1 0,0 1 0,0 0 0,0 0 0,0 0 0,2-1 0,-1 1 0,0 1 0,-1-2 0,1-1 0,1 0 0,1 2 0,-1 2 0,0 1 0,-1 0 0,1-1 0,0 1 0,0 0 0,0 1 0,0 1 0,1 0 0,-1 1 0,0 0 0,1 0 0,-2 1 0,2 1 0,-1 2 0,0 3 0,-1 5 0,0 0 0,1 3 0,0 3 0,0 0 0,1-1 0,-1-1 0,0-3 0,0 0 0,-1 0 0,1-1 0,2 1 0,-1 0 0,0-1 0,0 1 0,-1 1 0,0-2 0,-2 0 0,3-2 0,-2-1 0,2 1 0,-1 1 0,0 1 0,0 0 0,0-1 0,0-1 0,1 0 0,-2 1 0,2 2 0,-1 2 0,0 1 0,1-1 0,-1 0 0,0-3 0,1-1 0,-1-1 0,0 0 0,-1-2 0,0-2 0,0-1 0,1-1 0,-1 0 0,-1-1 0,2-3 0,-1-2 0,1-1 0,-1-1 0,-1-1 0,1 0 0,1-1 0,0 0 0,0-1 0,0 1 0,0-2 0,0-3 0,-1-1 0,1-2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520"/>
    </inkml:context>
    <inkml:brush xml:id="br0">
      <inkml:brushProperty name="width" value="0.05292" units="cm"/>
      <inkml:brushProperty name="height" value="0.05292" units="cm"/>
      <inkml:brushProperty name="color" value="#5048DE"/>
    </inkml:brush>
  </inkml:definitions>
  <inkml:trace contextRef="#ctx0" brushRef="#br0">19 0 24575,'0'33'0,"0"9"0,0 15 0,-1 14 0,-1 2 0,-3 2 0,0-3 0,2-5 0,0-1 0,3-6 0,0-1 0,0 2 0,0 3 0,0-2 0,0-2 0,0-7 0,0-4 0,0-5 0,0-10 0,0-3 0,0-5 0,0-2 0,0 1 0,1-2 0,2-2 0,3 2 0,2-2 0,0 0 0,0 0 0,1-1 0,1 0 0,3-1 0,0-1 0,0-2 0,1-6 0,-1-3 0,1-5 0,0-2 0,1 1 0,2-1 0,0 0 0,2 0 0,-1-3 0,-1-4 0,-1-2 0,3-3 0,-1-1 0,2 0 0,0-5 0,-1 0 0,2-3 0,2-2 0,1-1 0,2-2 0,1 1 0,2 3 0,1 2 0,1 3 0,1-4 0,1-1 0,-1-1 0,0-1 0,-5 5 0,0 0 0,1 2 0,-4 1 0,3-1 0,-1 1 0,-3 0 0,-3 0 0,-3 3 0,-4 2 0,-3 3 0,-2 2 0,-3 3 0,-2 1 0,-2 1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521"/>
    </inkml:context>
    <inkml:brush xml:id="br0">
      <inkml:brushProperty name="width" value="0.05292" units="cm"/>
      <inkml:brushProperty name="height" value="0.05292" units="cm"/>
      <inkml:brushProperty name="color" value="#5048DE"/>
    </inkml:brush>
  </inkml:definitions>
  <inkml:trace contextRef="#ctx0" brushRef="#br0">1 0 24575,'0'17'0,"0"18"0,0 16 0,0 19 0,0-31 0,0 1 0,1-1 0,0 0 0,1 2 0,0-1 0,5 36 0,0 0 0,0-5 0,0-2 0,-1-5 0,1-3 0,0-1 0,1-4 0,-1-3 0,0-3 0,-1-2 0,-1-3 0,1-3 0,0-4 0,-1-2 0,-1-3 0,2 1 0,-3-3 0,1-4 0,-1-1 0,-1-5 0,0-3 0,0-2 0,0-3 0,0 0 0,0 0 0,-1-2 0,1-1 0,-2-3 0,2 0 0,-1 1 0,0-2 0,-1 3 0,2-2 0,-1-1 0,1 1 0,-1-1 0,0 1 0,0-2 0,0 1 0,0 1 0,0 1 0,-1-1 0,0-2 0,0 2 0,0 1 0,0 2 0,0 0 0,0-1 0,0-1 0,0-1 0,0 1 0,0-5 0,0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532"/>
    </inkml:context>
    <inkml:brush xml:id="br0">
      <inkml:brushProperty name="width" value="0.05292" units="cm"/>
      <inkml:brushProperty name="height" value="0.05292" units="cm"/>
      <inkml:brushProperty name="color" value="#5048DE"/>
    </inkml:brush>
  </inkml:definitions>
  <inkml:trace contextRef="#ctx0" brushRef="#br0">1 139 24575,'0'-4'0,"0"0"0,0 0 0,0-1 0,0-1 0,0 0 0,0-1 0,0-1 0,0 0 0,0-2 0,1 1 0,0 1 0,1 2 0,0 0 0,1 0 0,0 2 0,0 0 0,0 0 0,1-1 0,1 1 0,-1-1 0,0 2 0,0 0 0,1 1 0,-1 1 0,1 1 0,-1 0 0,0 0 0,0 0 0,0 0 0,1 0 0,1 0 0,0 0 0,1 0 0,2 0 0,0 0 0,2-1 0,0-1 0,-1 0 0,1 1 0,-1 1 0,-1 0 0,-2 0 0,-1 0 0,-1 0 0,0 0 0,0 0 0,-1 1 0,0 0 0,-1 2 0,-1 2 0,0 0 0,1 1 0,-2 1 0,0 1 0,-1 0 0,0 0 0,0 1 0,0 0 0,0 1 0,0 1 0,0-1 0,0 0 0,0-1 0,0-1 0,0 0 0,0 2 0,0 1 0,0 0 0,0 2 0,0-2 0,0 1 0,-1 0 0,0-1 0,-2 3 0,0-1 0,-1 2 0,-1-1 0,1 0 0,0-1 0,0-1 0,-1 0 0,1-1 0,-2 0 0,0 0 0,-1 1 0,1-1 0,1-1 0,0 0 0,0-2 0,0 0 0,-1 0 0,-2 0 0,1 1 0,-1-2 0,0 1 0,0-2 0,0 1 0,1-1 0,0 0 0,1 0 0,0-1 0,0 0 0,1 0 0,0-1 0,0 0 0,1 0 0,0-1 0,1 0 0,-1 0 0,1-2 0,2-3 0,3-3 0,4-3 0,3-2 0,1 0 0,1 2 0,-2 0 0,0 2 0,0 0 0,-2-1 0,1 1 0,-1 0 0,-1 1 0,1 1 0,0 0 0,2 1 0,1 0 0,1 0 0,-1 0 0,0-1 0,-1 2 0,-1-1 0,1 2 0,-1-1 0,0 0 0,1 0 0,0 1 0,1 1 0,-1 0 0,0 0 0,0 0 0,0 0 0,1 0 0,2 0 0,-1 1 0,1 2 0,-2 3 0,-1 2 0,-2 0 0,0 1 0,-1 1 0,-1 0 0,-1 0 0,-1 1 0,-2 0 0,-1 1 0,0 1 0,0-2 0,0-1 0,0 0 0,0 0 0,0 0 0,-1-1 0,0-1 0,-2 0 0,0 0 0,-2-1 0,0 3 0,0-1 0,0 3 0,-1 1 0,-1 0 0,-1 2 0,-2 1 0,1 1 0,-2 1 0,-1 0 0,1 0 0,-2-3 0,1-2 0,-1-2 0,1-1 0,-1-1 0,1-2 0,-1-2 0,1-1 0,-1 1 0,1-2 0,-1 0 0,2 0 0,-1 0 0,2 1 0,1-1 0,0 0 0,1-2 0,1 0 0,1-1 0,4 0 0,0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533"/>
    </inkml:context>
    <inkml:brush xml:id="br0">
      <inkml:brushProperty name="width" value="0.05292" units="cm"/>
      <inkml:brushProperty name="height" value="0.05292" units="cm"/>
      <inkml:brushProperty name="color" value="#5048DE"/>
    </inkml:brush>
  </inkml:definitions>
  <inkml:trace contextRef="#ctx0" brushRef="#br0">0 1 24575,'1'41'0,"1"0"0,-1 0 0,0 0 0,1 0 0,-1-10 0,0 0 0,0 7 0,1 10 0,0 2 0,-1-6 0,1-15 0,-2-13 0,1 0 0,0 0 0,0-2 0,1-1 0,-1-1 0,1 0 0,-1-1 0,0-1 0,0-2 0,0 0 0,0-1 0,0 0 0,-1-2 0,1-1 0,1 0 0,0 1 0,0 2 0,0 1 0,1 0 0,-1 1 0,0 1 0,-1 0 0,0-1 0,0-1 0,0 0 0,0-2 0,-1 1 0,0-2 0,0 0 0,0 0 0,0-3 0,0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53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 97 24575,'5'-2'0,"2"-2"0,3 0 0,1-1 0,0-3 0,0 1 0,1 0 0,0 0 0,1 0 0,-2-1 0,0 3 0,1 0 0,-1 0 0,1 0 0,-1 1 0,-1 1 0,-1 0 0,0 1 0,-2-1 0,-1 2 0,0 0 0,-2 1 0,1 0 0,-2 0 0,1 0 0,-1 0 0,0 0 0,0 0 0,1 0 0,-1 0 0,0 0 0,0 0 0,1 0 0,-1 0 0,1 0 0,-1 0 0,0 0 0,-1 0 0,0 1 0,-2 1 0,-2 1 0,0 2 0,-1 2 0,0 0 0,0 1 0,1-1 0,0 0 0,1-1 0,0-2 0,0 1 0,1-1 0,0 0 0,0 0 0,0 0 0,-1-1 0,1 1 0,-1-1 0,1 1 0,0 0 0,0 0 0,0-1 0,0 1 0,0 0 0,0 0 0,0-1 0,0 1 0,0 0 0,0 1 0,0-1 0,0 0 0,0 0 0,0-1 0,0 2 0,0-1 0,0 0 0,0 0 0,1 0 0,-1 0 0,1 0 0,-1 0 0,0-2 0,1 2 0,0 0 0,1 1 0,-2 1 0,1 0 0,0-1 0,0 1 0,0 0 0,0 0 0,0 1 0,0 0 0,0 1 0,0-1 0,0 1 0,0 0 0,0 1 0,0 1 0,0 2 0,0 2 0,-1 0 0,1 3 0,0 1 0,0 0 0,0 0 0,0-2 0,0 0 0,0-1 0,0 0 0,0 0 0,0 0 0,1 0 0,-1 0 0,1 0 0,-1 0 0,-1 0 0,1 0 0,0-1 0,-1-2 0,2 2 0,-1 0 0,0 0 0,0 1 0,0-1 0,0-1 0,0 1 0,-1 0 0,2 1 0,-1 1 0,0 1 0,0 0 0,0-1 0,0-1 0,0-1 0,0-1 0,0 0 0,-1 0 0,1-2 0,0-1 0,0 0 0,-1 0 0,0-1 0,1-1 0,0-1 0,-1-2 0,1 1 0,-1-1 0,1-1 0,-1 0 0,1 0 0,0 0 0,0 0 0,0-1 0,0-2 0,0 0 0,-1-2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53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9 0 24575,'0'19'0,"0"6"0,0 8 0,-1 8 0,0 2 0,-1 1 0,0-2 0,0-3 0,1 0 0,1-4 0,0-1 0,0 2 0,0 1 0,0-1 0,0 0 0,0-5 0,0-3 0,0-2 0,0-6 0,0-2 0,0-3 0,0-1 0,0 1 0,1-2 0,0-1 0,2 2 0,0-2 0,1 0 0,0 1 0,0-2 0,1 1 0,1-1 0,0 0 0,0-2 0,1-3 0,-1-2 0,1-3 0,-1-1 0,1 0 0,1 0 0,0 0 0,1 0 0,-1-1 0,1-3 0,-2-1 0,2-2 0,0-1 0,0 0 0,0-2 0,1-1 0,-1-1 0,2-2 0,0 0 0,1-1 0,2 1 0,-1 1 0,1 1 0,1 2 0,0-2 0,0-1 0,0 0 0,0-1 0,-2 2 0,0 2 0,0 0 0,-2 0 0,2 0 0,-1 1 0,-1-1 0,-1 1 0,-3 1 0,0 2 0,-3 1 0,0 2 0,-2 1 0,0 1 0,-2 1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536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 0 24575,'0'10'0,"0"10"0,0 10 0,0 11 0,0-18 0,0 0 0,0 0 0,1 0 0,0 1 0,0-1 0,2 22 0,0-1 0,1-3 0,-1 0 0,0-4 0,0-1 0,0-1 0,1-2 0,-1-2 0,1-2 0,-2-2 0,1 0 0,0-3 0,-1-1 0,1-2 0,-1-2 0,1 1 0,-2-2 0,1-2 0,-1-1 0,0-3 0,0-1 0,0-2 0,0-1 0,0-1 0,0 1 0,0-2 0,-1 0 0,1-2 0,-1 0 0,1 1 0,-1-1 0,0 1 0,1-1 0,0 0 0,0 0 0,-1-1 0,1 1 0,-1-1 0,1 0 0,-1 2 0,1-1 0,-1 0 0,0-1 0,0 1 0,0 1 0,0 1 0,0 0 0,0-1 0,0 0 0,0-1 0,0 0 0,0-2 0,0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522"/>
    </inkml:context>
    <inkml:brush xml:id="br0">
      <inkml:brushProperty name="width" value="0.05292" units="cm"/>
      <inkml:brushProperty name="height" value="0.05292" units="cm"/>
      <inkml:brushProperty name="color" value="#5048DE"/>
    </inkml:brush>
  </inkml:definitions>
  <inkml:trace contextRef="#ctx0" brushRef="#br0">1 139 24575,'0'-4'0,"0"0"0,0 0 0,0-1 0,0-1 0,0 0 0,0-1 0,0-1 0,0 0 0,0-2 0,1 1 0,0 1 0,1 2 0,0 0 0,1 0 0,0 2 0,0 0 0,0 0 0,1-1 0,1 1 0,-1-1 0,0 2 0,0 0 0,1 1 0,-1 1 0,1 1 0,-1 0 0,0 0 0,0 0 0,0 0 0,1 0 0,1 0 0,0 0 0,1 0 0,2 0 0,0 0 0,2-1 0,0-1 0,-1 0 0,1 1 0,-1 1 0,-1 0 0,-2 0 0,-1 0 0,-1 0 0,0 0 0,0 0 0,-1 1 0,0 0 0,-1 2 0,-1 2 0,0 0 0,1 1 0,-2 1 0,0 1 0,-1 0 0,0 0 0,0 1 0,0 0 0,0 1 0,0 1 0,0-1 0,0 0 0,0-1 0,0-1 0,0 0 0,0 2 0,0 1 0,0 0 0,0 2 0,0-2 0,0 1 0,-1 0 0,0-1 0,-2 3 0,0-1 0,-1 2 0,-1-1 0,1 0 0,0-1 0,0-1 0,-1 0 0,1-1 0,-2 0 0,0 0 0,-1 1 0,1-1 0,1-1 0,0 0 0,0-2 0,0 0 0,-1 0 0,-2 0 0,1 1 0,-1-2 0,0 1 0,0-2 0,0 1 0,1-1 0,0 0 0,1 0 0,0-1 0,0 0 0,1 0 0,0-1 0,0 0 0,1 0 0,0-1 0,0 0 0,1 0 0,0-2 0,2-3 0,3-3 0,4-3 0,3-2 0,1 0 0,1 2 0,-2 0 0,0 2 0,0 0 0,-2-1 0,1 1 0,-1 0 0,-1 1 0,1 1 0,0 0 0,2 1 0,1 0 0,1 0 0,-1 0 0,0-1 0,-1 2 0,-1-1 0,1 2 0,-1-1 0,0 0 0,1 0 0,0 1 0,1 1 0,-1 0 0,0 0 0,0 0 0,0 0 0,1 0 0,2 0 0,-1 1 0,1 2 0,-2 3 0,-1 2 0,-2 0 0,0 1 0,-1 1 0,-1 0 0,-1 0 0,-1 1 0,-2 0 0,-1 1 0,0 1 0,0-2 0,0-1 0,0 0 0,0 0 0,0 0 0,-1-1 0,0-1 0,-2 0 0,0 0 0,-2-1 0,0 3 0,0-1 0,0 3 0,-1 1 0,-1 0 0,-1 2 0,-2 1 0,0 1 0,0 1 0,-2 0 0,1 0 0,-2-3 0,1-2 0,-1-2 0,1-1 0,-1-1 0,1-2 0,-1-2 0,1-1 0,-1 1 0,1-2 0,-1 0 0,2 0 0,-1 0 0,2 1 0,1-1 0,0 0 0,1-2 0,1 0 0,1-1 0,4 0 0,0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52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0 1 24575,'1'41'0,"1"0"0,-1 0 0,0 0 0,1 0 0,-1-10 0,0 0 0,0 7 0,1 10 0,0 2 0,-1-6 0,1-15 0,-2-13 0,1 0 0,0 0 0,0-2 0,1-1 0,-1-1 0,1 0 0,-1-1 0,0-1 0,0-2 0,0 0 0,0-1 0,0 0 0,-1-2 0,1-1 0,1 0 0,0 1 0,0 2 0,0 1 0,1 0 0,-1 1 0,0 1 0,-1 0 0,0-1 0,0-1 0,0 0 0,0-2 0,-1 1 0,0-2 0,0 0 0,0 0 0,0-3 0,0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524"/>
    </inkml:context>
    <inkml:brush xml:id="br0">
      <inkml:brushProperty name="width" value="0.05292" units="cm"/>
      <inkml:brushProperty name="height" value="0.05292" units="cm"/>
      <inkml:brushProperty name="color" value="#5048DE"/>
    </inkml:brush>
  </inkml:definitions>
  <inkml:trace contextRef="#ctx0" brushRef="#br0">1 97 24575,'5'-2'0,"2"-2"0,3 0 0,1-1 0,0-3 0,0 1 0,1 0 0,0 0 0,1 0 0,-2-1 0,0 3 0,1 0 0,-1 0 0,1 0 0,-1 1 0,-1 1 0,-1 0 0,0 1 0,-2-1 0,-1 2 0,0 0 0,-2 1 0,1 0 0,-2 0 0,1 0 0,-1 0 0,0 0 0,0 0 0,1 0 0,-1 0 0,0 0 0,0 0 0,1 0 0,-1 0 0,1 0 0,-1 0 0,0 0 0,-1 0 0,0 1 0,-2 1 0,-2 1 0,0 2 0,-1 2 0,0 0 0,0 1 0,1-1 0,0 0 0,1-1 0,0-2 0,0 1 0,1-1 0,0 0 0,0 0 0,0 0 0,-1-1 0,1 1 0,-1-1 0,1 1 0,0 0 0,0 0 0,0-1 0,0 1 0,0 0 0,0 0 0,0-1 0,0 1 0,0 0 0,0 1 0,0-1 0,0 0 0,0 0 0,0-1 0,0 2 0,0-1 0,0 0 0,0 0 0,1 0 0,-1 0 0,1 0 0,-1 0 0,0-2 0,1 2 0,0 0 0,1 1 0,-2 1 0,1 0 0,0-1 0,0 1 0,0 0 0,0 0 0,0 1 0,0 0 0,0 1 0,0-1 0,0 1 0,0 0 0,0 1 0,0 1 0,0 2 0,0 2 0,-1 0 0,1 3 0,0 1 0,0 0 0,0 0 0,0-2 0,0 0 0,0-1 0,0 0 0,0 0 0,0 0 0,0 0 0,1 0 0,0 0 0,-1 0 0,-1 0 0,1 0 0,0-1 0,-1-2 0,2 2 0,-1 0 0,0 0 0,0 1 0,0-1 0,0-1 0,0 1 0,-1 0 0,2 1 0,-1 1 0,0 1 0,0 0 0,0-1 0,0-1 0,0-1 0,0-1 0,0 0 0,-1 0 0,1-2 0,0-1 0,0 0 0,-1 0 0,0-1 0,1-1 0,0-1 0,-1-2 0,1 1 0,-1-1 0,1-1 0,-1 0 0,1 0 0,0 0 0,0 0 0,0-1 0,0-2 0,0 0 0,-1-2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53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9 0 24575,'0'19'0,"0"6"0,0 8 0,-1 8 0,0 2 0,-1 1 0,0-2 0,0-3 0,1 0 0,1-4 0,0-1 0,0 2 0,0 1 0,0-1 0,0 0 0,0-5 0,0-3 0,0-2 0,0-6 0,0-2 0,0-3 0,0-1 0,0 1 0,1-2 0,0-1 0,2 2 0,0-2 0,1 0 0,0 1 0,0-2 0,1 1 0,1-1 0,0 0 0,0-2 0,1-3 0,-1-2 0,1-3 0,-1-1 0,1 0 0,1 0 0,0 0 0,1 0 0,-1-1 0,1-3 0,-2-1 0,2-2 0,0-1 0,0 0 0,0-2 0,1-1 0,-1-1 0,2-2 0,0 0 0,1-1 0,2 1 0,-1 1 0,1 1 0,1 2 0,0-2 0,0-1 0,0 0 0,0-1 0,-2 2 0,0 2 0,0 0 0,-2 0 0,2 0 0,-1 1 0,-1-1 0,-1 1 0,-3 1 0,0 2 0,-3 1 0,0 2 0,-2 1 0,0 1 0,-2 1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531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 0 24575,'0'10'0,"0"10"0,0 10 0,0 11 0,0-18 0,0 0 0,0 0 0,1 0 0,0 1 0,0-1 0,2 22 0,0-1 0,1-3 0,-1 0 0,0-4 0,0-1 0,0-1 0,1-2 0,-1-2 0,1-2 0,-2-2 0,1 0 0,0-3 0,-1-1 0,1-2 0,-1-2 0,1 1 0,-2-2 0,1-2 0,-1-1 0,0-3 0,0-1 0,0-2 0,0-1 0,0-1 0,0 1 0,0-2 0,-1 0 0,1-2 0,-1 0 0,1 1 0,-1-1 0,0 1 0,1-1 0,0 0 0,0 0 0,-1-1 0,1 1 0,-1-1 0,1 0 0,-1 2 0,1-1 0,-1 0 0,0-1 0,0 1 0,0 1 0,0 1 0,0 0 0,0-1 0,0 0 0,0-1 0,0 0 0,0-2 0,0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52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1 139 24575,'0'-4'0,"0"0"0,0 0 0,0-1 0,0-1 0,0 0 0,0-1 0,0-1 0,0 0 0,0-2 0,1 1 0,0 1 0,1 2 0,0 0 0,1 0 0,0 2 0,0 0 0,0 0 0,1-1 0,1 1 0,-1-1 0,0 2 0,0 0 0,1 1 0,-1 1 0,1 1 0,-1 0 0,0 0 0,0 0 0,0 0 0,1 0 0,1 0 0,0 0 0,1 0 0,2 0 0,0 0 0,2-1 0,0-1 0,-1 0 0,1 1 0,-1 1 0,-1 0 0,-2 0 0,-1 0 0,-1 0 0,0 0 0,0 0 0,-1 1 0,0 0 0,-1 2 0,-1 2 0,0 0 0,1 1 0,-2 1 0,0 1 0,-1 0 0,0 0 0,0 1 0,0 0 0,0 1 0,0 1 0,0-1 0,0 0 0,0-1 0,0-1 0,0 0 0,0 2 0,0 1 0,0 0 0,0 2 0,0-2 0,0 1 0,-1 0 0,0-1 0,-2 3 0,0-1 0,-1 2 0,-1-1 0,1 0 0,0-1 0,0-1 0,-1 0 0,1-1 0,-2 0 0,0 0 0,-1 1 0,1-1 0,1-1 0,0 0 0,0-2 0,0 0 0,-1 0 0,-2 0 0,1 1 0,-1-2 0,0 1 0,0-2 0,0 1 0,1-1 0,0 0 0,1 0 0,0-1 0,0 0 0,1 0 0,0-1 0,0 0 0,1 0 0,0-1 0,0 0 0,1 0 0,0-2 0,2-3 0,3-3 0,4-3 0,3-2 0,1 0 0,1 2 0,-2 0 0,0 2 0,0 0 0,-2-1 0,1 1 0,-1 0 0,-1 1 0,1 1 0,0 0 0,2 1 0,1 0 0,1 0 0,-1 0 0,0-1 0,-1 2 0,-1-1 0,1 2 0,-1-1 0,0 0 0,1 0 0,0 1 0,1 1 0,-1 0 0,0 0 0,0 0 0,0 0 0,1 0 0,2 0 0,-1 1 0,1 2 0,-2 3 0,-1 2 0,-2 0 0,0 1 0,-1 1 0,-1 0 0,-1 0 0,-1 1 0,-2 0 0,-1 1 0,0 1 0,0-2 0,0-1 0,0 0 0,0 0 0,0 0 0,-1-1 0,0-1 0,-2 0 0,0 0 0,-2-1 0,0 3 0,0-1 0,0 3 0,-1 1 0,-1 0 0,-1 2 0,-2 1 0,1 1 0,-2 1 0,-1 0 0,1 0 0,-2-3 0,1-2 0,-1-2 0,1-1 0,-1-1 0,1-2 0,-1-2 0,1-1 0,-1 1 0,1-2 0,-1 0 0,2 0 0,-1 0 0,2 1 0,1-1 0,0 0 0,1-2 0,1 0 0,1-1 0,4 0 0,0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526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0 1 24575,'1'41'0,"1"0"0,-1 0 0,0 0 0,1 0 0,-1-10 0,0 0 0,0 7 0,1 10 0,0 2 0,-1-6 0,1-15 0,-2-13 0,1 0 0,0 0 0,0-2 0,1-1 0,-1-1 0,1 0 0,-1-1 0,0-1 0,0-2 0,0 0 0,0-1 0,0 0 0,-1-2 0,1-1 0,1 0 0,0 1 0,0 2 0,0 1 0,1 0 0,-1 1 0,0 1 0,-1 0 0,0-1 0,0-1 0,0 0 0,0-2 0,-1 1 0,0-2 0,0 0 0,0 0 0,0-3 0,0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527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 97 24575,'5'-2'0,"2"-2"0,3 0 0,1-1 0,0-3 0,0 1 0,1 0 0,0 0 0,1 0 0,-2-1 0,0 3 0,1 0 0,-1 0 0,1 0 0,-1 1 0,-1 1 0,-1 0 0,0 1 0,-2-1 0,-1 2 0,0 0 0,-2 1 0,1 0 0,-2 0 0,1 0 0,-1 0 0,0 0 0,0 0 0,1 0 0,-1 0 0,0 0 0,0 0 0,1 0 0,-1 0 0,1 0 0,-1 0 0,0 0 0,-1 0 0,0 1 0,-2 1 0,-2 1 0,0 2 0,-1 2 0,0 0 0,0 1 0,1-1 0,0 0 0,1-1 0,0-2 0,0 1 0,1-1 0,0 0 0,0 0 0,0 0 0,-1-1 0,1 1 0,-1-1 0,1 1 0,0 0 0,0 0 0,0-1 0,0 1 0,0 0 0,0 0 0,0-1 0,0 1 0,0 0 0,0 1 0,0-1 0,0 0 0,0 0 0,0-1 0,0 2 0,0-1 0,0 0 0,0 0 0,1 0 0,-1 0 0,1 0 0,-1 0 0,0-2 0,1 2 0,0 0 0,1 1 0,-2 1 0,1 0 0,0-1 0,0 1 0,0 0 0,0 0 0,0 1 0,0 0 0,0 1 0,0-1 0,0 1 0,0 0 0,0 1 0,0 1 0,0 2 0,0 2 0,-1 0 0,1 3 0,0 1 0,0 0 0,0 0 0,0-2 0,0 0 0,0-1 0,0 0 0,0 0 0,0 0 0,1 0 0,-1 0 0,1 0 0,-1 0 0,-1 0 0,1 0 0,0-1 0,-1-2 0,2 2 0,-1 0 0,0 0 0,0 1 0,0-1 0,0-1 0,0 1 0,-1 0 0,2 1 0,-1 1 0,0 1 0,0 0 0,0-1 0,0-1 0,0-1 0,0-1 0,0 0 0,-1 0 0,1-2 0,0-1 0,0 0 0,-1 0 0,0-1 0,1-1 0,0-1 0,-1-2 0,1 1 0,-1-1 0,1-1 0,-1 0 0,1 0 0,0 0 0,0 0 0,0-1 0,0-2 0,0 0 0,-1-2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52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9 0 24575,'0'19'0,"0"6"0,0 8 0,-1 8 0,0 2 0,-1 1 0,0-2 0,0-3 0,1 0 0,1-4 0,0-1 0,0 2 0,0 1 0,0-1 0,0 0 0,0-5 0,0-3 0,0-2 0,0-6 0,0-2 0,0-3 0,0-1 0,0 1 0,1-2 0,0-1 0,2 2 0,0-2 0,1 0 0,0 1 0,0-2 0,1 1 0,1-1 0,0 0 0,0-2 0,1-3 0,-1-2 0,1-3 0,-1-1 0,1 0 0,1 0 0,0 0 0,1 0 0,-1-1 0,1-3 0,-2-1 0,2-2 0,0-1 0,0 0 0,0-2 0,1-1 0,-1-1 0,2-2 0,0 0 0,1-1 0,2 1 0,-1 1 0,1 1 0,1 2 0,0-2 0,0-1 0,0 0 0,0-1 0,-2 2 0,0 2 0,0 0 0,-2 0 0,2 0 0,-1 1 0,-1-1 0,-1 1 0,-3 1 0,0 2 0,-3 2 0,0 0 0,-2 2 0,0 1 0,-2 1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52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 0 24575,'0'10'0,"0"10"0,0 10 0,0 11 0,0-18 0,0 0 0,0 0 0,1 0 0,0 1 0,0-1 0,2 22 0,0-1 0,1-3 0,-1 0 0,0-4 0,0-1 0,0-1 0,1-2 0,-1-2 0,1-2 0,-2-2 0,1 0 0,0-3 0,-1-1 0,1-2 0,-1-2 0,1 1 0,-2-2 0,1-2 0,-1-1 0,0-3 0,0-1 0,0-2 0,0-1 0,0-1 0,0 1 0,0-2 0,-1 0 0,1-2 0,-1 0 0,1 1 0,-1-1 0,0 1 0,1-1 0,0 0 0,0 0 0,-1-1 0,1 1 0,-1-1 0,1 0 0,-1 2 0,1-1 0,-1 0 0,0-1 0,0 1 0,0 1 0,0 1 0,0 0 0,0-1 0,0 0 0,0-1 0,0 0 0,0-2 0,0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547"/>
    </inkml:context>
    <inkml:brush xml:id="br0">
      <inkml:brushProperty name="width" value="0.05292" units="cm"/>
      <inkml:brushProperty name="height" value="0.05292" units="cm"/>
      <inkml:brushProperty name="color" value="#BA782F"/>
    </inkml:brush>
  </inkml:definitions>
  <inkml:trace contextRef="#ctx0" brushRef="#br0">1 232 24575,'0'-7'0,"0"0"0,0 0 0,0-1 0,0-2 0,0 0 0,0-1 0,0-3 0,0 0 0,0-2 0,1 1 0,2 2 0,0 2 0,0 1 0,2 1 0,-1 2 0,1 0 0,1 0 0,0-1 0,1 1 0,0-1 0,-1 3 0,1 1 0,1 1 0,-1 0 0,1 3 0,-1 0 0,-1 0 0,1 0 0,-1 0 0,2 0 0,1 0 0,2 0 0,0 0 0,4 0 0,-1 0 0,3-2 0,1-1 0,-1 0 0,1 1 0,-2 2 0,-2 0 0,-2 0 0,-2 0 0,-2 0 0,0 0 0,0 0 0,-2 1 0,0 2 0,-1 2 0,-1 3 0,-1 0 0,1 3 0,-2 0 0,0 2 0,-1 0 0,-1 0 0,0 2 0,0 1 0,0 1 0,0 1 0,0-1 0,0-1 0,0 0 0,0-3 0,0 1 0,0 1 0,0 4 0,0 0 0,0 2 0,0-2 0,-1 1 0,0-1 0,-2 0 0,-1 4 0,-1-1 0,-2 2 0,0 1 0,0-2 0,0-1 0,1-3 0,-1 1 0,-1-1 0,-1-1 0,-2 1 0,1 0 0,0 0 0,2-2 0,0-1 0,0-3 0,-1 0 0,-1 1 0,-1 0 0,-2 1 0,1-3 0,-2 1 0,1-3 0,1 1 0,0-1 0,1 1 0,1-2 0,0-1 0,1 1 0,1-1 0,0-1 0,0 0 0,1 0 0,0-2 0,2-1 0,-1 1 0,1-3 0,4-5 0,5-5 0,5-6 0,5-3 0,3 1 0,0 2 0,-1 1 0,-2 3 0,-1 0 0,-1-2 0,1 2 0,-2-1 0,-1 3 0,1 2 0,1 0 0,2 1 0,3-1 0,0 1 0,0 0 0,-1 0 0,-1 0 0,-2 1 0,1 1 0,-1 0 0,0 0 0,2 0 0,0 1 0,0 2 0,0 0 0,0 0 0,0 0 0,-1 0 0,3 0 0,1 0 0,0 2 0,1 3 0,-3 5 0,-1 3 0,-3 1 0,-1 1 0,-2 1 0,0 0 0,-3 1 0,-1 1 0,-3 1 0,-1 2 0,-1-1 0,0-1 0,0-2 0,0 0 0,0 0 0,-1-1 0,0 0 0,-2-3 0,-1 0 0,-2 0 0,-1 0 0,-1 2 0,0 1 0,-1 4 0,-1 1 0,-1 1 0,-2 4 0,-2 0 0,-1 2 0,-1 3 0,-2-2 0,0 1 0,-1-5 0,0-3 0,-1-3 0,1-3 0,0-1 0,0-3 0,-1-3 0,1-3 0,0 1 0,-1-1 0,2 0 0,0-2 0,1 2 0,1-1 0,1 1 0,2-2 0,2-1 0,1-2 0,1-1 0,6 0 0,1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548"/>
    </inkml:context>
    <inkml:brush xml:id="br0">
      <inkml:brushProperty name="width" value="0.05292" units="cm"/>
      <inkml:brushProperty name="height" value="0.05292" units="cm"/>
      <inkml:brushProperty name="color" value="#BA782F"/>
    </inkml:brush>
  </inkml:definitions>
  <inkml:trace contextRef="#ctx0" brushRef="#br0">0 1 24575,'2'68'0,"0"1"0,0-1 0,0 1 0,1-1 0,-2-16 0,1 0 0,1 10 0,-1 19 0,1 3 0,0-11 0,-1-25 0,-1-21 0,1 0 0,-1-1 0,1-3 0,0-1 0,1-1 0,-1-1 0,1-2 0,-2-2 0,1-2 0,-1-1 0,1 0 0,-2-2 0,2-3 0,-1-2 0,2 1 0,1 3 0,-1 1 0,1 2 0,-1 0 0,1 3 0,-1-1 0,-1 2 0,-1-2 0,1-2 0,0 1 0,-1-3 0,0 0 0,-1-3 0,0 0 0,0 0 0,0-4 0,0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54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1 161 24575,'8'-4'0,"3"-1"0,5-2 0,2-2 0,0-4 0,1 1 0,-1 0 0,2 0 0,0 1 0,-1-1 0,-1 3 0,0 0 0,1 1 0,0 0 0,-1 1 0,-2 1 0,-1 2 0,0 0 0,-4 0 0,-1 2 0,-1 0 0,-1 2 0,-2 0 0,1 0 0,-2 0 0,0 0 0,0 0 0,0 0 0,1 0 0,-1 0 0,0 0 0,0 0 0,1 0 0,0 0 0,-1 0 0,0 0 0,0 0 0,-1 0 0,-2 1 0,-1 2 0,-4 3 0,-1 3 0,0 1 0,-1 3 0,0-1 0,1 1 0,1-1 0,1-3 0,1-1 0,0-1 0,1 0 0,-1 0 0,1-1 0,0 1 0,-1-1 0,0 0 0,0-1 0,1 2 0,0-1 0,0 1 0,0-2 0,0 1 0,0 1 0,0-1 0,0 0 0,0 1 0,0-1 0,0 2 0,0-1 0,0 0 0,0 0 0,0-2 0,0 2 0,0 0 0,0 0 0,0 0 0,1-1 0,0 1 0,0 0 0,-1-1 0,1-1 0,0 0 0,1 2 0,0 2 0,0 1 0,-1-1 0,0 0 0,0 1 0,1 0 0,0 0 0,-1 2 0,1-1 0,0 2 0,0 0 0,-1 0 0,0 0 0,2 2 0,-2 2 0,1 2 0,-1 5 0,-1 1 0,2 2 0,-1 3 0,1 0 0,0 0 0,-1-2 0,1-2 0,0-1 0,-1 0 0,0-1 0,2 1 0,-1 1 0,0-2 0,1 2 0,-2 0 0,1-2 0,-2 1 0,2-3 0,-1 0 0,1 0 0,0 2 0,-1 0 0,1 0 0,0-1 0,-1 0 0,1-1 0,-1 2 0,1 1 0,0 2 0,-1 2 0,2-2 0,-2 0 0,1-2 0,0-2 0,-1-1 0,1 0 0,-2-1 0,1-2 0,1-1 0,-1-2 0,0 0 0,-1 0 0,1-3 0,0-2 0,0-2 0,0 0 0,-1-1 0,1 0 0,0-1 0,1-1 0,0 1 0,-1-1 0,0-1 0,1-3 0,-1-1 0,0-2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55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14 0 24575,'0'32'0,"0"9"0,0 15 0,0 12 0,-2 4 0,-1 2 0,-1-5 0,1-3 0,1-2 0,2-5 0,0-2 0,0 3 0,0 2 0,0-2 0,0-1 0,0-7 0,0-5 0,0-4 0,0-10 0,0-3 0,0-4 0,0-2 0,0-1 0,1 0 0,1-2 0,3 1 0,1-1 0,-1-1 0,2 1 0,0-3 0,1 2 0,1-1 0,1-1 0,0-3 0,0-5 0,0-4 0,1-3 0,0-3 0,1 0 0,0 0 0,2 0 0,0 0 0,-1-3 0,0-3 0,0-3 0,1-2 0,0-2 0,1 0 0,1-5 0,-2 0 0,2-2 0,2-2 0,0-2 0,1-1 0,3 1 0,0 2 0,0 3 0,2 2 0,0-3 0,2-2 0,-2 0 0,0-1 0,-3 4 0,-1 0 0,1 3 0,-2 0 0,2 0 0,-2 0 0,-1 0 0,-3 1 0,-2 2 0,-3 2 0,-2 4 0,-3 1 0,-1 3 0,-2 1 0,-1 1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551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 0 24575,'0'17'0,"0"16"0,0 17 0,0 18 0,0-29 0,0-1 0,1 1 0,0-1 0,0 1 0,1 1 0,3 34 0,0-1 0,1-3 0,-1-3 0,0-5 0,0-2 0,0-1 0,1-4 0,0-4 0,-1-2 0,-1-3 0,1-2 0,-1-3 0,0-4 0,0-2 0,-1-2 0,2 0 0,-2-3 0,-1-3 0,1-2 0,-2-5 0,1-2 0,-1-3 0,1-2 0,0-1 0,-1 1 0,0-3 0,0 1 0,-1-4 0,1-1 0,0 2 0,0-2 0,-1 2 0,1 0 0,1-2 0,-1 1 0,0-2 0,-1 2 0,1-2 0,0 1 0,0 1 0,-1 0 0,1 0 0,-1-2 0,0 1 0,0 3 0,0 0 0,0 1 0,0-1 0,0-1 0,0-1 0,0 0 0,0-4 0,0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537"/>
    </inkml:context>
    <inkml:brush xml:id="br0">
      <inkml:brushProperty name="width" value="0.05292" units="cm"/>
      <inkml:brushProperty name="height" value="0.05292" units="cm"/>
      <inkml:brushProperty name="color" value="#9339E4"/>
    </inkml:brush>
  </inkml:definitions>
  <inkml:trace contextRef="#ctx0" brushRef="#br0">1 232 24575,'0'-7'0,"0"0"0,0 0 0,0-1 0,0-2 0,0 0 0,0-1 0,0-3 0,0 0 0,0-2 0,1 1 0,2 2 0,0 2 0,0 1 0,2 1 0,-1 2 0,1 0 0,1 0 0,0-1 0,1 1 0,0-1 0,-1 3 0,1 1 0,1 1 0,-1 0 0,1 3 0,-1 0 0,-1 0 0,1 0 0,-1 0 0,2 0 0,1 0 0,2 0 0,0 0 0,4 0 0,-1 0 0,3-2 0,1-1 0,-1 0 0,1 1 0,-2 2 0,-2 0 0,-2 0 0,-2 0 0,-2 0 0,0 0 0,0 0 0,-2 1 0,0 2 0,-1 2 0,-1 3 0,-1 0 0,1 3 0,-2 0 0,0 2 0,-1 0 0,-1 0 0,0 2 0,0 1 0,0 1 0,0 1 0,0-1 0,0-1 0,0 0 0,0-3 0,0 1 0,0 1 0,0 4 0,0 0 0,0 2 0,0-2 0,-1 1 0,0-1 0,-2 0 0,-1 4 0,-1-1 0,-2 2 0,0 1 0,0-2 0,0-1 0,1-3 0,-1 1 0,-1-1 0,-1-1 0,-2 1 0,1 0 0,0 0 0,2-2 0,0-1 0,0-3 0,-1 0 0,-1 1 0,-1 0 0,-2 1 0,0-3 0,0 1 0,0-3 0,1 1 0,0-1 0,1 1 0,1-2 0,0-1 0,1 1 0,1-1 0,0-1 0,0 0 0,1 0 0,0-2 0,2-1 0,-1 1 0,1-3 0,4-5 0,5-5 0,5-6 0,5-3 0,3 1 0,0 2 0,-1 1 0,-2 3 0,-1 0 0,-1-2 0,1 2 0,-2-1 0,-1 3 0,1 2 0,1 0 0,2 1 0,3-1 0,0 1 0,0 0 0,-1 0 0,-1 0 0,-2 1 0,1 1 0,-1 0 0,0 0 0,2 0 0,0 1 0,0 2 0,0 0 0,0 0 0,0 0 0,-1 0 0,3 0 0,1 0 0,0 2 0,1 3 0,-3 5 0,-1 3 0,-3 1 0,-1 1 0,-2 1 0,0 0 0,-3 1 0,-1 1 0,-3 1 0,-2 1 0,0 1 0,0-2 0,0-2 0,0 0 0,0 0 0,0-1 0,-1 0 0,-2-3 0,-1 0 0,-2 0 0,-1 0 0,-1 2 0,0 1 0,-1 4 0,-1 1 0,-1 1 0,-2 4 0,-2 0 0,-1 2 0,-1 3 0,-2-2 0,0 1 0,-1-5 0,-1-3 0,1-3 0,0-3 0,0-1 0,0-3 0,-1-3 0,1-3 0,0 1 0,-1-1 0,2 0 0,0-2 0,1 2 0,1-1 0,1 1 0,2-2 0,2-1 0,1-2 0,1-1 0,6 0 0,1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538"/>
    </inkml:context>
    <inkml:brush xml:id="br0">
      <inkml:brushProperty name="width" value="0.05292" units="cm"/>
      <inkml:brushProperty name="height" value="0.05292" units="cm"/>
      <inkml:brushProperty name="color" value="#9339E4"/>
    </inkml:brush>
  </inkml:definitions>
  <inkml:trace contextRef="#ctx0" brushRef="#br0">0 1 24575,'2'68'0,"0"1"0,0-1 0,0 1 0,1-1 0,-2-16 0,1 0 0,1 10 0,-1 19 0,1 3 0,0-11 0,-1-25 0,-1-21 0,1 0 0,-1-1 0,1-3 0,0-1 0,1-1 0,-1-1 0,1-2 0,-2-2 0,1-2 0,-1-1 0,1 0 0,-2-2 0,2-3 0,-1-2 0,2 1 0,1 2 0,-1 3 0,1 1 0,-1 0 0,1 3 0,-1-1 0,-1 2 0,-1-2 0,1-2 0,0 1 0,-1-3 0,0 0 0,-1-3 0,0 0 0,0 0 0,0-4 0,0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53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1 161 24575,'8'-4'0,"3"-1"0,5-2 0,2-2 0,0-4 0,1 1 0,-1 0 0,2 0 0,0 1 0,-1-1 0,-1 3 0,0 0 0,1 1 0,0 0 0,-1 1 0,-2 1 0,-1 2 0,0 0 0,-4 0 0,-1 2 0,-1 0 0,-1 2 0,-2 0 0,1 0 0,-2 0 0,0 0 0,0 0 0,0 0 0,1 0 0,-1 0 0,0 0 0,0 0 0,1 0 0,0 0 0,-1 0 0,0 0 0,0 0 0,-1 0 0,-2 1 0,-1 2 0,-4 3 0,-1 3 0,0 1 0,-1 3 0,0-1 0,1 1 0,1-1 0,1-3 0,1-1 0,0-1 0,1 0 0,-1 0 0,1-1 0,0 1 0,-1-1 0,0 0 0,0-1 0,0 2 0,1-1 0,0 1 0,0-2 0,0 1 0,0 1 0,0-1 0,0 0 0,0 1 0,0-1 0,0 2 0,0-1 0,0 0 0,0 0 0,0-2 0,0 2 0,0 0 0,0 0 0,1 0 0,0-1 0,0 1 0,0 0 0,-1-1 0,1-1 0,0 0 0,1 2 0,0 2 0,0 1 0,-1-1 0,0 0 0,0 1 0,1 0 0,0 0 0,-1 2 0,1-1 0,0 2 0,0 0 0,-1 0 0,0 0 0,2 2 0,-2 2 0,1 2 0,-1 5 0,-1 1 0,2 2 0,-1 3 0,1 0 0,0 0 0,-1-2 0,1-2 0,0-1 0,-1 0 0,0-1 0,2 1 0,-1 1 0,0-2 0,1 2 0,-2 0 0,0-2 0,0 1 0,1-3 0,-1 0 0,1 0 0,0 2 0,-1 0 0,1 0 0,0-1 0,-1 0 0,1-1 0,-1 2 0,1 1 0,0 2 0,-1 2 0,1-2 0,0 0 0,0-2 0,0-2 0,-1-1 0,1 0 0,-2-1 0,1-2 0,1-1 0,-1-2 0,0 0 0,-1 0 0,1-3 0,0-2 0,0-2 0,0 0 0,-1-1 0,1 0 0,0-1 0,1-1 0,0 1 0,-1-1 0,0-1 0,1-3 0,-1-1 0,0-2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54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14 0 24575,'0'32'0,"0"9"0,0 15 0,0 12 0,-2 4 0,-1 2 0,-1-5 0,1-3 0,1-2 0,2-5 0,0-2 0,0 3 0,0 2 0,0-2 0,0-1 0,0-7 0,0-5 0,0-4 0,0-10 0,0-3 0,0-4 0,0-2 0,0-1 0,1 0 0,1-2 0,3 1 0,1-1 0,-1-1 0,2 1 0,0-3 0,1 2 0,1-1 0,1-1 0,0-3 0,0-5 0,0-4 0,1-3 0,0-3 0,1 0 0,0 0 0,2 0 0,0 0 0,-1-3 0,0-3 0,0-3 0,1-2 0,0-2 0,1 0 0,0-5 0,0 0 0,1-2 0,2-2 0,0-2 0,1-1 0,3 1 0,0 2 0,0 3 0,2 2 0,0-3 0,2-2 0,-2 0 0,0-1 0,-3 4 0,-1 0 0,1 3 0,-2 0 0,2 0 0,-2 0 0,-1 0 0,-3 1 0,-2 2 0,-3 2 0,-2 4 0,-3 1 0,-1 3 0,-2 1 0,-1 1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546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 0 24575,'0'17'0,"0"16"0,0 17 0,0 18 0,0-29 0,0-1 0,1 1 0,0-1 0,0 1 0,1 1 0,3 34 0,0-1 0,1-3 0,-1-3 0,0-5 0,0-2 0,0-1 0,1-4 0,0-4 0,-1-2 0,-1-3 0,1-2 0,-1-3 0,0-4 0,0-2 0,-1-2 0,2 0 0,-2-3 0,-1-3 0,1-2 0,-2-5 0,1-2 0,-1-3 0,1-2 0,0-1 0,-1 1 0,0-3 0,0 1 0,-1-4 0,1-1 0,0 2 0,0-2 0,-1 2 0,1 0 0,1-2 0,-1 1 0,0-2 0,-1 2 0,1-2 0,0 1 0,0 1 0,-1 0 0,1 0 0,-1-2 0,0 1 0,0 3 0,0 0 0,0 1 0,0-1 0,0-1 0,0-1 0,0 0 0,0-4 0,0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540"/>
    </inkml:context>
    <inkml:brush xml:id="br0">
      <inkml:brushProperty name="width" value="0.05292" units="cm"/>
      <inkml:brushProperty name="height" value="0.05292" units="cm"/>
      <inkml:brushProperty name="color" value="#BA782F"/>
    </inkml:brush>
  </inkml:definitions>
  <inkml:trace contextRef="#ctx0" brushRef="#br0">1 232 24575,'0'-7'0,"0"0"0,0 0 0,0-1 0,0-2 0,0 0 0,0-1 0,0-3 0,0 0 0,0-2 0,1 1 0,2 2 0,0 2 0,0 1 0,2 1 0,-1 2 0,1 0 0,1 0 0,0-1 0,1 1 0,0-1 0,-1 3 0,1 1 0,1 1 0,-1 0 0,1 3 0,-1 0 0,-1 0 0,1 0 0,-1 0 0,2 0 0,1 0 0,2 0 0,0 0 0,4 0 0,-1 0 0,3-2 0,1-1 0,-1 0 0,1 1 0,-2 2 0,-2 0 0,-2 0 0,-2 0 0,-2 0 0,0 0 0,0 0 0,-2 1 0,0 2 0,-1 2 0,-1 3 0,-1 0 0,1 3 0,-2 0 0,0 2 0,-1 0 0,-1 0 0,0 2 0,0 1 0,0 1 0,0 1 0,0-1 0,0-1 0,0 0 0,0-3 0,0 1 0,0 1 0,0 4 0,0 0 0,0 2 0,0-2 0,-1 1 0,0-1 0,-2 0 0,-1 4 0,-1-1 0,-2 2 0,0 1 0,0-2 0,0-1 0,1-3 0,-1 1 0,-1-1 0,-1-1 0,-2 1 0,1 0 0,0 0 0,2-2 0,0-1 0,0-3 0,-1 0 0,-1 1 0,-1 0 0,-2 1 0,0-3 0,0 1 0,0-3 0,1 1 0,0-1 0,1 1 0,1-2 0,0-1 0,1 1 0,1-1 0,0-1 0,0 0 0,1 0 0,0-2 0,2-1 0,-1 1 0,1-3 0,4-5 0,5-5 0,5-6 0,5-3 0,3 1 0,0 2 0,-1 1 0,-2 3 0,-1 0 0,-1-2 0,1 2 0,-2-1 0,-1 3 0,1 2 0,1 0 0,2 1 0,3-1 0,0 1 0,0 0 0,-1 0 0,-1 0 0,-2 1 0,1 1 0,-1 0 0,0 0 0,2 0 0,0 1 0,0 2 0,0 0 0,0 0 0,0 0 0,-1 0 0,3 0 0,1 0 0,0 2 0,1 3 0,-3 5 0,-1 3 0,-3 1 0,-1 1 0,-2 1 0,0 0 0,-3 1 0,-1 1 0,-3 1 0,-2 2 0,0-1 0,0-1 0,0-2 0,0 0 0,0 0 0,0-1 0,-1 0 0,-2-3 0,-1 0 0,-2 0 0,-1 0 0,-1 2 0,0 1 0,-1 4 0,-1 1 0,-1 1 0,-2 4 0,-2 0 0,-1 2 0,-1 3 0,-2-2 0,0 1 0,-1-5 0,-1-3 0,1-3 0,0-3 0,0-1 0,0-3 0,-1-3 0,1-3 0,0 1 0,-1-1 0,2 0 0,0-2 0,1 2 0,1-1 0,1 1 0,2-2 0,2-1 0,1-2 0,1-1 0,6 0 0,1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541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0 1 24575,'2'68'0,"0"1"0,0-1 0,0 1 0,1-1 0,-2-16 0,1 0 0,1 10 0,-1 19 0,1 3 0,0-11 0,-1-25 0,-1-21 0,1 0 0,-1-1 0,1-3 0,0-1 0,1-1 0,-1-1 0,1-2 0,-2-2 0,1-2 0,-1-1 0,1 0 0,-2-2 0,2-3 0,-1-2 0,2 1 0,1 2 0,-1 3 0,1 1 0,-1 0 0,1 3 0,-1-1 0,-1 2 0,-1-2 0,1-2 0,0 1 0,-1-3 0,0 0 0,-1-3 0,0 0 0,0 0 0,0-4 0,0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54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1 161 24575,'8'-4'0,"3"-1"0,5-2 0,2-2 0,0-4 0,1 1 0,-1 0 0,2 0 0,0 1 0,-1-1 0,-1 3 0,0 0 0,1 1 0,0 0 0,-1 1 0,-2 1 0,-1 2 0,0 0 0,-4 0 0,-1 2 0,-1 0 0,-1 2 0,-2 0 0,1 0 0,-2 0 0,0 0 0,0 0 0,0 0 0,1 0 0,-1 0 0,0 0 0,0 0 0,1 0 0,0 0 0,-1 0 0,0 0 0,0 0 0,-1 0 0,-2 1 0,-1 2 0,-4 3 0,-1 3 0,0 1 0,-1 3 0,0-1 0,1 1 0,1-1 0,1-3 0,1-1 0,0-1 0,1 0 0,-1 0 0,1-1 0,0 1 0,-1-1 0,0 0 0,0-1 0,1 2 0,0-1 0,0 1 0,0-2 0,0 1 0,0 1 0,0-1 0,0 0 0,0 1 0,0-1 0,0 2 0,0-1 0,0 0 0,0 0 0,0-2 0,0 2 0,0 0 0,0 0 0,0 0 0,1-1 0,0 1 0,0 0 0,-1-1 0,1-1 0,0 0 0,1 2 0,0 2 0,0 1 0,-1-1 0,0 0 0,0 1 0,1 0 0,0 0 0,-1 2 0,1-1 0,0 2 0,0 0 0,-1 0 0,0 0 0,2 2 0,-2 2 0,1 2 0,-1 5 0,-1 1 0,2 2 0,-1 3 0,1 0 0,0 0 0,-1-2 0,1-2 0,0-1 0,-1 0 0,0-1 0,2 1 0,-1 1 0,0-2 0,1 2 0,-2 0 0,0-2 0,0 1 0,1-3 0,-1 0 0,1 0 0,0 2 0,-1 0 0,1 0 0,0-1 0,-1 0 0,1-1 0,-1 2 0,1 1 0,0 2 0,-1 2 0,2-2 0,-2 0 0,1-2 0,0-2 0,-1-1 0,1 0 0,-2-1 0,1-2 0,1-1 0,-1-2 0,0 0 0,-1 0 0,1-3 0,0-2 0,0-2 0,0 0 0,-1-1 0,1 0 0,0-1 0,1-1 0,0 1 0,-1-1 0,0-1 0,1-3 0,-1-1 0,0-2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543"/>
    </inkml:context>
    <inkml:brush xml:id="br0">
      <inkml:brushProperty name="width" value="0.05292" units="cm"/>
      <inkml:brushProperty name="height" value="0.05292" units="cm"/>
      <inkml:brushProperty name="color" value="#BA782F"/>
    </inkml:brush>
  </inkml:definitions>
  <inkml:trace contextRef="#ctx0" brushRef="#br0">14 0 24575,'0'32'0,"0"9"0,0 15 0,0 12 0,-2 4 0,-1 2 0,-1-5 0,1-3 0,1-2 0,2-5 0,0-2 0,0 3 0,0 2 0,0-2 0,0-1 0,0-7 0,0-5 0,0-4 0,0-10 0,0-3 0,0-4 0,0-2 0,0-1 0,1 0 0,1-2 0,3 1 0,1-1 0,-1-1 0,2 1 0,0-3 0,1 2 0,1-1 0,1-1 0,0-3 0,0-5 0,0-4 0,1-3 0,0-3 0,1 0 0,0 0 0,2 0 0,0 0 0,-1-3 0,0-3 0,0-3 0,1-2 0,0-2 0,1 0 0,1-5 0,-2 0 0,2-2 0,2-2 0,0-2 0,1-1 0,3 1 0,0 2 0,0 3 0,2 2 0,0-3 0,2-2 0,-2 0 0,0-1 0,-3 4 0,-1 0 0,1 3 0,-2 0 0,2 0 0,-2 0 0,-1 0 0,-3 1 0,-2 2 0,-3 2 0,-2 4 0,-3 1 0,-1 3 0,-2 1 0,-1 1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544"/>
    </inkml:context>
    <inkml:brush xml:id="br0">
      <inkml:brushProperty name="width" value="0.05292" units="cm"/>
      <inkml:brushProperty name="height" value="0.05292" units="cm"/>
      <inkml:brushProperty name="color" value="#BA782F"/>
    </inkml:brush>
  </inkml:definitions>
  <inkml:trace contextRef="#ctx0" brushRef="#br0">1 0 24575,'0'17'0,"0"16"0,0 17 0,0 18 0,0-29 0,0-1 0,1 1 0,0-1 0,0 1 0,1 1 0,3 34 0,0-1 0,1-3 0,-1-3 0,0-5 0,0-2 0,0-1 0,1-4 0,0-4 0,-1-2 0,-1-3 0,1-2 0,-1-3 0,0-4 0,0-2 0,-1-2 0,2 0 0,-2-3 0,-1-3 0,1-2 0,-2-5 0,1-2 0,-1-3 0,1-2 0,0-1 0,-1 1 0,0-3 0,0 1 0,-1-4 0,1-1 0,0 2 0,0-2 0,-1 2 0,1 0 0,1-2 0,-1 1 0,0-2 0,-1 2 0,1-2 0,0 1 0,0 1 0,-1 0 0,1 0 0,-1-2 0,0 1 0,0 3 0,0 0 0,0 1 0,0-1 0,0-1 0,0-1 0,0 0 0,0-4 0,0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557"/>
    </inkml:context>
    <inkml:brush xml:id="br0">
      <inkml:brushProperty name="width" value="0.05292" units="cm"/>
      <inkml:brushProperty name="height" value="0.05292" units="cm"/>
      <inkml:brushProperty name="color" value="#BA782F"/>
    </inkml:brush>
  </inkml:definitions>
  <inkml:trace contextRef="#ctx0" brushRef="#br0">1 320 24575,'0'-9'0,"0"-2"0,0 3 0,0-4 0,0-2 0,0 1 0,0-3 0,0-3 0,0 0 0,0-4 0,2 3 0,2 2 0,1 3 0,1 0 0,1 3 0,-1 2 0,2 1 0,1-1 0,2 0 0,0-1 0,-1 1 0,0 3 0,1 1 0,1 1 0,0 2 0,0 3 0,-1 0 0,-1 0 0,0 0 0,1 0 0,1 0 0,2 0 0,2 0 0,3 0 0,4 0 0,0 0 0,4-3 0,1-1 0,-1 0 0,1 1 0,-3 3 0,-2 0 0,-4 0 0,-4 0 0,-2 0 0,-1 0 0,1 0 0,-3 1 0,-1 3 0,-1 3 0,-1 4 0,-2 1 0,1 2 0,-3 2 0,-1 2 0,0 0 0,-2 0 0,0 3 0,0 1 0,0 1 0,0 2 0,0-1 0,0-2 0,0 0 0,0-4 0,0 1 0,0 2 0,0 5 0,0 0 0,0 4 0,0-4 0,-1 2 0,-1-2 0,-2 0 0,-3 5 0,-1 0 0,-3 3 0,0-1 0,0-1 0,0-2 0,1-2 0,-1-1 0,-1-1 0,-3 0 0,-1 0 0,0 0 0,0 0 0,3-3 0,0-1 0,0-4 0,-1 0 0,-1 2 0,-3-1 0,-2 1 0,0-3 0,-1 1 0,0-4 0,2 1 0,1 0 0,0-1 0,2-1 0,0-2 0,1 2 0,3-3 0,-1 0 0,1 0 0,1-1 0,0-2 0,3-1 0,-1 0 0,1-2 0,6-8 0,8-8 0,9-7 0,7-5 0,4 2 0,1 3 0,-2 1 0,-2 4 0,-2 0 0,-2-2 0,1 2 0,-3-1 0,-1 4 0,2 2 0,0 1 0,5 1 0,4-1 0,0 1 0,-1 1 0,-1-2 0,-1 1 0,-3 1 0,0 3 0,0-2 0,0 1 0,2 1 0,1 0 0,0 3 0,0 0 0,-1 0 0,0 0 0,1 0 0,1 0 0,4 0 0,1 2 0,-1 6 0,-3 5 0,-3 5 0,-4 1 0,-2 2 0,-2 1 0,-2 1 0,-2 0 0,-4 2 0,-3 1 0,-4 2 0,0 1 0,0-3 0,0-3 0,0 1 0,0-1 0,-1 0 0,-1-2 0,-2-3 0,-3 0 0,-1 0 0,-3 0 0,-2 3 0,0 2 0,-1 3 0,-2 4 0,-2 1 0,-2 4 0,-4 1 0,-1 3 0,-2 3 0,-3-1 0,0 0 0,-2-6 0,0-6 0,0-2 0,0-4 0,0-3 0,0-4 0,0-3 0,0-4 0,0 1 0,0-3 0,1 1 0,1-1 0,1 0 0,3 1 0,1-1 0,2 0 0,4-4 0,1-1 0,4-2 0,7 0 0,2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558"/>
    </inkml:context>
    <inkml:brush xml:id="br0">
      <inkml:brushProperty name="width" value="0.05292" units="cm"/>
      <inkml:brushProperty name="height" value="0.05292" units="cm"/>
      <inkml:brushProperty name="color" value="#BA782F"/>
    </inkml:brush>
  </inkml:definitions>
  <inkml:trace contextRef="#ctx0" brushRef="#br0">0 1 24575,'4'94'0,"-1"2"0,0-2 0,0 0 0,1 1 0,-1-24 0,0 1 0,0 14 0,2 26 0,-1 4 0,0-15 0,-1-35 0,0-28 0,-1-1 0,0-2 0,1-2 0,1-3 0,0-1 0,-1-1 0,1-4 0,-2-2 0,2-2 0,-2-3 0,0 1 0,-1-2 0,1-4 0,1-4 0,1 1 0,2 4 0,-1 3 0,1 2 0,-1 0 0,1 4 0,-1-1 0,-2 2 0,-1-1 0,2-4 0,-2 0 0,0-2 0,-1-1 0,-1-4 0,0 0 0,0 1 0,0-7 0,0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55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1 223 24575,'12'-6'0,"7"-1"0,5-3 0,5-3 0,0-4 0,-1 0 0,2 0 0,2 1 0,-1 0 0,-1-1 0,-2 5 0,1 0 0,1 1 0,-1 0 0,0 1 0,-3 2 0,-2 2 0,-1 0 0,-6 2 0,-1 0 0,-2 2 0,-2 2 0,-1 0 0,-1 0 0,-2 0 0,0 0 0,0 0 0,1 0 0,-1 0 0,0 0 0,0 0 0,1 0 0,0 0 0,0 0 0,0 0 0,-2 0 0,0 0 0,0 0 0,-3 1 0,-3 4 0,-5 3 0,-3 4 0,1 3 0,-2 1 0,0 2 0,2 0 0,1-2 0,2-3 0,1-3 0,1 0 0,0 0 0,1-1 0,-1 0 0,1 0 0,-1 0 0,0-1 0,-1 0 0,0 0 0,2 1 0,0 0 0,0-1 0,0 0 0,0 2 0,0-2 0,0 1 0,0-1 0,0 2 0,0 0 0,0 0 0,0 0 0,0-1 0,0-1 0,0 2 0,0-1 0,0 0 0,1 0 0,1 1 0,0-1 0,-1 1 0,-1-2 0,2-1 0,-1 0 0,3 2 0,-1 4 0,-1 0 0,0 0 0,-1-1 0,2 2 0,-1 0 0,1 0 0,-1 2 0,2 0 0,-2 2 0,1 0 0,0 0 0,-1-1 0,1 4 0,0 2 0,-1 4 0,0 6 0,-2 1 0,3 4 0,-1 4 0,1-1 0,0 0 0,-1-2 0,1-3 0,-1-2 0,0 1 0,0-1 0,2 0 0,0 1 0,0-1 0,0 2 0,-2-1 0,0-1 0,-1 0 0,1-2 0,1-3 0,-1 2 0,1 2 0,0 0 0,-1 1 0,1-2 0,-1-1 0,1-1 0,-1 4 0,1 0 0,0 3 0,-1 3 0,2-2 0,-2 0 0,1-4 0,0-2 0,0-2 0,-1 1 0,-1-2 0,0-4 0,1 0 0,0-3 0,0 1 0,-2-1 0,2-4 0,-1-3 0,1-3 0,0 1 0,-2-2 0,1-1 0,1 0 0,1-1 0,-1 0 0,0 0 0,1-2 0,-1-4 0,0-2 0,0-3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56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23 0 24575,'0'44'0,"0"13"0,0 20 0,-2 18 0,0 4 0,-3 2 0,-1-4 0,1-7 0,2-1 0,3-8 0,0-2 0,0 4 0,0 3 0,0-3 0,0-1 0,0-11 0,0-6 0,0-6 0,0-12 0,0-6 0,0-5 0,0-4 0,0 1 0,2-2 0,1-2 0,4 1 0,2-1 0,1 0 0,1-1 0,-1-2 0,2 2 0,3-2 0,1-2 0,-1-3 0,2-7 0,-1-5 0,1-6 0,1-3 0,-1 0 0,4 0 0,0 0 0,1 0 0,-1-3 0,0-6 0,-1-3 0,2-4 0,1-2 0,0 0 0,1-6 0,0-1 0,1-3 0,3-3 0,0-1 0,3-4 0,2 4 0,2 1 0,1 5 0,1 2 0,2-4 0,1-2 0,-2 0 0,1-2 0,-7 6 0,1 0 0,0 3 0,-3 1 0,2 0 0,-1 0 0,-4 0 0,-2 1 0,-4 3 0,-5 3 0,-5 5 0,-1 3 0,-4 2 0,-3 2 0,-2 3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561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 0 24575,'0'23'0,"0"24"0,0 21 0,0 27 0,0-42 0,0 0 0,1 0 0,1 0 0,0 1 0,1 1 0,4 47 0,2 0 0,0-6 0,-1-3 0,0-7 0,-1-4 0,2-1 0,1-5 0,-2-4 0,0-6 0,-1-1 0,0-4 0,0-5 0,0-4 0,-1-4 0,-1-3 0,2 1 0,-3-5 0,1-4 0,-1-2 0,-3-8 0,2-2 0,0-3 0,-1-5 0,1 0 0,-1 1 0,0-4 0,-1 1 0,0-6 0,1 0 0,-1 2 0,1-2 0,-2 2 0,2-1 0,-1-2 0,2 2 0,-2-2 0,0 0 0,0-1 0,0 2 0,1 1 0,-1 0 0,-1-1 0,0-2 0,0 2 0,0 3 0,0 1 0,0 0 0,0 0 0,0-2 0,0-2 0,0 1 0,0-6 0,0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552"/>
    </inkml:context>
    <inkml:brush xml:id="br0">
      <inkml:brushProperty name="width" value="0.05292" units="cm"/>
      <inkml:brushProperty name="height" value="0.05292" units="cm"/>
      <inkml:brushProperty name="color" value="#9339E4"/>
    </inkml:brush>
  </inkml:definitions>
  <inkml:trace contextRef="#ctx0" brushRef="#br0">1 320 24575,'0'-9'0,"0"-2"0,0 3 0,0-4 0,0-2 0,0 1 0,0-3 0,0-3 0,0 0 0,0-4 0,2 3 0,2 2 0,1 3 0,1 0 0,1 3 0,-1 2 0,2 1 0,1-1 0,2 0 0,0-1 0,-1 1 0,0 3 0,1 1 0,1 1 0,0 2 0,0 3 0,-1 0 0,-1 0 0,0 0 0,1 0 0,1 0 0,2 0 0,2 0 0,3 0 0,4 0 0,0 0 0,4-3 0,1-1 0,-1 0 0,1 1 0,-3 3 0,-2 0 0,-4 0 0,-4 0 0,-2 0 0,-1 0 0,1 0 0,-3 1 0,-1 3 0,-1 3 0,-1 4 0,-2 1 0,1 2 0,-3 2 0,-1 2 0,0 0 0,-2 0 0,0 3 0,0 1 0,0 1 0,0 2 0,0-1 0,0-2 0,0 0 0,0-4 0,0 1 0,0 2 0,0 5 0,0 0 0,0 4 0,0-4 0,-1 2 0,-1-2 0,-2 0 0,-3 5 0,-2 0 0,-1 3 0,-1-1 0,0-1 0,0-2 0,1-2 0,-1-1 0,-1-1 0,-3 0 0,-1 0 0,0 0 0,0 0 0,3-3 0,0-1 0,0-4 0,-1 0 0,-1 2 0,-3-1 0,-2 1 0,0-3 0,-1 1 0,0-4 0,2 1 0,0 0 0,2-1 0,1-1 0,0-2 0,1 2 0,3-3 0,-1 0 0,1 0 0,1-1 0,0-2 0,3-1 0,-1 0 0,1-2 0,6-8 0,8-8 0,9-7 0,7-5 0,4 2 0,1 3 0,-2 1 0,-2 4 0,-2 0 0,-2-2 0,1 2 0,-3-1 0,-1 4 0,2 2 0,0 1 0,5 1 0,4-1 0,0 1 0,-1 1 0,-1-2 0,-1 1 0,-3 1 0,0 3 0,0-2 0,0 1 0,2 1 0,1 0 0,0 3 0,0 0 0,-1 0 0,0 0 0,1 0 0,1 0 0,4 0 0,0 2 0,1 6 0,-4 5 0,-3 5 0,-4 1 0,-2 2 0,-2 1 0,-2 1 0,-2 0 0,-4 2 0,-3 1 0,-4 2 0,0 1 0,0-3 0,0-3 0,0 1 0,0-1 0,-1 0 0,-1-2 0,-2-3 0,-3 0 0,-1 0 0,-3 0 0,-2 3 0,0 2 0,-1 3 0,-2 4 0,-2 1 0,-2 4 0,-4 1 0,-1 3 0,-2 3 0,-3-1 0,0 0 0,-2-6 0,0-6 0,0-2 0,0-4 0,0-3 0,0-4 0,0-3 0,0-4 0,0 1 0,0-3 0,1 1 0,1-1 0,1 0 0,3 1 0,1-1 0,2 0 0,4-4 0,1-1 0,4-2 0,7 0 0,2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553"/>
    </inkml:context>
    <inkml:brush xml:id="br0">
      <inkml:brushProperty name="width" value="0.05292" units="cm"/>
      <inkml:brushProperty name="height" value="0.05292" units="cm"/>
      <inkml:brushProperty name="color" value="#9339E4"/>
    </inkml:brush>
  </inkml:definitions>
  <inkml:trace contextRef="#ctx0" brushRef="#br0">0 1 24575,'4'94'0,"-1"2"0,0-2 0,0 0 0,1 1 0,-1-24 0,0 1 0,0 14 0,2 26 0,-1 4 0,0-15 0,-1-35 0,0-28 0,-1-1 0,0-2 0,1-2 0,1-3 0,0-1 0,-1-1 0,1-4 0,-2-2 0,2-2 0,-2-3 0,0 1 0,-1-2 0,1-4 0,1-4 0,1 1 0,2 4 0,-1 3 0,1 2 0,-1 0 0,1 4 0,-1-1 0,-2 2 0,-1-1 0,2-4 0,-2 0 0,0-2 0,-1-1 0,-1-4 0,0 0 0,0 1 0,0-7 0,0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55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1 223 24575,'12'-6'0,"7"-1"0,5-3 0,5-3 0,0-4 0,-1 0 0,2 0 0,2 1 0,-1 0 0,-1-1 0,-2 5 0,1 0 0,1 1 0,-1 0 0,0 1 0,-3 2 0,-2 2 0,-1 0 0,-6 2 0,-1 0 0,-2 2 0,-2 2 0,-1 0 0,-1 0 0,-2 0 0,0 0 0,0 0 0,1 0 0,-1 0 0,0 0 0,0 0 0,1 0 0,0 0 0,0 0 0,0 0 0,-2 0 0,0 0 0,0 0 0,-3 1 0,-3 4 0,-5 3 0,-3 4 0,1 3 0,-2 1 0,0 2 0,2 0 0,1-2 0,2-3 0,1-3 0,1 0 0,0 0 0,1-1 0,-1 0 0,1 0 0,-1 0 0,0-1 0,-1 0 0,0 0 0,2 1 0,0 0 0,0-1 0,0 0 0,0 2 0,0-2 0,0 1 0,0-1 0,0 2 0,0 0 0,0 0 0,0 0 0,0-1 0,0-1 0,0 2 0,0-1 0,0 0 0,1 0 0,1 1 0,0-1 0,-1 1 0,-1-2 0,2-1 0,-1 0 0,3 2 0,-1 4 0,-1 0 0,0 0 0,-1-1 0,2 2 0,-1 0 0,1 0 0,-1 2 0,2 0 0,-2 2 0,1 0 0,0 0 0,-1-1 0,1 4 0,0 2 0,-1 4 0,-1 6 0,0 1 0,2 4 0,-1 4 0,1-1 0,0 0 0,-1-2 0,1-3 0,-1-2 0,0 1 0,0-1 0,2 0 0,0 1 0,0-1 0,0 2 0,-2-1 0,0-1 0,-1 0 0,1-2 0,1-3 0,-1 2 0,1 2 0,0 0 0,-1 1 0,1-2 0,-1-1 0,1-1 0,-1 4 0,1 0 0,0 3 0,-1 3 0,2-2 0,-2 0 0,1-4 0,0-2 0,0-2 0,-1 1 0,-1-2 0,0-4 0,1 0 0,0-3 0,0 1 0,-2-1 0,2-4 0,-1-3 0,1-3 0,0 1 0,-2-2 0,1-1 0,1 0 0,1-1 0,-1 0 0,0 0 0,1-2 0,-1-4 0,0-2 0,0-3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55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23 0 24575,'0'44'0,"0"13"0,0 20 0,-2 18 0,0 4 0,-3 2 0,-1-4 0,1-7 0,2-1 0,3-8 0,0-2 0,0 4 0,0 3 0,0-3 0,0-1 0,0-11 0,0-6 0,0-6 0,0-12 0,0-6 0,0-5 0,0-4 0,0 1 0,2-2 0,1-2 0,4 1 0,2-1 0,1 0 0,1-1 0,-1-2 0,2 2 0,3-2 0,1-2 0,-1-3 0,2-7 0,-1-5 0,1-6 0,1-3 0,-1 0 0,4 0 0,0 0 0,1 0 0,-1-3 0,0-6 0,-1-3 0,2-4 0,1-2 0,0 0 0,1-6 0,-1-1 0,2-3 0,4-3 0,-1-1 0,3-4 0,2 4 0,2 1 0,1 5 0,1 2 0,2-4 0,1-2 0,-2 0 0,1-2 0,-7 6 0,0 0 0,2 3 0,-4 1 0,2 0 0,-1 0 0,-4 0 0,-2 1 0,-4 3 0,-5 3 0,-5 5 0,-1 3 0,-4 2 0,-3 2 0,-2 3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556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 0 24575,'0'23'0,"0"24"0,0 21 0,0 27 0,0-42 0,0 0 0,1 0 0,1 0 0,0 1 0,1 1 0,4 47 0,2 0 0,0-6 0,-1-3 0,0-7 0,-1-4 0,2-1 0,1-5 0,-2-4 0,0-6 0,-1-1 0,0-4 0,0-5 0,0-4 0,-1-4 0,-1-3 0,2 1 0,-2-5 0,-1-4 0,0-2 0,-3-8 0,2-2 0,0-3 0,-1-5 0,1 0 0,-1 1 0,0-4 0,-1 1 0,0-6 0,1 0 0,-1 2 0,1-2 0,-2 2 0,2-1 0,-1-2 0,2 2 0,-2-2 0,0 0 0,0-1 0,0 2 0,1 1 0,-1 0 0,-1-1 0,0-2 0,0 2 0,0 3 0,0 1 0,0 0 0,0 0 0,0-2 0,0-2 0,0 1 0,0-6 0,0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562"/>
    </inkml:context>
    <inkml:brush xml:id="br0">
      <inkml:brushProperty name="width" value="0.1" units="cm"/>
      <inkml:brushProperty name="height" value="0.1" units="cm"/>
      <inkml:brushProperty name="color" value="#338E52"/>
    </inkml:brush>
  </inkml:definitions>
  <inkml:trace contextRef="#ctx0" brushRef="#br0">0 330 24575,'0'-9'0,"0"-2"0,0 2 0,0-3 0,0-3 0,0 2 0,0-4 0,0-2 0,0-1 0,2-3 0,0 2 0,3 2 0,2 3 0,2 1 0,1 3 0,0 2 0,1 0 0,2 0 0,2-1 0,1 0 0,-1 1 0,0 2 0,0 2 0,2 1 0,0 3 0,1 1 0,-2 1 0,-2 0 0,1 0 0,0 0 0,2 0 0,4 0 0,3 0 0,3 0 0,6 0 0,0 0 0,5-3 0,3-1 0,-2 0 0,2 1 0,-4 3 0,-6 0 0,-3 0 0,-6 0 0,-4 0 0,0 0 0,0 0 0,-2 1 0,-4 3 0,-1 4 0,-1 2 0,-2 3 0,0 2 0,-3 1 0,-2 2 0,-1 1 0,-2 0 0,0 2 0,0 2 0,0 1 0,0 2 0,0-2 0,0-1 0,0-1 0,0-3 0,0 1 0,0 2 0,0 4 0,0 2 0,0 2 0,0-3 0,-1 2 0,-2-2 0,-2 0 0,-5 4 0,-2 1 0,-4 3 0,0 0 0,0-2 0,1-2 0,1-3 0,-3 1 0,0-3 0,-5 1 0,-1 0 0,0 0 0,1 0 0,2-3 0,1-1 0,1-5 0,-2 1 0,-2 1 0,-4 0 0,-4 1 0,2-3 0,-2-1 0,0-1 0,2-1 0,1-1 0,2 1 0,2-1 0,0-3 0,2 2 0,3-2 0,0 0 0,0-1 0,2-2 0,1 0 0,2-1 0,1-1 0,1-2 0,8-9 0,11-7 0,13-8 0,11-4 0,7 1 0,-1 4 0,-2 0 0,-3 4 0,-3 0 0,-2-1 0,0 1 0,-2 1 0,-3 2 0,2 3 0,1 0 0,7 2 0,6-1 0,1 1 0,-3 0 0,-1-1 0,-2 1 0,-3 1 0,0 3 0,-1-2 0,0 1 0,3 0 0,1 1 0,1 3 0,-1 0 0,0 0 0,0 0 0,-1 0 0,5 0 0,3 0 0,1 3 0,1 5 0,-6 5 0,-3 6 0,-7 1 0,-2 0 0,-4 3 0,-2 1 0,-3 0 0,-6 2 0,-5 0 0,-4 4 0,-1 0 0,0-3 0,0-3 0,0 0 0,0-1 0,-1 1 0,-3-2 0,-1-3 0,-5 0 0,-2-1 0,-4 1 0,-2 2 0,-1 2 0,-1 5 0,-3 3 0,-3 1 0,-4 4 0,-5 1 0,0 3 0,-5 4 0,-2-2 0,-2 0 0,-2-6 0,0-5 0,0-4 0,0-3 0,0-4 0,0-3 0,-1-3 0,1-5 0,0 1 0,-1-2 0,2 0 0,3-1 0,0 0 0,4 2 0,2-2 0,3 0 0,5-4 0,3-1 0,4-2 0,10 1 0,4-1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4:42:37.563"/>
    </inkml:context>
    <inkml:brush xml:id="br0">
      <inkml:brushProperty name="width" value="0.1" units="cm"/>
      <inkml:brushProperty name="height" value="0.1" units="cm"/>
      <inkml:brushProperty name="color" value="#338E52"/>
    </inkml:brush>
  </inkml:definitions>
  <inkml:trace contextRef="#ctx0" brushRef="#br0">0 1 24575,'5'97'0,"0"1"0,0 0 0,0-1 0,-1 1 0,1-24 0,-1 0 0,1 15 0,1 26 0,1 5 0,-1-16 0,-2-36 0,0-29 0,-1 0 0,0-2 0,1-4 0,2-2 0,0-1 0,-1-2 0,0-2 0,-2-3 0,2-4 0,-2 0 0,0-1 0,-1-2 0,0-4 0,2-2 0,4-1 0,0 4 0,-1 4 0,1 1 0,0 1 0,-1 3 0,1 1 0,-3 0 0,-2-1 0,1-3 0,-1 0 0,0-3 0,-1-1 0,-1-2 0,-1-2 0,0 0 0,0-5 0,0-1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14:47.761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0 324 24575,'0'-37'0,"0"18"0,0-24 0,3 21 0,0 0 0,4 1 0,2 7 0,1 0 0,1 3 0,0-1 0,-2 1 0,0-1 0,1 1 0,0 1 0,3 0 0,0 2 0,-1 0 0,-1 0 0,0 2 0,1-1 0,0 4 0,1-1 0,0 1 0,0-1 0,-2 1 0,0 3 0,0 0 0,1 0 0,1 0 0,0 0 0,0 0 0,0 0 0,-1 0 0,-1 0 0,0 0 0,1 0 0,1 0 0,0 0 0,1 0 0,-1 0 0,0 0 0,0 0 0,-2 0 0,1 0 0,-1 2 0,1 4 0,1 0 0,5 4 0,1-2 0,4 0 0,1 1 0,0-2 0,2 2 0,-1 2 0,3 0 0,-2-1 0,2 2 0,1 1 0,-3 2 0,1 0 0,-5-2 0,-5 0 0,-2-1 0,1 0 0,2 2 0,1 1 0,-1-1 0,-7 4 0,-4 1 0,-2-2 0,-3 2 0,1-3 0,0 1 0,-2 0 0,0-2 0,-1 3 0,0 1 0,0 0 0,0-3 0,0-5 0,0 0 0,0 1 0,0 1 0,0 0 0,0 0 0,0 5 0,0 1 0,0-2 0,0-1 0,0-5 0,0 0 0,0 3 0,0-1 0,-3 0 0,0 1 0,-4-1 0,-1 1 0,-2 2 0,-2 0 0,-1 4 0,-2-1 0,0 5 0,2-1 0,1 2 0,0-2 0,2-2 0,-4 2 0,1 1 0,-2 6 0,-2 4 0,0-4 0,0 0 0,1-1 0,-1 1 0,1-1 0,2-5 0,1-4 0,0 0 0,2 2 0,-1 2 0,0 0 0,0-4 0,-3 3 0,1-4 0,0 1 0,1 3 0,-4-1 0,-2 4 0,-6 4 0,0 0 0,-1 4 0,1-4 0,0-1 0,2-4 0,5-1 0,-3 2 0,5-4 0,-5 3 0,1-4 0,5-1 0,1-1 0,3-6 0,2-1 0,-2-1 0,2 0 0,0 1 0,0-2 0,-2 0 0,1 1 0,0-1 0,0 3 0,0-3 0,-2-2 0,1 0 0,-1 0 0,0 1 0,2 1 0,0-3 0,3-1 0,0 1 0,1-2 0,0 1 0,0 0 0,3 2 0,-2 0 0,1 0 0,-1-2 0,-1-1 0,5 1 0,2-3 0,5 0 0,4-2 0,1-1 0,3 0 0,-1-3 0,5-1 0,0 1 0,1 0 0,0 1 0,-4-2 0,5-3 0,2-1 0,2 2 0,0-1 0,0 2 0,4 1 0,1-2 0,-1 1 0,-4-2 0,0-1 0,-2 4 0,5-3 0,1 1 0,-2 1 0,-2 1 0,-2 0 0,-4 0 0,-1-1 0,-2 1 0,-3 4 0,1 0 0,0 0 0,1 0 0,-1 0 0,0 0 0,-1 0 0,-1 0 0,0 0 0,1 0 0,1 0 0,0 0 0,0 0 0,1-2 0,-3-2 0,0 0 0,0 2 0,1 2 0,1 0 0,0 0 0,0 0 0,1 0 0,-1 0 0,-2 0 0,1 0 0,-2 0 0,1 0 0,-1 0 0,0 0 0,-1 0 0,1 0 0,-3-5 0,1-1 0,-1 0 0,1 2 0,2 3 0,0 1 0,-1 0 0,1 0 0,-5 0 0,0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15:20.38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0 209 24575,'0'-23'0,"0"10"0,0-14 0,2 12 0,0 1 0,2 0 0,2 5 0,0 1 0,2 0 0,-1 1 0,-1-1 0,-1 0 0,2 1 0,0 1 0,1-1 0,0 2 0,0 0 0,-1 0 0,0 1 0,1 0 0,0 2 0,0-1 0,1 1 0,-1 0 0,-1 0 0,1 1 0,-1 1 0,0 0 0,2 0 0,-1 0 0,1 0 0,-1 0 0,-1 0 0,1 0 0,-1 0 0,0 0 0,2 0 0,-1 0 0,1 0 0,0 0 0,-1 0 0,1 0 0,-2 0 0,0 0 0,1 2 0,-1 2 0,2 0 0,2 2 0,1-1 0,3 1 0,1-1 0,0 0 0,0 1 0,0 1 0,3 0 0,-3 0 0,3 0 0,0 1 0,-3 2 0,2 0 0,-4-1 0,-3-1 0,-1-1 0,0 1 0,2 2 0,0-1 0,-1 0 0,-3 3 0,-4 0 0,-1-1 0,-1 1 0,0-2 0,0 1 0,-2 1 0,1-3 0,-1 3 0,0 0 0,0 0 0,0-1 0,0-4 0,0 0 0,0 1 0,0 0 0,0 1 0,0-1 0,0 4 0,0 0 0,0-1 0,0-1 0,0-3 0,0 1 0,0 0 0,0 1 0,-2 0 0,0-1 0,-3 1 0,0 0 0,-1 1 0,-2 0 0,-1 3 0,0 0 0,-1 2 0,2 1 0,0-1 0,0 1 0,2-3 0,-3 2 0,0 0 0,-1 5 0,-1 1 0,1-1 0,-1-1 0,0 0 0,0 1 0,1-2 0,1-2 0,1-3 0,-1 0 0,2 1 0,-1 2 0,0-1 0,1-2 0,-3 2 0,1-3 0,0 1 0,0 2 0,-1-1 0,-3 3 0,-3 2 0,0 1 0,-1 2 0,1-3 0,0 0 0,1-3 0,3 0 0,-1 0 0,2-1 0,-2 1 0,0-2 0,3-2 0,1 0 0,2-3 0,1-1 0,-1-1 0,1 0 0,1 1 0,-2-2 0,0 1 0,1-1 0,-1 1 0,1 2 0,-1-3 0,0-1 0,0 0 0,-1 1 0,0 0 0,2 0 0,-1-2 0,3 1 0,-1-1 0,1-1 0,0 1 0,1 0 0,1 1 0,-2 0 0,2 0 0,-2-1 0,1-1 0,2 1 0,1-2 0,4 0 0,3-1 0,0-1 0,2 0 0,-1-2 0,4 0 0,0-1 0,0 1 0,0 1 0,-2-1 0,3-3 0,1 0 0,2 1 0,-1-1 0,1 3 0,2-1 0,1-1 0,-1 1 0,-3-2 0,1 0 0,-2 2 0,3-2 0,2 2 0,-3 0 0,0 0 0,-1 1 0,-4-1 0,0 0 0,-1 0 0,-3 3 0,2 0 0,-1 0 0,1 0 0,0 0 0,-1 0 0,0 0 0,-1 0 0,0 0 0,1 0 0,0 0 0,1 0 0,-1 0 0,1-2 0,-2 0 0,0 0 0,1 0 0,-1 2 0,1 0 0,1 0 0,0 0 0,-1 0 0,1 0 0,-2 0 0,0 0 0,0 0 0,0 0 0,0 0 0,-1 0 0,0 0 0,0 0 0,-1-3 0,0-1 0,0 1 0,0-1 0,1 4 0,1 0 0,-1 0 0,0 0 0,-3 0 0,0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16:08.67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0 209 24575,'0'-23'0,"0"10"0,0-14 0,2 12 0,0 1 0,2 0 0,2 5 0,0 1 0,2 0 0,-1 1 0,-1-1 0,-1 0 0,2 1 0,0 1 0,1-1 0,0 2 0,0 0 0,-1 0 0,0 1 0,1 0 0,0 2 0,0-1 0,1 1 0,-1 0 0,-1 0 0,1 1 0,-1 1 0,0 0 0,2 0 0,-1 0 0,1 0 0,-1 0 0,-1 0 0,1 0 0,-1 0 0,0 0 0,2 0 0,-1 0 0,1 0 0,0 0 0,-1 0 0,1 0 0,-2 0 0,0 0 0,1 2 0,-1 2 0,2 0 0,2 2 0,1-1 0,3 1 0,1-1 0,0 0 0,0 1 0,0 1 0,3 0 0,-3 0 0,3 0 0,0 1 0,-3 2 0,2 0 0,-4-1 0,-3-1 0,-1-1 0,0 1 0,2 2 0,0-1 0,-1 0 0,-3 3 0,-4 0 0,-1-1 0,-1 1 0,0-2 0,0 1 0,-2 1 0,1-3 0,-1 3 0,0 0 0,0 0 0,0-1 0,0-4 0,0 0 0,0 1 0,0 0 0,0 1 0,0-1 0,0 4 0,0 0 0,0-1 0,0-1 0,0-3 0,0 1 0,0 0 0,0 1 0,-2 0 0,0-1 0,-3 1 0,0 0 0,-1 1 0,-2 0 0,-1 3 0,0 0 0,-1 2 0,2 1 0,0-1 0,0 1 0,2-3 0,-3 2 0,0 0 0,-1 5 0,-1 1 0,1-1 0,-1-1 0,0 0 0,0 1 0,1-2 0,1-2 0,1-3 0,-1 0 0,2 1 0,-1 2 0,0-1 0,1-2 0,-3 2 0,1-3 0,0 1 0,0 2 0,-1-1 0,-3 3 0,-3 2 0,0 1 0,-1 2 0,1-3 0,0 0 0,1-3 0,3 0 0,-1 0 0,2-1 0,-2 1 0,0-2 0,3-2 0,1 0 0,2-3 0,1-1 0,-1-1 0,1 0 0,1 1 0,-2-2 0,0 1 0,1-1 0,-1 1 0,1 2 0,-1-3 0,0-1 0,0 0 0,-1 1 0,0 0 0,2 0 0,-1-2 0,3 1 0,-1-1 0,1-1 0,0 1 0,1 0 0,1 1 0,-2 0 0,2 0 0,-2-1 0,1-1 0,2 1 0,1-2 0,4 0 0,3-1 0,0-1 0,2 0 0,-1-2 0,4 0 0,0-1 0,0 1 0,0 1 0,-2-1 0,3-3 0,1 0 0,2 1 0,-1-1 0,1 3 0,2-1 0,1-1 0,-1 1 0,-3-2 0,1 0 0,-2 2 0,3-2 0,2 2 0,-3 0 0,0 0 0,-1 1 0,-4-1 0,0 0 0,-1 0 0,-3 3 0,2 0 0,-1 0 0,1 0 0,0 0 0,-1 0 0,0 0 0,-1 0 0,0 0 0,1 0 0,0 0 0,1 0 0,-1 0 0,1-2 0,-2 0 0,0 0 0,1 0 0,-1 2 0,1 0 0,1 0 0,0 0 0,-1 0 0,1 0 0,-2 0 0,0 0 0,0 0 0,0 0 0,0 0 0,-1 0 0,0 0 0,0 0 0,-1-3 0,0-1 0,0 1 0,0-1 0,1 4 0,1 0 0,-1 0 0,0 0 0,-3 0 0,0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16:57.037"/>
    </inkml:context>
    <inkml:brush xml:id="br0">
      <inkml:brushProperty name="width" value="0.05292" units="cm"/>
      <inkml:brushProperty name="height" value="0.05292" units="cm"/>
      <inkml:brushProperty name="color" value="#5047DF"/>
    </inkml:brush>
  </inkml:definitions>
  <inkml:trace contextRef="#ctx0" brushRef="#br0">0 209 24575,'0'-23'0,"0"10"0,0-14 0,2 12 0,0 1 0,2 0 0,2 5 0,0 1 0,2 0 0,-1 1 0,-1-1 0,-1 0 0,2 1 0,0 1 0,1-1 0,0 2 0,0 0 0,-1 0 0,0 1 0,1 0 0,0 2 0,0-1 0,1 1 0,-1 0 0,-1 0 0,1 1 0,-1 1 0,0 0 0,2 0 0,-1 0 0,1 0 0,-1 0 0,-1 0 0,1 0 0,-1 0 0,0 0 0,2 0 0,-1 0 0,1 0 0,0 0 0,-1 0 0,1 0 0,-2 0 0,0 0 0,1 2 0,-1 2 0,2 0 0,2 2 0,1-1 0,3 1 0,1-1 0,0 0 0,0 1 0,0 1 0,3 0 0,-3 0 0,3 0 0,0 1 0,-3 2 0,2 0 0,-4-1 0,-3-1 0,-1-1 0,0 1 0,2 2 0,0-1 0,-1 0 0,-3 3 0,-4 0 0,-1-1 0,-1 1 0,0-2 0,0 1 0,-2 1 0,1-3 0,-1 3 0,0 0 0,0 0 0,0-1 0,0-4 0,0 0 0,0 1 0,0 0 0,0 1 0,0-1 0,0 4 0,0 0 0,0-1 0,0-1 0,0-3 0,0 1 0,0 0 0,0 1 0,-2 0 0,0-1 0,-3 1 0,0 0 0,-1 1 0,-2 0 0,-1 3 0,0 0 0,-1 2 0,2 1 0,0-1 0,0 1 0,2-3 0,-3 2 0,0 0 0,-1 5 0,-1 1 0,1-1 0,-1-1 0,0 0 0,0 1 0,1-2 0,1-2 0,1-3 0,-1 0 0,2 1 0,-1 2 0,0-1 0,1-2 0,-3 2 0,1-3 0,0 1 0,0 2 0,-1-1 0,-3 3 0,-3 2 0,0 1 0,-1 2 0,1-3 0,0 0 0,1-3 0,3 0 0,-1 0 0,2-1 0,-2 1 0,0-2 0,3-2 0,1 0 0,2-3 0,1-1 0,-1-1 0,1 0 0,1 1 0,-2-2 0,0 1 0,1-1 0,-1 1 0,1 2 0,-1-3 0,0-1 0,0 0 0,-1 1 0,0 0 0,2 0 0,-1-2 0,3 1 0,-1-1 0,1-1 0,0 1 0,1 0 0,1 1 0,-2 0 0,2 0 0,-2-1 0,1-1 0,2 1 0,1-2 0,4 0 0,3-1 0,0-1 0,2 0 0,-1-2 0,4 0 0,0-1 0,0 1 0,0 1 0,-2-1 0,3-3 0,1 0 0,2 1 0,-1-1 0,1 3 0,2-1 0,1-1 0,-1 1 0,-3-2 0,1 0 0,-2 2 0,3-2 0,2 2 0,-3 0 0,0 0 0,-1 1 0,-4-1 0,0 0 0,-1 0 0,-3 3 0,2 0 0,-1 0 0,1 0 0,0 0 0,-1 0 0,0 0 0,-1 0 0,0 0 0,1 0 0,0 0 0,1 0 0,-1 0 0,1-2 0,-2 0 0,0 0 0,1 0 0,-1 2 0,1 0 0,1 0 0,0 0 0,-1 0 0,1 0 0,-2 0 0,0 0 0,0 0 0,0 0 0,0 0 0,-1 0 0,0 0 0,0 0 0,-1-3 0,0-1 0,0 1 0,0-1 0,1 4 0,1 0 0,-1 0 0,0 0 0,-3 0 0,0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18:25.59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0 209 24575,'0'-23'0,"0"10"0,0-14 0,2 12 0,0 1 0,2 0 0,2 5 0,0 1 0,2 0 0,-1 1 0,-1-1 0,-1 0 0,2 1 0,0 1 0,1-1 0,0 2 0,0 0 0,-1 0 0,0 1 0,1 0 0,0 2 0,0-1 0,1 1 0,-1 0 0,-1 0 0,1 1 0,-1 1 0,0 0 0,2 0 0,-1 0 0,1 0 0,-1 0 0,-1 0 0,1 0 0,-1 0 0,0 0 0,2 0 0,-1 0 0,1 0 0,0 0 0,-1 0 0,1 0 0,-2 0 0,0 0 0,1 2 0,-1 2 0,2 0 0,2 2 0,1-1 0,3 1 0,1-1 0,0 0 0,0 1 0,0 1 0,3 0 0,-3 0 0,3 0 0,0 1 0,-3 2 0,2 0 0,-4-1 0,-3-1 0,-1-1 0,0 1 0,2 2 0,0-1 0,-1 0 0,-3 3 0,-4 0 0,-1-1 0,-1 1 0,0-2 0,0 1 0,-2 1 0,1-3 0,-1 3 0,0 0 0,0 0 0,0-1 0,0-4 0,0 0 0,0 1 0,0 0 0,0 1 0,0-1 0,0 4 0,0 0 0,0-1 0,0-1 0,0-3 0,0 1 0,0 0 0,0 1 0,-2 0 0,0-1 0,-3 1 0,0 0 0,-1 1 0,-2 0 0,-1 3 0,0 0 0,-1 2 0,2 1 0,0-1 0,0 1 0,2-3 0,-3 2 0,0 0 0,-1 5 0,-1 1 0,1-1 0,-1-1 0,0 0 0,0 1 0,1-2 0,1-2 0,1-3 0,-1 0 0,2 1 0,-1 2 0,0-1 0,1-2 0,-3 2 0,1-3 0,0 1 0,0 2 0,-1-1 0,-3 3 0,-3 2 0,0 1 0,-1 2 0,1-3 0,0 0 0,1-3 0,3 0 0,-1 0 0,2-1 0,-2 1 0,0-2 0,3-2 0,1 0 0,2-3 0,1-1 0,-1-1 0,1 0 0,1 1 0,-2-2 0,0 1 0,1-1 0,-1 1 0,1 2 0,-1-3 0,0-1 0,0 0 0,-1 1 0,0 0 0,2 0 0,-1-2 0,3 1 0,-1-1 0,1-1 0,0 1 0,1 0 0,1 1 0,-2 0 0,2 0 0,-2-1 0,1-1 0,2 1 0,1-2 0,4 0 0,3-1 0,0-1 0,2 0 0,-1-2 0,4 0 0,0-1 0,0 1 0,0 1 0,-2-1 0,3-3 0,1 0 0,2 1 0,-1-1 0,1 3 0,2-1 0,1-1 0,-1 1 0,-3-2 0,1 0 0,-2 2 0,3-2 0,2 2 0,-3 0 0,0 0 0,-1 1 0,-4-1 0,0 0 0,-1 0 0,-3 3 0,2 0 0,-1 0 0,1 0 0,0 0 0,-1 0 0,0 0 0,-1 0 0,0 0 0,1 0 0,0 0 0,1 0 0,-1 0 0,1-2 0,-2 0 0,0 0 0,1 0 0,-1 2 0,1 0 0,1 0 0,0 0 0,-1 0 0,1 0 0,-2 0 0,0 0 0,0 0 0,0 0 0,0 0 0,-1 0 0,0 0 0,0 0 0,-1-3 0,0-1 0,0 1 0,0-1 0,1 4 0,1 0 0,-1 0 0,0 0 0,-3 0 0,0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20:13.0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0 320 24575,'0'-36'0,"0"17"0,0-24 0,3 21 0,0 0 0,3 1 0,3 8 0,1 0 0,1 1 0,0 1 0,-2-1 0,0 1 0,1 0 0,0 1 0,3 0 0,0 2 0,-2 0 0,0 0 0,0 2 0,0 0 0,2 3 0,-1-1 0,2 0 0,-2 1 0,-1 0 0,0 3 0,0 0 0,1 0 0,0 0 0,2 0 0,-2 0 0,1 0 0,-1 0 0,-1 0 0,0 0 0,0 0 0,2 0 0,0 0 0,0 0 0,1 0 0,-1 0 0,-1 0 0,0 0 0,-1 0 0,0 2 0,1 4 0,1 0 0,4 4 0,2-3 0,3 2 0,2-1 0,0-1 0,1 3 0,0 0 0,3 1 0,-2-1 0,2 2 0,0 0 0,-3 3 0,2 0 0,-5-2 0,-6-1 0,0 0 0,-1 1 0,3 0 0,1 2 0,-2-1 0,-6 4 0,-4 0 0,-2-1 0,-2 1 0,0-2 0,-1 1 0,0 1 0,-2-4 0,0 4 0,0 1 0,0-1 0,0-2 0,0-5 0,0 0 0,0 0 0,0 2 0,0 0 0,0 1 0,0 3 0,0 1 0,0-1 0,0-1 0,0-5 0,0 0 0,0 2 0,0 0 0,-3 1 0,0-1 0,-4 0 0,-1 1 0,-1 1 0,-3 1 0,-1 4 0,-2-1 0,0 4 0,3 1 0,0 0 0,0-1 0,2-3 0,-4 3 0,1 1 0,-2 5 0,-2 4 0,1-3 0,-1 0 0,1-1 0,0 0 0,0 0 0,2-5 0,1-4 0,0-1 0,2 2 0,-1 4 0,0-2 0,1-3 0,-4 2 0,1-3 0,1 1 0,0 3 0,-4-2 0,-2 5 0,-5 3 0,-1 2 0,-1 2 0,1-3 0,1-2 0,1-4 0,5 0 0,-2 2 0,4-4 0,-5 2 0,1-3 0,6-1 0,0-2 0,3-4 0,2-2 0,-2-1 0,2-1 0,1 2 0,-2-2 0,0 0 0,-1 0 0,2 0 0,-1 3 0,0-3 0,-2-2 0,1-1 0,0 2 0,-1 0 0,2 0 0,0-2 0,3 0 0,0-1 0,1-1 0,0 1 0,1 0 0,2 2 0,-2-1 0,1 2 0,-2-4 0,1 1 0,3-1 0,3-1 0,5-2 0,4-1 0,2-1 0,1 0 0,0-3 0,5 0 0,0-1 0,0 2 0,1-1 0,-4 0 0,5-5 0,1 1 0,3 1 0,-1-1 0,2 2 0,2 2 0,2-4 0,-2 2 0,-3-2 0,0-1 0,-3 4 0,6-3 0,1 2 0,-3 0 0,-1 1 0,-2 0 0,-4-1 0,-2 1 0,-1 0 0,-3 4 0,1 0 0,0 0 0,0 0 0,0 0 0,0 0 0,-1 0 0,-1 0 0,0 0 0,0 0 0,2 0 0,0 0 0,0 0 0,0-2 0,-1-2 0,-1 1 0,0 0 0,0 3 0,2 0 0,0 0 0,0 0 0,0 0 0,0 0 0,-2 0 0,1 0 0,-2 0 0,0 0 0,1 0 0,-2 0 0,0 0 0,1 0 0,-3-5 0,1 0 0,-1-1 0,1 1 0,2 5 0,-1 0 0,1 0 0,-1 0 0,-4 0 0,0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20:51.163"/>
    </inkml:context>
    <inkml:brush xml:id="br0">
      <inkml:brushProperty name="width" value="0.1" units="cm"/>
      <inkml:brushProperty name="height" value="0.1" units="cm"/>
      <inkml:brushProperty name="color" value="#338E52"/>
    </inkml:brush>
  </inkml:definitions>
  <inkml:trace contextRef="#ctx0" brushRef="#br0">0 320 24575,'0'-36'0,"0"17"0,0-24 0,3 21 0,0 0 0,3 1 0,3 8 0,1 0 0,1 1 0,0 1 0,-2-1 0,0 1 0,1 0 0,0 1 0,3 0 0,0 2 0,-2 0 0,0 0 0,0 2 0,0 0 0,2 3 0,-1-1 0,2 0 0,-2 1 0,-1 0 0,0 3 0,0 0 0,1 0 0,0 0 0,2 0 0,-2 0 0,1 0 0,-1 0 0,-1 0 0,0 0 0,0 0 0,2 0 0,0 0 0,0 0 0,1 0 0,-1 0 0,-1 0 0,0 0 0,-1 0 0,0 2 0,1 4 0,1 0 0,4 4 0,2-3 0,3 2 0,2-1 0,0-1 0,1 3 0,0 0 0,3 1 0,-2-1 0,2 2 0,0 0 0,-3 3 0,2 0 0,-5-2 0,-6-1 0,0 0 0,-1 1 0,3 0 0,1 2 0,-2-1 0,-6 4 0,-4 0 0,-2-1 0,-2 1 0,0-2 0,-1 1 0,0 1 0,-2-4 0,0 4 0,0 1 0,0-1 0,0-2 0,0-5 0,0 0 0,0 0 0,0 2 0,0 0 0,0 1 0,0 3 0,0 1 0,0-1 0,0-1 0,0-5 0,0 0 0,0 2 0,0 0 0,-3 1 0,0-1 0,-4 0 0,-1 1 0,-1 1 0,-3 1 0,-1 4 0,-2-1 0,0 4 0,3 1 0,0 0 0,0-1 0,2-3 0,-4 3 0,1 1 0,-2 5 0,-2 4 0,1-3 0,-1 0 0,1-1 0,0 0 0,0 0 0,2-5 0,1-4 0,0-1 0,2 2 0,-1 4 0,0-2 0,1-3 0,-4 2 0,1-3 0,1 1 0,0 3 0,-4-2 0,-2 5 0,-5 3 0,-1 2 0,-1 2 0,1-3 0,1-2 0,1-4 0,5 0 0,-2 2 0,4-4 0,-5 2 0,1-3 0,6-1 0,0-2 0,3-4 0,2-2 0,-2-1 0,2-1 0,1 2 0,-2-2 0,0 0 0,-1 0 0,2 0 0,-1 3 0,0-3 0,-2-2 0,1-1 0,0 2 0,-1 0 0,2 0 0,0-2 0,3 0 0,0-1 0,1-1 0,0 1 0,1 0 0,2 2 0,-2-1 0,1 2 0,-2-4 0,1 1 0,3-1 0,3-1 0,5-2 0,4-1 0,2-1 0,1 0 0,0-3 0,5 0 0,0-1 0,0 2 0,1-1 0,-4 0 0,5-5 0,1 1 0,3 1 0,-1-1 0,2 2 0,2 2 0,2-4 0,-2 2 0,-3-2 0,0-1 0,-3 4 0,6-3 0,1 2 0,-3 0 0,-1 1 0,-2 0 0,-4-1 0,-2 1 0,-1 0 0,-3 4 0,1 0 0,0 0 0,0 0 0,0 0 0,0 0 0,-1 0 0,-1 0 0,0 0 0,0 0 0,2 0 0,0 0 0,0 0 0,0-2 0,-1-2 0,-1 1 0,0 0 0,0 3 0,2 0 0,0 0 0,0 0 0,0 0 0,0 0 0,-2 0 0,1 0 0,-2 0 0,0 0 0,1 0 0,-2 0 0,0 0 0,1 0 0,-3-5 0,1 0 0,-1-1 0,1 1 0,2 5 0,-1 0 0,1 0 0,-1 0 0,-4 0 0,0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21:16.9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1 438 24575,'0'-49'0,"0"23"0,0-32 0,3 28 0,2-1 0,3 3 0,4 9 0,2 1 0,1 2 0,0 1 0,-3-1 0,0 0 0,1 1 0,2 2 0,2-1 0,1 3 0,-2 0 0,-1 0 0,0 3 0,0 0 0,2 3 0,1 0 0,0 0 0,-1 0 0,-2 1 0,0 4 0,0 0 0,1 0 0,1 0 0,1 0 0,0 0 0,0 0 0,-3 0 0,0 0 0,0 0 0,1 0 0,2 0 0,-1 0 0,2 0 0,-1 0 0,0 0 0,-1 0 0,-1 0 0,-1 0 0,0 3 0,1 5 0,2 1 0,6 4 0,2-3 0,5 2 0,2-1 0,0-1 0,1 3 0,0 1 0,4 1 0,-3-1 0,4 2 0,0 1 0,-5 3 0,3 1 0,-7-3 0,-8-1 0,-1-1 0,0 1 0,4 2 0,0 0 0,0 1 0,-10 4 0,-6 1 0,-2-2 0,-4 3 0,2-4 0,-2 1 0,-1 1 0,-2-5 0,1 6 0,-1 1 0,0-1 0,0-3 0,0-7 0,0 0 0,0 0 0,0 3 0,0 0 0,0 0 0,0 6 0,0 1 0,0-1 0,0-3 0,0-6 0,0 1 0,0 1 0,0 1 0,-4 1 0,-1-1 0,-4 0 0,-2 1 0,-2 2 0,-3 0 0,-2 6 0,-2 0 0,0 5 0,2 0 0,2 1 0,0-1 0,1-5 0,-3 5 0,0 0 0,-2 9 0,-3 4 0,0-4 0,0 0 0,1-1 0,0 0 0,0-1 0,3-6 0,1-6 0,1 0 0,1 2 0,0 4 0,0-1 0,0-4 0,-4 2 0,0-4 0,2 1 0,0 5 0,-4-3 0,-5 7 0,-6 4 0,-1 1 0,-2 5 0,2-5 0,1-3 0,2-4 0,7-1 0,-5 2 0,7-5 0,-5 3 0,-1-4 0,8-2 0,1-2 0,5-6 0,1-3 0,-2-1 0,3 0 0,0 0 0,-1-1 0,-1 0 0,0 0 0,0 0 0,1 3 0,-1-3 0,-2-3 0,1-1 0,-1 2 0,0 0 0,2 1 0,1-4 0,3 0 0,1 0 0,0-2 0,2 1 0,-1-1 0,4 5 0,-3-2 0,2 2 0,-3-5 0,1 1 0,5-1 0,3-2 0,7-1 0,6-3 0,2-1 0,1 0 0,1-4 0,6-1 0,2 0 0,-1 1 0,0 1 0,-4-2 0,6-4 0,2-2 0,4 3 0,-1-2 0,1 4 0,5 1 0,2-4 0,-4 2 0,-3-3 0,0 0 0,-4 4 0,8-3 0,1 2 0,-3 0 0,-2 2 0,-3-1 0,-6 0 0,-1-1 0,-2 2 0,-6 5 0,3 0 0,0 0 0,0 0 0,0 0 0,0 0 0,-2 0 0,-1 0 0,0 0 0,1 0 0,1 0 0,1 0 0,0 0 0,0-3 0,-2-2 0,-1 0 0,0 1 0,0 4 0,3 0 0,0 0 0,0 0 0,0 0 0,0 0 0,-3 0 0,0 0 0,0 0 0,-1 0 0,0 0 0,-1 0 0,0 0 0,0 0 0,-3-6 0,0-2 0,0 0 0,1 2 0,3 6 0,-2-1 0,1 1 0,0 0 0,-5 0 0,-3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3:07:29.3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0 304 24575,'0'-9'0,"0"0"0,0 0 0,0-3 0,0-1 0,0 1 0,0-3 0,0-3 0,0 0 0,1-4 0,2 3 0,2 1 0,1 3 0,3 2 0,0 2 0,1 2 0,1-1 0,2 2 0,1-3 0,1 1 0,0 1 0,-1 2 0,1 0 0,0 4 0,3 0 0,-1 3 0,-2 0 0,-1 0 0,0 0 0,0 0 0,3 0 0,3 0 0,3 0 0,3 0 0,5 0 0,2 0 0,3-3 0,3-1 0,-1 1 0,1 0 0,-4 3 0,-3 0 0,-6 0 0,-5 0 0,-4 0 0,1 0 0,-1 0 0,-2 1 0,-3 2 0,-1 5 0,-2 2 0,-1 1 0,-1 2 0,-1 2 0,-4 3 0,0-1 0,-2-1 0,0 5 0,0 0 0,0 1 0,0 1 0,0 0 0,0-2 0,0-1 0,0-3 0,0 2 0,0 1 0,0 4 0,0 2 0,0 2 0,0-3 0,-1 1 0,-1-1 0,-3 0 0,-5 3 0,-2 2 0,-3 3 0,0-2 0,0-1 0,0-1 0,1-3 0,-3 0 0,1-1 0,-4-1 0,-3 0 0,0 2 0,3-1 0,1-3 0,0-2 0,2-3 0,-2 2 0,-3-2 0,-3 1 0,-3 2 0,1-3 0,-2-1 0,1-2 0,0 0 0,2-1 0,2 1 0,2-1 0,0-3 0,2 2 0,2-3 0,1 2 0,-1-2 0,3-2 0,1 1 0,2-2 0,-1 0 0,3-3 0,7-7 0,11-7 0,13-7 0,9-5 0,7 2 0,0 3 0,-2 2 0,-3 2 0,-3 0 0,-2-1 0,0 1 0,-3 1 0,-2 2 0,3 2 0,0 2 0,7 0 0,5 0 0,1 0 0,-2 1 0,-2-2 0,0 2 0,-5 0 0,1 3 0,-2-1 0,1 1 0,4-1 0,0 1 0,-1 3 0,2 0 0,-2 0 0,1 0 0,-1 0 0,5 0 0,2 0 0,1 2 0,1 6 0,-4 4 0,-6 5 0,-4 1 0,-3 2 0,-4 1 0,-1 1 0,-4 1 0,-5-1 0,-5 3 0,-5 2 0,0 1 0,0-3 0,0-4 0,0 2 0,0-1 0,-1-1 0,-2 0 0,-3-4 0,-2 0 0,-5 0 0,-2 0 0,-3 3 0,0 2 0,0 2 0,-5 6 0,-3-1 0,-2 4 0,-5 1 0,-2 3 0,-3 3 0,-3-1 0,-1 0 0,-2-6 0,0-5 0,0-3 0,0-3 0,-1-3 0,1-4 0,-1-2 0,1-5 0,-1 1 0,0-1 0,2-1 0,2 0 0,0-1 0,4 2 0,4-2 0,1 1 0,5-4 0,3-1 0,3-2 0,12 0 0,1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3:07:29.3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24575,'5'90'0,"0"-1"0,-1 2 0,0-2 0,2 1 0,-2-22 0,0-1 0,1 16 0,0 23 0,2 4 0,-2-14 0,-1-33 0,1-28 0,-3 1 0,1-2 0,1-3 0,2-2 0,-1-1 0,0-4 0,1 0 0,-4-2 0,3-5 0,-2 0 0,0 1 0,-1-3 0,0-5 0,1-1 0,5 0 0,-1 3 0,1 3 0,-1 2 0,1 0 0,0 4 0,-2-1 0,-1 2 0,-2-2 0,1-3 0,-1 1 0,0-3 0,0-1 0,-3-2 0,0-3 0,0 2 0,0-5 0,0-2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3:07:29.3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1 211 24575,'16'-5'0,"10"-3"0,9 0 0,4-4 0,1-5 0,0 2 0,1-2 0,3 1 0,1 1 0,-5 0 0,-1 3 0,2 0 0,0 3 0,-1-2 0,0 1 0,-3 3 0,-4 1 0,-1 1 0,-8-1 0,-2 4 0,-3-1 0,-1 3 0,-3 0 0,-1 0 0,-4 0 0,2 0 0,-1 0 0,1 0 0,-1 0 0,1 0 0,0 0 0,-2 0 0,3 0 0,-1 0 0,1 0 0,-2 0 0,-1 0 0,-2 0 0,-2 2 0,-5 2 0,-6 4 0,-4 3 0,-1 3 0,-1 2 0,1 1 0,2 1 0,0-4 0,4-3 0,2 0 0,0-2 0,1 0 0,1 1 0,-2-1 0,2-2 0,-1 2 0,-1-1 0,0-1 0,0 2 0,2-2 0,0 2 0,-1-2 0,1 2 0,0 0 0,0-2 0,0 2 0,0 0 0,0-1 0,0 2 0,0 0 0,0-2 0,0 1 0,0-2 0,0 3 0,0-1 0,0-1 0,2 2 0,0-2 0,0 1 0,0 0 0,-2-2 0,3 0 0,-1 0 0,2 2 0,1 3 0,-2 1 0,0-1 0,-1 0 0,0 1 0,2-1 0,0 2 0,0 2 0,0-1 0,0 1 0,0 1 0,-1 0 0,0 1 0,2 1 0,-2 4 0,0 1 0,-1 8 0,-1 0 0,3 5 0,-1 2 0,1 0 0,0 0 0,0-2 0,-1-4 0,1 1 0,-2-1 0,1-1 0,3 1 0,-2 0 0,3 0 0,-2 0 0,-3 1 0,2-1 0,-3-2 0,2-1 0,1-1 0,-1 0 0,1 2 0,0 0 0,-1 2 0,2-3 0,-2-1 0,0 0 0,0 3 0,2 1 0,-3 2 0,2 3 0,1-2 0,-2 0 0,1-3 0,0-3 0,-1-1 0,1 0 0,-2-2 0,0-2 0,0-3 0,1 0 0,0 0 0,-3-2 0,2-3 0,0-3 0,1-2 0,-1 0 0,-2-1 0,2-2 0,1 1 0,0-1 0,1-1 0,-2 1 0,3-2 0,-3-5 0,1-1 0,-1-2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3:07:29.3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0 24575,'0'42'0,"0"12"0,0 19 0,-1 18 0,-3 3 0,-3 2 0,-1-5 0,1-4 0,4-3 0,2-7 0,1-2 0,0 3 0,0 4 0,0-3 0,0-1 0,0-10 0,0-7 0,0-5 0,0-12 0,0-5 0,0-4 0,0-4 0,0 0 0,2-2 0,4-1 0,2 1 0,6-1 0,-1-2 0,2 1 0,-1-2 0,4 1 0,2-1 0,2-2 0,-1-3 0,3-7 0,-3-4 0,3-6 0,1-3 0,0 0 0,3 0 0,0 0 0,3 0 0,-1-3 0,-1-6 0,-2-2 0,5-5 0,-1 0 0,0-1 0,4-6 0,-3-1 0,3-3 0,3-2 0,2-2 0,3-3 0,4 3 0,1 3 0,1 3 0,4 3 0,1-5 0,1-1 0,-2-2 0,0-1 0,-7 7 0,-1 0 0,1 2 0,-5 1 0,5-1 0,-3 2 0,-6-1 0,-2 1 0,-7 3 0,-5 3 0,-7 4 0,-3 3 0,-6 2 0,-1 4 0,-4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3:07:29.3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24575,'0'23'0,"0"20"0,0 23 0,0 23 0,0-38 0,0-1 0,1 0 0,1 1 0,1 0 0,1 1 0,6 45 0,3 0 0,-1-5 0,-1-5 0,0-5 0,0-3 0,1-2 0,2-5 0,-3-4 0,0-5 0,-1-2 0,0-2 0,-1-6 0,0-4 0,1-3 0,-4-3 0,4 0 0,-4-4 0,0-4 0,-1-2 0,-3-6 0,4-4 0,-4-2 0,1-5 0,1 0 0,0 0 0,-2-1 0,-1-1 0,1-5 0,0-1 0,0 1 0,0 1 0,-2 1 0,3-2 0,0-1 0,-1 1 0,0-2 0,-1 1 0,1 0 0,0-1 0,1 3 0,-2-1 0,-1 0 0,0-2 0,0 1 0,0 3 0,0 2 0,0 0 0,0-2 0,0-1 0,0 0 0,0-1 0,0-5 0,0-1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3:07:29.3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0 304 24575,'0'-9'0,"0"0"0,0 0 0,0-3 0,0-1 0,0 1 0,0-3 0,0-3 0,0 0 0,1-4 0,2 3 0,2 1 0,1 3 0,3 2 0,0 2 0,1 2 0,1-1 0,1 2 0,2-3 0,2 1 0,-2 1 0,0 2 0,1 0 0,0 4 0,2 0 0,1 3 0,-3 0 0,-1 0 0,0 0 0,0 0 0,3 0 0,3 0 0,2 0 0,4 0 0,5 0 0,2 0 0,3-3 0,3-1 0,-1 1 0,1 0 0,-5 3 0,-3 0 0,-5 0 0,-5 0 0,-3 0 0,-1 0 0,1 0 0,-4 1 0,-1 2 0,-3 5 0,-1 2 0,-1 1 0,-1 2 0,-1 2 0,-4 3 0,1-1 0,-3-1 0,0 5 0,0 0 0,0 1 0,0 1 0,0 0 0,0-2 0,0-1 0,0-3 0,0 2 0,0 1 0,0 4 0,0 2 0,0 2 0,0-3 0,-1 1 0,-2-1 0,-3 0 0,-3 3 0,-3 2 0,-2 3 0,-1-2 0,-2-1 0,3-1 0,0-3 0,-2 0 0,0-1 0,-4-1 0,-3 0 0,1 2 0,1-1 0,1-3 0,3-2 0,0-3 0,-3 2 0,-1-2 0,-4 1 0,-3 2 0,1-3 0,-2-1 0,1-2 0,1 0 0,1-1 0,2 1 0,2-1 0,0-3 0,2 2 0,2-3 0,1 2 0,0-2 0,2-2 0,0 1 0,3-2 0,0 0 0,1-3 0,9-7 0,10-7 0,12-7 0,10-5 0,7 2 0,0 3 0,-2 2 0,-4 2 0,-3 0 0,-1-1 0,0 1 0,-2 1 0,-3 2 0,3 2 0,-1 2 0,9 0 0,3 0 0,2 0 0,-2 1 0,-2-2 0,0 2 0,-5 0 0,0 3 0,0-1 0,0 1 0,2-1 0,3 1 0,-2 3 0,0 0 0,1 0 0,-1 0 0,1 0 0,3 0 0,3 0 0,2 2 0,-1 6 0,-3 4 0,-6 5 0,-4 1 0,-3 2 0,-4 1 0,-2 1 0,-4 1 0,-3-1 0,-7 3 0,-2 2 0,-2 1 0,0-3 0,0-4 0,0 2 0,0-1 0,-2-1 0,-1 0 0,-2-4 0,-5 0 0,-2 0 0,-3 0 0,-2 3 0,-1 2 0,-1 2 0,-3 6 0,-3-1 0,-4 4 0,-4 1 0,-1 3 0,-4 3 0,-3-1 0,0 0 0,-3-6 0,0-5 0,-1-3 0,1-3 0,0-3 0,0-4 0,0-2 0,-1-5 0,1 1 0,-1-1 0,2-1 0,3 0 0,-1-1 0,5 2 0,2-2 0,3 1 0,4-4 0,3-1 0,3-2 0,12 0 0,1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3:07:29.3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24575,'4'90'0,"2"-1"0,-2 2 0,0-2 0,2 1 0,-3-22 0,1-1 0,2 16 0,-1 23 0,2 4 0,-2-14 0,-1-33 0,-1-28 0,1 1 0,-1-2 0,0-3 0,4-2 0,-2-1 0,-1-4 0,2 0 0,-3-2 0,1-5 0,0 0 0,-2 1 0,0-3 0,0-5 0,2-1 0,3 0 0,0 3 0,1 3 0,-1 2 0,1 0 0,0 4 0,-2-1 0,-1 2 0,-1-2 0,0-3 0,-2 1 0,1-3 0,-1-1 0,-2-2 0,0-3 0,0 2 0,0-5 0,0-2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3:07:29.3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1 211 24575,'16'-5'0,"10"-3"0,9 0 0,3-4 0,2-5 0,0 2 0,1-2 0,3 1 0,-1 1 0,-2 0 0,-1 3 0,0 0 0,0 3 0,1-2 0,-2 1 0,-2 3 0,-4 1 0,-2 1 0,-6-1 0,-3 4 0,-4-1 0,-1 3 0,-2 0 0,-1 0 0,-3 0 0,1 0 0,-1 0 0,1 0 0,-2 0 0,2 0 0,-1 0 0,1 0 0,1 0 0,-1 0 0,0 0 0,-2 0 0,0 0 0,0 0 0,-5 2 0,-4 2 0,-6 4 0,-4 3 0,0 3 0,-2 2 0,0 1 0,3 1 0,1-4 0,3-3 0,1 0 0,1-2 0,1 0 0,0 1 0,1-1 0,0-2 0,-1 2 0,-1-1 0,0-1 0,0 2 0,2-2 0,-1 2 0,1-2 0,0 2 0,0 0 0,0-2 0,0 2 0,0 0 0,0-1 0,0 2 0,0 0 0,0-2 0,0 1 0,0-2 0,0 3 0,0-1 0,0-1 0,2 2 0,0-2 0,0 1 0,0 0 0,-2-2 0,2 0 0,0 0 0,3 2 0,-1 3 0,-1 1 0,-1-1 0,2 0 0,-2 1 0,2-1 0,-1 2 0,1 2 0,0-1 0,0 1 0,-1 1 0,2 0 0,-3 1 0,2 1 0,1 4 0,-2 1 0,-1 8 0,-1 0 0,2 5 0,1 2 0,-1 0 0,1 0 0,-1-2 0,2-4 0,-2 1 0,-1-1 0,1-1 0,3 1 0,-1 0 0,0 0 0,1 0 0,-3 1 0,-1-1 0,-1-2 0,3-1 0,0-1 0,-1 0 0,1 2 0,0 0 0,-1 2 0,1-3 0,-1-1 0,1 0 0,-1 3 0,1 1 0,-2 2 0,3 3 0,-1-2 0,-1 0 0,2-3 0,-1-3 0,-1-1 0,0 0 0,-2-2 0,3-2 0,-2-3 0,0 0 0,0 0 0,-1-2 0,1-3 0,0-3 0,1-2 0,-1 0 0,-2-1 0,2-2 0,1 1 0,0-1 0,2-1 0,-3 1 0,1-2 0,0-5 0,1-1 0,-2-2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3:07:29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0 24575,'0'42'0,"0"12"0,0 19 0,-1 18 0,-3 3 0,-4 2 0,1-5 0,0-4 0,4-3 0,2-7 0,1-2 0,0 3 0,0 4 0,0-3 0,0-1 0,0-10 0,0-7 0,0-5 0,0-12 0,0-5 0,0-4 0,0-4 0,0 0 0,2-2 0,2-1 0,6 1 0,3-1 0,1-2 0,0 1 0,1-2 0,1 1 0,5-1 0,2-2 0,-3-3 0,4-7 0,-3-4 0,3-6 0,1-3 0,0 0 0,2 0 0,2 0 0,2 0 0,-2-3 0,0-6 0,-2-2 0,3-5 0,3 0 0,-2-1 0,4-6 0,-4-1 0,3-3 0,5-2 0,0-2 0,4-3 0,3 3 0,3 3 0,-1 3 0,4 3 0,3-5 0,-1-1 0,-1-2 0,0-1 0,-8 7 0,0 0 0,2 2 0,-6 1 0,3-1 0,-1 2 0,-5-1 0,-4 1 0,-6 3 0,-6 3 0,-6 4 0,-3 3 0,-4 2 0,-5 4 0,-2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3:07:29.3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24575,'0'23'0,"0"20"0,0 23 0,0 23 0,0-38 0,0-1 0,1 0 0,1 1 0,1 0 0,1 1 0,6 45 0,2 0 0,0-5 0,0-5 0,-1-5 0,0-3 0,1-2 0,2-5 0,-4-4 0,1-5 0,-1-2 0,-1-2 0,1-6 0,0-4 0,-1-3 0,-3-3 0,4 0 0,-4-4 0,0-4 0,-1-2 0,-3-6 0,2-4 0,0-2 0,-1-5 0,1 0 0,-1 0 0,0-1 0,-2-1 0,1-5 0,0-1 0,0 1 0,0 1 0,-2 1 0,2-2 0,2-1 0,-2 1 0,0-2 0,-1 1 0,1-1 0,0 1 0,1 2 0,-3-1 0,1 0 0,-1-2 0,0 1 0,0 3 0,0 2 0,0 0 0,0-2 0,0-1 0,0 0 0,0-1 0,0-5 0,0-1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3:07:29.36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0 824 24575,'0'-26'0,"0"-10"0,1-8 0,3-5 0,4 2 0,2 2 0,-1 7 0,-1 4 0,1 5 0,-2 6 0,0 0 0,-1 2 0,-2 3 0,2 2 0,-1 2 0,1 0 0,-1 0 0,1 0 0,0 2 0,-1 2 0,2-1 0,-2 0 0,0 0 0,1-1 0,0-1 0,0 2 0,1 1 0,1 0 0,0 1 0,1 0 0,-1-1 0,-3 3 0,0-1 0,1 3 0,1-1 0,2 0 0,0-2 0,2 0 0,1-1 0,2-2 0,0 0 0,0 1 0,-1-1 0,1 0 0,2-1 0,3 1 0,-2 3 0,1-1 0,0 2 0,2 0 0,1 2 0,-2 0 0,-3 3 0,-2 0 0,0 1 0,0 1 0,-1 0 0,1 0 0,0 0 0,0 0 0,0 0 0,0 1 0,4 1 0,3 3 0,7 1 0,2 2 0,0-1 0,-1 2 0,-4 0 0,-1 1 0,-2 0 0,-2 0 0,0 0 0,2 2 0,1-3 0,-4 2 0,1-3 0,-1 2 0,-2 0 0,1-2 0,-3 2 0,-1 2 0,2-1 0,1 0 0,4 2 0,-2 0 0,-1 1 0,-1-2 0,-3-1 0,0 2 0,0 0 0,0 0 0,0 1 0,0 0 0,-1 0 0,0 0 0,-4 0 0,0 0 0,0-2 0,-1 0 0,2-3 0,-3 1 0,1 1 0,-2 0 0,1-1 0,-2 0 0,0 0 0,0 0 0,0-1 0,0 1 0,1-2 0,-3 0 0,3 0 0,-2 1 0,-1 1 0,3 0 0,-3-2 0,0 2 0,0 0 0,1-3 0,-1 2 0,1-1 0,1-1 0,-2 2 0,-1-3 0,1 2 0,-1 0 0,-1 0 0,2 1 0,-1 1 0,0 0 0,0 2 0,0-2 0,-2 1 0,0-1 0,0-1 0,0-1 0,1-1 0,1-1 0,1 1 0,-1-2 0,0-3 0,0 1 0,-1-5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3:07:29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0 304 24575,'0'-9'0,"0"0"0,0 0 0,0-3 0,0-1 0,0 1 0,0-3 0,0-3 0,0 0 0,1-4 0,2 3 0,2 1 0,1 3 0,3 2 0,0 2 0,1 2 0,1-1 0,1 2 0,2-3 0,2 1 0,-2 1 0,0 2 0,1 0 0,0 4 0,2 0 0,1 3 0,-3 0 0,-1 0 0,0 0 0,0 0 0,3 0 0,3 0 0,2 0 0,4 0 0,5 0 0,2 0 0,3-3 0,3-1 0,-1 1 0,1 0 0,-5 3 0,-3 0 0,-5 0 0,-5 0 0,-3 0 0,-1 0 0,1 0 0,-4 1 0,-1 2 0,-3 5 0,-1 2 0,-1 1 0,-1 2 0,-1 2 0,-4 3 0,1-1 0,-3-1 0,0 5 0,0 0 0,0 1 0,0 1 0,0 0 0,0-2 0,0-1 0,0-3 0,0 2 0,0 1 0,0 4 0,0 2 0,0 2 0,0-3 0,-1 1 0,-2-1 0,-3 0 0,-3 3 0,-3 2 0,-2 3 0,-1-2 0,-2-1 0,3-1 0,0-3 0,-2 0 0,0-1 0,-4-1 0,-3 0 0,1 2 0,1-1 0,1-3 0,3-2 0,0-3 0,-3 2 0,-1-2 0,-4 1 0,-3 2 0,1-3 0,-2-1 0,1-2 0,1 0 0,1-1 0,2 1 0,2-1 0,0-3 0,2 2 0,2-3 0,1 2 0,0-2 0,2-2 0,0 1 0,3-2 0,0 0 0,1-3 0,9-7 0,10-7 0,12-7 0,10-5 0,7 2 0,0 3 0,-2 2 0,-4 2 0,-3 0 0,-1-1 0,0 1 0,-2 1 0,-3 2 0,3 2 0,-1 2 0,9 0 0,3 0 0,2 0 0,-2 1 0,-2-2 0,0 2 0,-5 0 0,0 3 0,0-1 0,0 1 0,2-1 0,3 1 0,-2 3 0,0 0 0,1 0 0,-1 0 0,1 0 0,3 0 0,3 0 0,2 2 0,-1 6 0,-3 4 0,-6 5 0,-4 1 0,-3 2 0,-4 1 0,-2 1 0,-4 1 0,-3-1 0,-7 3 0,-2 2 0,-2 1 0,0-3 0,0-4 0,0 2 0,0-1 0,-2-1 0,-1 0 0,-2-4 0,-5 0 0,-2 0 0,-3 0 0,-2 3 0,-1 2 0,-1 2 0,-3 6 0,-3-1 0,-4 4 0,-4 1 0,-1 3 0,-4 3 0,-3-1 0,0 0 0,-3-6 0,0-5 0,-1-3 0,1-3 0,0-3 0,0-4 0,0-2 0,-1-5 0,1 1 0,-1-1 0,2-1 0,3 0 0,-1-1 0,5 2 0,2-2 0,3 1 0,4-4 0,3-1 0,3-2 0,12 0 0,1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3:07:29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24575,'4'90'0,"2"-1"0,-2 2 0,0-2 0,2 1 0,-3-22 0,1-1 0,2 16 0,-1 23 0,2 4 0,-2-14 0,-1-33 0,-1-28 0,1 1 0,-1-2 0,0-3 0,4-2 0,-2-1 0,-1-4 0,2 0 0,-3-2 0,1-5 0,0 0 0,-2 1 0,0-3 0,0-5 0,2-1 0,3 0 0,0 3 0,1 3 0,-1 2 0,1 0 0,0 4 0,-2-1 0,-1 2 0,-1-2 0,0-3 0,-2 1 0,1-3 0,-1-1 0,-2-2 0,0-3 0,0 2 0,0-5 0,0-2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3:07:29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1 211 24575,'16'-5'0,"10"-3"0,9 0 0,3-4 0,2-5 0,0 2 0,1-2 0,3 1 0,-1 1 0,-2 0 0,-1 3 0,0 0 0,0 3 0,1-2 0,-2 1 0,-2 3 0,-4 1 0,-2 1 0,-6-1 0,-3 4 0,-4-1 0,-1 3 0,-2 0 0,-1 0 0,-3 0 0,1 0 0,-1 0 0,1 0 0,-2 0 0,2 0 0,-1 0 0,1 0 0,1 0 0,-1 0 0,0 0 0,-2 0 0,0 0 0,0 0 0,-5 2 0,-4 2 0,-6 4 0,-4 3 0,0 3 0,-2 2 0,0 1 0,3 1 0,1-4 0,3-3 0,1 0 0,1-2 0,1 0 0,0 1 0,1-1 0,0-2 0,-1 2 0,-1-1 0,0-1 0,0 2 0,2-2 0,-1 2 0,1-2 0,0 2 0,0 0 0,0-2 0,0 2 0,0 0 0,0-1 0,0 2 0,0 0 0,0-2 0,0 1 0,0-2 0,0 3 0,0-1 0,0-1 0,2 2 0,0-2 0,0 1 0,0 0 0,-2-2 0,2 0 0,0 0 0,3 2 0,-1 3 0,-1 1 0,-1-1 0,2 0 0,-2 1 0,2-1 0,-1 2 0,1 2 0,0-1 0,0 1 0,-1 1 0,2 0 0,-3 1 0,2 1 0,1 4 0,-2 1 0,-1 8 0,-1 0 0,2 5 0,1 2 0,-1 0 0,1 0 0,-1-2 0,2-4 0,-2 1 0,-1-1 0,1-1 0,3 1 0,-1 0 0,0 0 0,1 0 0,-3 1 0,-1-1 0,-1-2 0,3-1 0,0-1 0,-1 0 0,1 2 0,0 0 0,-1 2 0,1-3 0,-1-1 0,1 0 0,-1 3 0,1 1 0,-2 2 0,3 3 0,-1-2 0,-1 0 0,2-3 0,-1-3 0,-1-1 0,0 0 0,-2-2 0,3-2 0,-2-3 0,0 0 0,0 0 0,-1-2 0,1-3 0,0-3 0,1-2 0,-1 0 0,-2-1 0,2-1 0,1-1 0,0 0 0,2-1 0,-3 1 0,1-2 0,0-5 0,1-1 0,-2-2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3:07:29.3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0 24575,'0'42'0,"0"12"0,0 19 0,-1 18 0,-3 3 0,-4 2 0,1-5 0,0-4 0,4-3 0,2-7 0,1-2 0,0 3 0,0 4 0,0-3 0,0-1 0,0-10 0,0-7 0,0-5 0,0-12 0,0-5 0,0-4 0,0-4 0,0 0 0,2-2 0,2-1 0,6 1 0,3-1 0,1-2 0,0 1 0,1-2 0,1 1 0,5-1 0,2-2 0,-3-3 0,4-7 0,-3-4 0,3-6 0,1-3 0,0 0 0,2 0 0,2 0 0,2 0 0,-2-3 0,0-6 0,-2-2 0,3-5 0,3 0 0,-2-1 0,4-6 0,-4-1 0,3-3 0,5-2 0,0-2 0,4-3 0,3 3 0,3 3 0,-1 3 0,4 3 0,3-5 0,-1-1 0,-1-2 0,0-1 0,-8 7 0,0 0 0,2 2 0,-6 1 0,3-1 0,-1 2 0,-5-1 0,-4 1 0,-6 3 0,-6 3 0,-6 4 0,-3 3 0,-4 2 0,-5 4 0,-2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3:07:29.3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24575,'0'23'0,"0"20"0,0 23 0,0 23 0,0-38 0,0-1 0,1 0 0,1 1 0,1 0 0,1 1 0,6 45 0,2 0 0,0-5 0,0-5 0,-1-5 0,0-3 0,1-2 0,2-5 0,-4-4 0,1-5 0,-1-2 0,-1-2 0,1-6 0,0-4 0,-1-3 0,-3-3 0,4 0 0,-4-4 0,0-4 0,-1-2 0,-3-6 0,2-4 0,0-2 0,-1-5 0,1 0 0,-1 0 0,0-1 0,-2-1 0,1-5 0,0-1 0,0 1 0,0 1 0,-2 1 0,2-2 0,2-1 0,-2 1 0,0-2 0,-1 1 0,1 0 0,0-1 0,1 3 0,-3-1 0,1 0 0,-1-2 0,0 1 0,0 3 0,0 2 0,0 0 0,0-2 0,0-1 0,0 0 0,0-1 0,0-5 0,0-1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3:07:29.372"/>
    </inkml:context>
    <inkml:brush xml:id="br0">
      <inkml:brushProperty name="width" value="0.1" units="cm"/>
      <inkml:brushProperty name="height" value="0.1" units="cm"/>
      <inkml:brushProperty name="color" value="#C04F15"/>
    </inkml:brush>
  </inkml:definitions>
  <inkml:trace contextRef="#ctx0" brushRef="#br0">1 340 24575,'15'0'0,"2"-3"0,4-4 0,0-3 0,1 2 0,1-1 0,1 2 0,4-5 0,4-1 0,-2-1 0,-1 1 0,0 3 0,-3-1 0,0 1 0,-2 2 0,-4-1 0,1 1 0,0-2 0,0 2 0,0 2 0,0 2 0,0-1 0,0 2 0,0 0 0,0-1 0,0 4 0,0 0 0,0 0 0,0 0 0,-1-3 0,2 0 0,-2 0 0,2 0 0,0 3 0,-2 0 0,1 0 0,0-3 0,0 0 0,0 0 0,1 0 0,-2 2 0,2 1 0,-1-4 0,0 1 0,-3 0 0,-2 1 0,-5-1 0,3-2 0,-3 2 0,1 0 0,0 2 0,-2-3 0,3 1 0,-1-1 0,2 0 0,-3 0 0,1 1 0,3 2 0,-1-1 0,1-2 0,0 0 0,-2 1 0,0 2 0,-1-1 0,-2-1 0,-2 0 0,3 0 0,1 0 0,0 0 0,1 0 0,-5 0 0,3 1 0,-1-1 0,-3-1 0,3 0 0,-2 2 0,0-2 0,3 1 0,-2-1 0,-1 0 0,-3 3 0,-2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3:07:29.3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1 558 24575,'0'-16'0,"0"-2"0,0 3 0,0-6 0,0-3 0,0 1 0,0-5 0,0-4 0,0-3 0,1-4 0,3 4 0,5 3 0,3 5 0,2 3 0,3 2 0,-1 5 0,4 1 0,1-2 0,4 0 0,2 0 0,-1 0 0,-2 6 0,2 1 0,2 3 0,1 3 0,1 5 0,-4 0 0,-1 0 0,-2 0 0,3 0 0,3 0 0,6 0 0,5 0 0,5 0 0,10 0 0,1 0 0,8-6 0,5 0 0,-5-2 0,4 3 0,-6 5 0,-8 0 0,-8 0 0,-10 0 0,-5 0 0,-1 0 0,0 0 0,-4 2 0,-5 5 0,-2 6 0,-3 5 0,-3 3 0,1 4 0,-6 3 0,-3 4 0,-1-1 0,-4 0 0,0 6 0,0 2 0,0 0 0,0 6 0,0-4 0,0-2 0,0-2 0,0-5 0,0 1 0,0 5 0,0 6 0,0 2 0,0 6 0,0-7 0,-2 4 0,-3-3 0,-5-1 0,-5 9 0,-6 0 0,-5 6 0,0-2 0,-1-2 0,1-3 0,2-6 0,-4 2 0,-1-5 0,-6 1 0,-4 1 0,0 0 0,1-1 0,6-4 0,0-3 0,2-7 0,-4 2 0,-3 0 0,-7 0 0,-5 3 0,2-6 0,-4 0 0,2-4 0,1 0 0,4-1 0,2 0 0,2-2 0,2-3 0,3 1 0,5-2 0,-1-2 0,1 0 0,4-2 0,0-2 0,6-2 0,-2 0 0,4-5 0,13-13 0,19-14 0,21-12 0,19-8 0,10 2 0,0 6 0,-3 1 0,-5 8 0,-6-1 0,-4-3 0,1 3 0,-4 0 0,-5 6 0,5 3 0,0 2 0,14 2 0,7-2 0,2 1 0,-2 2 0,-5-3 0,-1 3 0,-7 0 0,1 6 0,-3-4 0,3 3 0,3-1 0,2 2 0,1 5 0,0 0 0,-2 0 0,1 0 0,-1 0 0,6 0 0,8 0 0,1 4 0,0 9 0,-9 11 0,-6 7 0,-9 3 0,-6 1 0,-6 4 0,-2 1 0,-8 1 0,-7 2 0,-10 2 0,-7 5 0,-1 1 0,0-6 0,0-4 0,0 0 0,0-1 0,-2 0 0,-3-3 0,-5-5 0,-6-1 0,-4 0 0,-7 1 0,-4 4 0,0 4 0,-2 6 0,-6 7 0,-5 0 0,-6 9 0,-7 0 0,-4 6 0,-4 6 0,-6-2 0,-3-1 0,-2-10 0,-2-9 0,1-6 0,0-6 0,-1-5 0,2-6 0,-3-8 0,2-4 0,0 0 0,-1-4 0,3 1 0,3-2 0,2 1 0,7 0 0,3 0 0,4-2 0,10-5 0,4-3 0,6-3 0,19 1 0,5-1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3:07:29.3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24575,'9'165'0,"-2"1"0,2-1 0,-2 0 0,2 0 0,-3-40 0,2 0 0,1 26 0,1 43 0,1 9 0,-1-26 0,-3-62 0,-1-49 0,-1 0 0,1-5 0,0-4 0,4-4 0,-1-2 0,0-4 0,1-4 0,-6-4 0,5-5 0,-5-3 0,1 0 0,-1-4 0,0-6 0,2-6 0,6 1 0,2 7 0,-2 4 0,1 4 0,1 0 0,-1 8 0,-1-1 0,-3 2 0,-4-3 0,3-5 0,-3 0 0,-1-5 0,-1-1 0,-1-6 0,-4 0 0,2-1 0,0-9 0,0-2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3:07:29.3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1 388 24575,'29'-10'0,"16"-3"0,15-3 0,9-6 0,1-10 0,-1 3 0,2 0 0,7 1 0,-3 0 0,-4-1 0,-2 7 0,1 1 0,2 3 0,-1-2 0,-2 3 0,-7 3 0,-3 3 0,-4 1 0,-12 2 0,-5 2 0,-5 2 0,-3 4 0,-4 0 0,-2 0 0,-4 0 0,0 0 0,-1 0 0,1 0 0,0 0 0,0 0 0,0 0 0,-1 0 0,4 0 0,-2 0 0,1 0 0,-4 0 0,-1 0 0,0 0 0,-9 2 0,-6 7 0,-10 4 0,-8 8 0,-1 5 0,-2 3 0,2 3 0,2-1 0,2-4 0,5-5 0,4-3 0,1-2 0,2 0 0,0-1 0,-1 1 0,2-2 0,-3 0 0,0-1 0,-1 0 0,0 1 0,4 0 0,0 1 0,0-3 0,0 2 0,0 1 0,0 0 0,0-1 0,0 0 0,0 1 0,0 2 0,0-1 0,0 1 0,0-3 0,0-1 0,0 3 0,0-1 0,0 0 0,3 1 0,1-1 0,-1 0 0,0 1 0,-3-3 0,5-2 0,-1 1 0,4 3 0,0 6 0,-4 2 0,1-2 0,-1 0 0,1 1 0,2 1 0,-1 2 0,0 2 0,2-1 0,-2 4 0,1 1 0,0-1 0,-3 0 0,5 5 0,-3 5 0,-1 6 0,-1 10 0,-2 3 0,3 6 0,1 7 0,0-1 0,2 0 0,-2-5 0,1-4 0,-2-3 0,0 0 0,0 0 0,5 0 0,-2 2 0,2-3 0,0 3 0,-5 0 0,-1-3 0,-2 0 0,5-4 0,-2-3 0,2 2 0,-1 3 0,1 0 0,-1 3 0,1-4 0,-2-2 0,2 0 0,-2 4 0,3 1 0,-3 7 0,1 4 0,3-4 0,-5 0 0,4-7 0,-1-3 0,0-3 0,-2 1 0,-3-4 0,3-5 0,-1-2 0,0-4 0,1 0 0,-5-1 0,4-7 0,0-4 0,1-5 0,-2 0 0,-3-2 0,4-3 0,0 1 0,3-3 0,-1 1 0,-1 0 0,1-4 0,0-8 0,-2-2 0,0-5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3:07:29.3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0 24575,'0'77'0,"0"22"0,0 36 0,-3 31 0,-4 7 0,-5 4 0,-3-9 0,5-9 0,3-5 0,6-12 0,1-4 0,0 7 0,0 5 0,0-5 0,0-2 0,0-18 0,0-12 0,0-10 0,0-22 0,0-8 0,0-11 0,0-5 0,0 0 0,4-3 0,4-3 0,9 2 0,6-2 0,-1-2 0,4 1 0,0-5 0,3 4 0,7-4 0,3-3 0,-3-5 0,5-13 0,-3-8 0,4-11 0,0-5 0,1 1 0,6-1 0,2 0 0,2 0 0,-1-6 0,-2-10 0,-2-5 0,5-7 0,2-3 0,1-1 0,4-10 0,-4-1 0,4-5 0,8-7 0,0-2 0,7-4 0,6 4 0,3 4 0,2 7 0,4 5 0,5-9 0,1-2 0,-3-2 0,-1-1 0,-13 9 0,-1 2 0,3 4 0,-9 1 0,6 0 0,-3 0 0,-9 2 0,-6 0 0,-11 6 0,-10 5 0,-11 8 0,-6 5 0,-7 4 0,-7 5 0,-5 3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3:07:29.3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24575,'0'41'0,"0"40"0,0 39 0,0 45 0,0-73 0,0 1 0,2 0 0,2-1 0,2 3 0,0 0 0,13 84 0,2-1 0,0-10 0,-2-6 0,1-12 0,-2-5 0,3-4 0,3-9 0,-4-6 0,-1-10 0,-2-4 0,0-5 0,0-9 0,-1-7 0,-1-7 0,-2-6 0,3 2 0,-5-8 0,-1-7 0,-1-4 0,-4-13 0,2-5 0,-2-5 0,1-8 0,1 0 0,-1 1 0,-3-6 0,0 0 0,-1-8 0,3-1 0,-1 2 0,-1-2 0,-3 3 0,5-1 0,-1-3 0,1 1 0,-1-2 0,-2 1 0,1-3 0,0 3 0,0 2 0,0 1 0,-2-2 0,-1-4 0,0 4 0,0 4 0,0 3 0,0 1 0,0-3 0,0-1 0,0-4 0,0 1 0,0-9 0,0-2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3:07:29.38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1515 24575,'0'-48'0,"0"-17"0,1-17 0,8-9 0,4 5 0,3 4 0,1 12 0,-4 7 0,2 10 0,-2 10 0,0 1 0,-3 4 0,-2 5 0,1 3 0,1 4 0,-1 1 0,1-1 0,1 2 0,-1 2 0,-1 1 0,2 1 0,-1 1 0,-1-2 0,1 0 0,1-3 0,-1 2 0,3 4 0,1 1 0,-1 2 0,3-4 0,-3 2 0,-3 2 0,0 2 0,-1 3 0,4 0 0,2-2 0,1-2 0,3-1 0,3-3 0,2 0 0,0-2 0,0 0 0,-1 0 0,2 0 0,4-1 0,2 1 0,0 2 0,1 3 0,-2 1 0,5 2 0,1 2 0,-3 4 0,-4 1 0,-4 1 0,0 2 0,-1 2 0,0 0 0,0 0 0,0 0 0,0 0 0,1 0 0,0 1 0,5 3 0,7 6 0,12 1 0,4 3 0,0 0 0,-4 1 0,-4 3 0,-4 0 0,-3 0 0,-2 0 0,-2 3 0,6-1 0,-1-3 0,-3 2 0,-3-2 0,-1-1 0,0 3 0,-3-4 0,-2 3 0,-3 4 0,4-3 0,3 4 0,4 0 0,0 1 0,-3 1 0,-3-2 0,-5-2 0,1 1 0,-2 1 0,1 2 0,1 1 0,0 0 0,-1 0 0,-3-1 0,-4 1 0,0-2 0,-3-1 0,1-1 0,1-4 0,-2-1 0,0 5 0,-2-4 0,-3 2 0,0-1 0,0-2 0,-1 1 0,2 1 0,-1-3 0,1-2 0,-3 2 0,0-2 0,1 4 0,0 0 0,-1-1 0,0 0 0,-1 0 0,-1 1 0,0-3 0,2 1 0,0-2 0,-1-1 0,2 2 0,-5-2 0,1 0 0,1 3 0,-2-3 0,0 5 0,1 1 0,1-1 0,-2 3 0,-1-2 0,-1 1 0,-1-1 0,0-2 0,0-3 0,2-1 0,2-1 0,-1 0 0,2-3 0,-2-4 0,0-2 0,0-5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3:07:29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0 356 24575,'0'-10'0,"0"-2"0,0 2 0,0-2 0,0-5 0,0 3 0,0-4 0,0-2 0,0-2 0,2-3 0,0 3 0,4 1 0,1 4 0,3 1 0,1 3 0,0 2 0,0 0 0,3 0 0,3-1 0,0 1 0,-1 0 0,0 2 0,0 3 0,3 0 0,-1 4 0,1 1 0,-1 1 0,-3 0 0,1 0 0,0 0 0,2 0 0,5 0 0,3 0 0,3 0 0,7 0 0,-1 0 0,6-3 0,3-1 0,-1-1 0,1 2 0,-4 3 0,-7 0 0,-3 0 0,-6 0 0,-5 0 0,1 0 0,-1 0 0,-2 1 0,-4 3 0,-1 5 0,-1 2 0,-2 3 0,-1 2 0,-2 1 0,-3 3 0,-1 0 0,-2 1 0,0 1 0,0 3 0,0 1 0,0 2 0,0-2 0,0-1 0,0-2 0,0-2 0,0 0 0,0 3 0,0 4 0,0 2 0,0 3 0,0-4 0,-1 2 0,-2-2 0,-3 0 0,-4 5 0,-3 0 0,-5 4 0,1 0 0,0-3 0,1-1 0,1-4 0,-4 1 0,1-3 0,-6 1 0,-1 1 0,1-1 0,0 0 0,2-3 0,2-2 0,0-4 0,-1 0 0,-3 2 0,-4-1 0,-4 2 0,2-3 0,-3-2 0,1-1 0,2-1 0,1-1 0,2 2 0,2-2 0,0-3 0,2 2 0,4-3 0,0 1 0,-1-1 0,3-2 0,1-1 0,2 0 0,1-2 0,1-1 0,9-11 0,11-7 0,15-8 0,11-5 0,8 1 0,-1 5 0,-2-1 0,-3 5 0,-4 0 0,-2-2 0,1 2 0,-3 1 0,-4 2 0,3 4 0,1-1 0,8 2 0,6 0 0,1 0 0,-3 1 0,-1-2 0,-2 1 0,-4 2 0,0 3 0,0-3 0,-1 2 0,4 0 0,0 0 0,2 4 0,-1 0 0,-1 0 0,1 0 0,-1 0 0,5 0 0,3 0 0,1 4 0,2 4 0,-8 6 0,-2 7 0,-8 0 0,-2 1 0,-4 3 0,-3 1 0,-2 0 0,-8 2 0,-4 0 0,-5 4 0,-1 0 0,0-3 0,0-3 0,0 0 0,0-1 0,-1 1 0,-4-2 0,0-4 0,-6 1 0,-2-2 0,-4 1 0,-2 3 0,-2 2 0,0 5 0,-4 4 0,-3 0 0,-5 5 0,-4 1 0,-1 3 0,-5 4 0,-3-1 0,-1-1 0,-3-6 0,1-6 0,-1-4 0,1-3 0,-1-4 0,0-4 0,0-3 0,0-5 0,1 1 0,-2-3 0,2 1 0,4-2 0,0 1 0,4 2 0,2-3 0,3 1 0,6-5 0,3-1 0,5-2 0,10 1 0,4-1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3:07:29.3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24575,'5'105'0,"1"0"0,-1 1 0,1-1 0,-2 0 0,1-25 0,0 0 0,0 16 0,1 28 0,2 5 0,-2-17 0,-1-38 0,-1-32 0,-1 0 0,1-2 0,0-5 0,2-1 0,1-2 0,-2-2 0,1-2 0,-3-3 0,2-4 0,-2-1 0,1-1 0,-2-1 0,0-5 0,2-3 0,5 0 0,0 4 0,-2 4 0,2 2 0,-1 0 0,0 4 0,1 1 0,-4 0 0,-2-2 0,1-2 0,0-1 0,-1-2 0,-1-2 0,-1-2 0,-1-2 0,0 0 0,0-6 0,0-1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3:07:29.3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1 248 24575,'18'-6'0,"11"-3"0,10-2 0,5-3 0,2-5 0,-2 0 0,2 0 0,4 1 0,-2 0 0,-1 0 0,-3 4 0,1 0 0,1 3 0,0-2 0,-2 3 0,-4 0 0,-2 3 0,-3 2 0,-7-2 0,-4 4 0,-2 1 0,-3 2 0,-3-1 0,1 1 0,-5 0 0,0 0 0,1 0 0,0 0 0,0 0 0,0 0 0,0 0 0,0 0 0,1 0 0,0 0 0,-1 0 0,0 0 0,-2 0 0,-2 0 0,-2 2 0,-6 4 0,-6 2 0,-6 5 0,1 3 0,-3 4 0,1-1 0,4 2 0,-1-4 0,5-3 0,0-2 0,2-1 0,1-1 0,0 1 0,1-1 0,0-1 0,-2 1 0,0 0 0,0-1 0,-1 0 0,3 1 0,-1 0 0,1-2 0,0 2 0,0 1 0,0-3 0,0 2 0,0 0 0,0 1 0,0 0 0,0 0 0,0 0 0,0-1 0,0-2 0,0 4 0,0-2 0,0 0 0,3 0 0,-1 0 0,1 1 0,-2 0 0,-1-2 0,3-1 0,-1-1 0,4 4 0,-1 3 0,-3 0 0,3 1 0,-3-1 0,1 1 0,1 1 0,1 0 0,-2 2 0,2-2 0,0 5 0,-1-1 0,-1 0 0,0 0 0,3 3 0,-2 3 0,-1 4 0,0 7 0,-1 0 0,1 5 0,1 5 0,-1-2 0,3 1 0,-3-3 0,1-3 0,1-2 0,-3 1 0,1-1 0,4 1 0,-2-1 0,1 0 0,1 2 0,-4 0 0,-1-2 0,0-1 0,3-2 0,-2-2 0,1 2 0,1 1 0,-1 0 0,-1 2 0,1-3 0,1 0 0,-2-1 0,1 3 0,1 2 0,-2 3 0,1 2 0,2-2 0,-3 0 0,2-4 0,0-2 0,-1-3 0,-1 1 0,-2-1 0,2-5 0,0 0 0,0-3 0,0 0 0,-3-2 0,2-2 0,1-4 0,0-3 0,0 0 0,-3-2 0,2-1 0,0 1 0,2-3 0,2 1 0,-4 1 0,2-4 0,0-5 0,-1 1 0,-1-6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3:07:29.3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0 24575,'0'49'0,"0"14"0,0 23 0,-3 20 0,-1 4 0,-3 3 0,-3-6 0,2-6 0,5-2 0,2-9 0,1-1 0,0 2 0,0 5 0,0-3 0,0-3 0,0-10 0,0-7 0,0-8 0,0-13 0,0-7 0,0-5 0,0-3 0,0 0 0,2-3 0,4-2 0,4 2 0,5-2 0,1 1 0,0-2 0,0-3 0,3 3 0,4-2 0,2-3 0,-2-1 0,4-10 0,-3-5 0,3-7 0,0-3 0,1 1 0,3-1 0,2 0 0,2 0 0,-1-4 0,-3-6 0,0-3 0,4-5 0,0-3 0,1 2 0,3-8 0,-4-1 0,4-2 0,4-6 0,2 1 0,3-4 0,4 2 0,2 4 0,2 3 0,2 4 0,3-6 0,1 0 0,-3-4 0,1 2 0,-9 4 0,-1 3 0,2 1 0,-6 1 0,5 0 0,-3 0 0,-6 2 0,-3-1 0,-8 5 0,-6 1 0,-6 6 0,-4 5 0,-7 0 0,-2 5 0,-4 1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3:07:29.3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24575,'0'26'0,"0"26"0,0 24 0,0 29 0,0-46 0,0 0 0,1 1 0,1-2 0,3 3 0,-1 0 0,7 52 0,3 1 0,0-7 0,-2-3 0,0-10 0,0-2 0,2-1 0,1-7 0,-2-3 0,-1-7 0,-1-4 0,0-1 0,0-6 0,-1-6 0,0-3 0,-1-5 0,0 3 0,-1-7 0,-3-2 0,2-6 0,-4-5 0,2-4 0,-2-5 0,1-3 0,1-1 0,-3-1 0,2 0 0,-3-3 0,1-4 0,1-2 0,-1 3 0,1-1 0,-3 1 0,2-1 0,1-1 0,0 0 0,-1-1 0,0 0 0,0-1 0,1 2 0,-1 0 0,-2 1 0,1 0 0,-1-3 0,0 2 0,0 2 0,0 3 0,0 0 0,0-1 0,0-2 0,0-1 0,0 0 0,0-6 0,0-2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3:07:29.389"/>
    </inkml:context>
    <inkml:brush xml:id="br0">
      <inkml:brushProperty name="width" value="0.05" units="cm"/>
      <inkml:brushProperty name="height" value="0.05" units="cm"/>
      <inkml:brushProperty name="color" value="#6466F3"/>
    </inkml:brush>
  </inkml:definitions>
  <inkml:trace contextRef="#ctx0" brushRef="#br0">0 32 24575,'16'0'0,"-1"0"0,6 0 0,-2-2 0,1-1 0,-1-1 0,0 0 0,-4 3 0,0 1 0,0 0 0,3 0 0,0 0 0,1 0 0,0 0 0,0 0 0,4 0 0,1 0 0,0 0 0,4 0 0,1 0 0,1 0 0,1 0 0,-3 0 0,6 0 0,-3 0 0,-2 3 0,3 1 0,-4 0 0,1 3 0,3-1 0,-4 0 0,1 4 0,3-3 0,-3 0 0,0 0 0,-2-1 0,1 2 0,2-2 0,-2 1 0,0-2 0,-6 1 0,2-2 0,-2 2 0,6-2 0,0 3 0,1-1 0,-2-1 0,-4-2 0,0-3 0,0 0 0,-1 0 0,1 0 0,0 0 0,1 0 0,5 0 0,2 0 0,3 0 0,-1 0 0,-2 0 0,-1 0 0,-2 0 0,0 0 0,-4 0 0,3 0 0,2 0 0,-1 0 0,1 0 0,-1 0 0,5 0 0,1 0 0,-2 0 0,0 0 0,-2 0 0,3 0 0,1 0 0,-1 0 0,6 0 0,-6 0 0,6 0 0,-1 0 0,2 0 0,3 0 0,1 0 0,0 0 0,1 0 0,2 0 0,-3 0 0,0 0 0,-1 0 0,-7 0 0,2 0 0,-4 0 0,2 0 0,-3 0 0,1 0 0,0 0 0,1 0 0,3 0 0,-2 0 0,2 0 0,0 0 0,2 0 0,-4 0 0,1 0 0,-2 0 0,-6 0 0,-2 0 0,-5 0 0,1 0 0,0 0 0,-1 0 0,2 0 0,-1 0 0,-1 0 0,1 0 0,-1 0 0,-2 0 0,-2 0 0,1 0 0,-3 0 0,0 0 0,-1 0 0,0 0 0,1-3 0,-1-3 0,-3-1 0,-2-1 0,-1 0 0,1 0 0,1 3 0,-1-4 0,2 2 0,0-3 0,-2-3 0,2 3 0,-2 0 0,2 5 0,0-1 0,-1 0 0,3 0 0,1-1 0,-4-1 0,-2 3 0,-5 1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3:07:29.390"/>
    </inkml:context>
    <inkml:brush xml:id="br0">
      <inkml:brushProperty name="width" value="0.1" units="cm"/>
      <inkml:brushProperty name="height" value="0.1" units="cm"/>
      <inkml:brushProperty name="color" value="#A02B93"/>
    </inkml:brush>
  </inkml:definitions>
  <inkml:trace contextRef="#ctx0" brushRef="#br0">0 303 24575,'0'-9'0,"0"0"0,0 0 0,0-2 0,0-3 0,0 2 0,0-3 0,0-3 0,0 0 0,1-3 0,2 2 0,2 1 0,1 3 0,2 2 0,0 2 0,2 1 0,1 1 0,1-1 0,1 1 0,2-1 0,-1 1 0,-1 2 0,1 0 0,1 3 0,2 2 0,-1 2 0,-2 0 0,-1 0 0,1 0 0,-1 0 0,3 0 0,4 0 0,1 0 0,4 0 0,5 0 0,1 0 0,4-3 0,3-1 0,-3 1 0,2 0 0,-3 3 0,-4 0 0,-6 0 0,-3 0 0,-4 0 0,-1 0 0,1 0 0,-3 1 0,-3 2 0,-1 5 0,0 0 0,-3 5 0,0 0 0,-2 2 0,-3 2 0,1 0 0,-3 0 0,0 3 0,0 1 0,0 1 0,0 1 0,0 0 0,0-1 0,0-3 0,0-2 0,0 2 0,0 1 0,0 4 0,0 2 0,0 1 0,0-1 0,-2-1 0,0 0 0,-3 0 0,-4 4 0,-3 0 0,-2 4 0,0-2 0,-1-1 0,1-1 0,1-3 0,-3 0 0,1-2 0,-5 0 0,-1 1 0,-1 0 0,2 0 0,2-2 0,0-3 0,2-4 0,-2 3 0,-3-2 0,-2 1 0,-4 2 0,1-4 0,-2 0 0,1-1 0,1-2 0,1 1 0,3-1 0,0 0 0,1-2 0,2 0 0,2-1 0,1 0 0,-1 0 0,2-3 0,1 0 0,4-1 0,-2-1 0,2 0 0,7-10 0,10-6 0,13-7 0,9-4 0,6 1 0,0 3 0,-2 1 0,-1 3 0,-5 1 0,-3-2 0,2 1 0,-2 1 0,-2 2 0,0 2 0,3 2 0,5 0 0,6 0 0,-1 0 0,1 1 0,-4-2 0,0 3 0,-4-2 0,0 5 0,0-2 0,0-1 0,2 2 0,1 0 0,0 3 0,1 0 0,-1 0 0,0 0 0,-1 0 0,5 0 0,4 0 0,-1 2 0,0 6 0,-2 5 0,-6 3 0,-5 2 0,-2 2 0,-4 1 0,-1 1 0,-4-1 0,-4 3 0,-6 1 0,-3 1 0,-1 2 0,0-3 0,0-4 0,0 2 0,0-2 0,-2 1 0,0-2 0,-3-2 0,-4-1 0,-3 0 0,-2-1 0,-3 5 0,0-1 0,-2 6 0,-1 2 0,-5 1 0,-2 5 0,-4 0 0,-3 3 0,-1 3 0,-4-1 0,-1-2 0,-3-3 0,1-5 0,0-4 0,0-4 0,-1-2 0,1-3 0,0-4 0,-2-4 0,2 1 0,-1-2 0,2 1 0,2-2 0,1 1 0,3 0 0,3 0 0,2-1 0,4-2 0,3-2 0,4-2 0,9 0 0,4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3:07:29.391"/>
    </inkml:context>
    <inkml:brush xml:id="br0">
      <inkml:brushProperty name="width" value="0.1" units="cm"/>
      <inkml:brushProperty name="height" value="0.1" units="cm"/>
      <inkml:brushProperty name="color" value="#A02B93"/>
    </inkml:brush>
  </inkml:definitions>
  <inkml:trace contextRef="#ctx0" brushRef="#br0">0 1 24575,'4'90'0,"1"-1"0,0 1 0,-1-1 0,1 1 0,-2-23 0,1 0 0,1 16 0,1 22 0,-1 5 0,1-14 0,-2-34 0,-1-26 0,1 0 0,-2-3 0,2-3 0,1-1 0,1-1 0,-2-3 0,2-1 0,-4-3 0,2-3 0,-1-1 0,-1 0 0,1-3 0,-1-2 0,1-3 0,4-1 0,0 4 0,0 3 0,0 1 0,0 2 0,1 2 0,-1 2 0,-3-2 0,-1 1 0,1-4 0,-1 0 0,0-2 0,-1-1 0,-2-2 0,0-2 0,0 1 0,0-6 0,0-1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3:07:29.392"/>
    </inkml:context>
    <inkml:brush xml:id="br0">
      <inkml:brushProperty name="width" value="0.1" units="cm"/>
      <inkml:brushProperty name="height" value="0.1" units="cm"/>
      <inkml:brushProperty name="color" value="#6F71F3"/>
    </inkml:brush>
  </inkml:definitions>
  <inkml:trace contextRef="#ctx0" brushRef="#br0">1 189 24575,'18'-6'0,"11"0"0,10-2 0,5-2 0,2-6 0,-2 2 0,2 0 0,4 0 0,-2 0 0,-1 0 0,-3 5 0,1-2 0,1 2 0,0 0 0,-2 0 0,-4 2 0,-2 2 0,-3 1 0,-7-1 0,-4 2 0,-2 1 0,-3 2 0,-3 0 0,1 0 0,-5 0 0,0 0 0,1 0 0,0 0 0,0 0 0,0 0 0,0 0 0,0 0 0,1 0 0,0 0 0,-1 0 0,0 0 0,-2 0 0,-2 0 0,-2 2 0,-6 1 0,-6 4 0,-6 4 0,1 1 0,-3 2 0,1 2 0,4-1 0,-1-2 0,5-2 0,0-3 0,2 1 0,1-1 0,0 0 0,1-1 0,0 1 0,-2 0 0,0-2 0,0 2 0,-1-2 0,3 2 0,-1-1 0,1 0 0,0 0 0,0 1 0,0-1 0,0 1 0,0-1 0,0 1 0,0 1 0,0-1 0,0 0 0,0 0 0,0-1 0,0 1 0,0 0 0,0 0 0,3-1 0,-1 1 0,1 0 0,-2 0 0,-1-1 0,3-1 0,-1 0 0,4 2 0,-1 3 0,-3-1 0,3 2 0,-3-2 0,1 2 0,1 0 0,1 0 0,-2 2 0,2-2 0,0 4 0,-1-1 0,-1 0 0,0 0 0,3 2 0,-2 4 0,-1 1 0,0 6 0,-1 1 0,1 3 0,1 3 0,-1 0 0,3 0 0,-3-2 0,1-3 0,1-1 0,-3 0 0,1 0 0,4 0 0,-2 2 0,1-3 0,1 3 0,-4-2 0,-1 0 0,0 0 0,3-3 0,-2-1 0,1 2 0,1 0 0,-1 1 0,-1 1 0,1-2 0,1-1 0,-2 0 0,1 2 0,1 1 0,-2 3 0,1 2 0,2-2 0,-3 0 0,2-4 0,0-1 0,-1-1 0,-1 0 0,-2-1 0,2-4 0,0 0 0,0-2 0,0 1 0,-3-2 0,2-3 0,1-2 0,0-2 0,0-1 0,-3-1 0,2 0 0,0 0 0,2-2 0,2 1 0,-4 0 0,2-2 0,0-4 0,-1-1 0,-1-3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3:07:29.393"/>
    </inkml:context>
    <inkml:brush xml:id="br0">
      <inkml:brushProperty name="width" value="0.1" units="cm"/>
      <inkml:brushProperty name="height" value="0.1" units="cm"/>
      <inkml:brushProperty name="color" value="#6F71F3"/>
    </inkml:brush>
  </inkml:definitions>
  <inkml:trace contextRef="#ctx0" brushRef="#br0">24 0 24575,'0'32'0,"0"11"0,0 15 0,-1 13 0,-3 3 0,-1 2 0,-1-4 0,1-5 0,2-1 0,3-5 0,0-3 0,0 5 0,0 0 0,0 0 0,0-3 0,0-6 0,0-6 0,0-3 0,0-10 0,0-5 0,0-3 0,0-3 0,0 0 0,2 0 0,1-3 0,5 2 0,2-1 0,-1-1 0,2 0 0,1-2 0,0 2 0,4-2 0,0-1 0,0-1 0,2-8 0,-2-2 0,2-4 0,0-3 0,1 0 0,2 0 0,1 0 0,1 0 0,-1-3 0,0-4 0,-2-1 0,4-4 0,0-2 0,-1 1 0,3-6 0,-2 1 0,3-2 0,1-4 0,2 0 0,3-2 0,1 2 0,3 1 0,-1 3 0,4 2 0,1-2 0,0-3 0,-1 0 0,0 0 0,-5 3 0,-2 1 0,2 2 0,-4 0 0,2 0 0,0 1 0,-4 0 0,-3 1 0,-6 1 0,-3 3 0,-5 3 0,-2 3 0,-4 1 0,-2 3 0,-2-1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3:07:29.394"/>
    </inkml:context>
    <inkml:brush xml:id="br0">
      <inkml:brushProperty name="width" value="0.1" units="cm"/>
      <inkml:brushProperty name="height" value="0.1" units="cm"/>
      <inkml:brushProperty name="color" value="#6F71F3"/>
    </inkml:brush>
  </inkml:definitions>
  <inkml:trace contextRef="#ctx0" brushRef="#br0">1 0 24575,'0'17'0,"0"18"0,0 17 0,0 18 0,-1-30 0,2-1 0,0 0 0,0 1 0,1 1 0,2-1 0,3 37 0,3-1 0,-1-4 0,-1-4 0,1-3 0,-2-4 0,2 0 0,2-5 0,-3-2 0,1-3 0,-3-4 0,2-2 0,0-3 0,-2-3 0,2-3 0,-4-3 0,3 2 0,-2-4 0,-1-4 0,0-1 0,-1-5 0,0-2 0,-1-4 0,0-2 0,1 0 0,-1 0 0,1-2 0,-2-1 0,0-2 0,1-2 0,-1 2 0,1-1 0,-2 2 0,1-2 0,1 0 0,1-1 0,-1 1 0,-2-2 0,2 1 0,-1 0 0,0 2 0,0-1 0,-1 0 0,0-2 0,0 2 0,0 1 0,0 2 0,0 1 0,0-3 0,0 1 0,0-2 0,0 0 0,0-4 0,0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3:11:36.9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0 356 24575,'0'-10'0,"0"-2"0,0 2 0,0-2 0,0-5 0,0 3 0,0-4 0,0-2 0,0-2 0,2-3 0,0 3 0,4 1 0,1 4 0,3 1 0,1 3 0,0 2 0,0 0 0,3 0 0,3-1 0,0 1 0,-1 0 0,0 2 0,0 3 0,3 0 0,-1 4 0,1 1 0,-1 1 0,-3 0 0,1 0 0,0 0 0,2 0 0,5 0 0,3 0 0,3 0 0,7 0 0,-1 0 0,6-3 0,3-1 0,-1-1 0,1 2 0,-4 3 0,-7 0 0,-3 0 0,-6 0 0,-5 0 0,1 0 0,-1 0 0,-2 1 0,-4 3 0,-1 5 0,-1 2 0,-2 3 0,-1 2 0,-2 1 0,-3 3 0,-1 0 0,-2 1 0,0 1 0,0 3 0,0 1 0,0 2 0,0-2 0,0-1 0,0-2 0,0-2 0,0 0 0,0 3 0,0 4 0,0 2 0,0 3 0,0-4 0,-1 2 0,-2-2 0,-3 0 0,-4 5 0,-3 0 0,-5 4 0,1 0 0,0-3 0,1-1 0,1-4 0,-4 1 0,1-3 0,-6 1 0,-1 1 0,1-1 0,0 0 0,2-3 0,2-2 0,0-4 0,-1 0 0,-3 2 0,-4-1 0,-4 2 0,2-3 0,-3-2 0,1-1 0,2-1 0,1-1 0,2 2 0,2-2 0,0-3 0,2 2 0,4-3 0,0 1 0,-1-1 0,3-2 0,1-1 0,2 0 0,1-2 0,1-1 0,9-11 0,11-7 0,15-8 0,11-5 0,8 1 0,-1 5 0,-2-1 0,-3 5 0,-4 0 0,-2-2 0,1 2 0,-3 1 0,-4 2 0,3 4 0,1-1 0,8 2 0,6 0 0,1 0 0,-3 1 0,-1-2 0,-2 1 0,-4 2 0,0 3 0,0-3 0,-1 2 0,4 0 0,0 0 0,2 4 0,-1 0 0,-1 0 0,1 0 0,-1 0 0,5 0 0,3 0 0,1 4 0,2 4 0,-8 6 0,-2 7 0,-8 0 0,-2 1 0,-4 3 0,-3 1 0,-2 0 0,-8 2 0,-4 0 0,-5 4 0,-1 0 0,0-3 0,0-3 0,0 0 0,0-1 0,-1 1 0,-4-2 0,0-4 0,-6 1 0,-2-2 0,-4 1 0,-2 3 0,-2 2 0,0 5 0,-4 4 0,-3 0 0,-5 5 0,-4 1 0,-1 3 0,-5 4 0,-3-1 0,-1-1 0,-3-6 0,1-6 0,-1-4 0,1-3 0,-1-4 0,0-4 0,0-3 0,0-5 0,1 1 0,-2-3 0,2 1 0,4-2 0,0 1 0,4 2 0,2-3 0,3 1 0,6-5 0,3-1 0,5-2 0,10 1 0,4-1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3:11:36.9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24575,'5'105'0,"1"0"0,-1 1 0,1-1 0,-2 0 0,1-25 0,0 0 0,0 16 0,1 28 0,2 5 0,-2-17 0,-1-38 0,-1-32 0,-1 0 0,1-2 0,0-5 0,2-1 0,1-2 0,-2-2 0,1-2 0,-3-3 0,2-4 0,-2-1 0,1-1 0,-2-1 0,0-5 0,2-3 0,5 0 0,0 4 0,-2 4 0,2 2 0,-1 0 0,0 4 0,1 1 0,-4 0 0,-2-2 0,2-2 0,-2-1 0,0-2 0,-1-2 0,-1-2 0,-1-2 0,0 0 0,0-6 0,0-1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3:11:36.9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1 189 24575,'18'-6'0,"11"0"0,10-2 0,5-2 0,2-6 0,-2 2 0,2 0 0,4 0 0,-2 0 0,-1 0 0,-3 5 0,1-2 0,1 2 0,0 0 0,-2 0 0,-4 2 0,-2 2 0,-3 1 0,-7-1 0,-4 2 0,-2 1 0,-3 2 0,-3 0 0,1 0 0,-5 0 0,0 0 0,1 0 0,0 0 0,0 0 0,0 0 0,0 0 0,0 0 0,1 0 0,0 0 0,-1 0 0,0 0 0,-2 0 0,-2 0 0,-2 2 0,-6 1 0,-6 4 0,-6 4 0,1 1 0,-3 2 0,1 2 0,4-1 0,-1-2 0,5-2 0,0-3 0,2 1 0,1-1 0,0 0 0,1-1 0,0 1 0,-2 0 0,0-2 0,0 2 0,-1-2 0,3 2 0,-1-1 0,1 0 0,0 0 0,0 1 0,0-1 0,0 1 0,0-1 0,0 1 0,0 1 0,0-1 0,0 0 0,0 0 0,0-1 0,0 1 0,0 0 0,0 0 0,3-1 0,-1 1 0,1 0 0,-2 0 0,-1-1 0,3-1 0,-1 0 0,4 2 0,-1 3 0,-3-1 0,3 2 0,-3-2 0,1 2 0,1 0 0,1 0 0,-2 2 0,2-2 0,0 4 0,-1-1 0,-1 0 0,0 0 0,3 2 0,-2 4 0,-1 1 0,0 6 0,-1 1 0,1 3 0,1 3 0,-1 0 0,3 0 0,-3-2 0,1-3 0,1-1 0,-3 0 0,1 0 0,4 0 0,-2 2 0,1-3 0,1 3 0,-4-2 0,-1 0 0,0 0 0,3-3 0,-2-1 0,1 2 0,1 0 0,-1 1 0,-1 1 0,1-2 0,1-1 0,-2 0 0,1 2 0,1 1 0,-2 3 0,1 2 0,2-2 0,-3 0 0,2-4 0,0-1 0,-1-1 0,-1 0 0,-2-1 0,2-4 0,0 0 0,0-2 0,0 1 0,-3-2 0,2-3 0,1-2 0,0-2 0,0-1 0,-3-1 0,2 0 0,0 0 0,2-2 0,2 1 0,-4 0 0,2-2 0,0-4 0,-1-1 0,-1-3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3:11:36.9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0 24575,'0'32'0,"0"11"0,0 15 0,-1 13 0,-3 3 0,-1 2 0,-1-4 0,1-5 0,2-1 0,3-5 0,0-3 0,0 5 0,0 0 0,0 0 0,0-3 0,0-6 0,0-6 0,0-3 0,0-10 0,0-5 0,0-3 0,0-3 0,0 0 0,2 0 0,1-3 0,5 2 0,2-1 0,-1-1 0,2 0 0,1-2 0,0 2 0,4-2 0,0-1 0,0-1 0,2-8 0,-2-2 0,2-4 0,0-3 0,1 0 0,2 0 0,1 0 0,1 0 0,-1-3 0,0-4 0,-2-1 0,4-4 0,0-2 0,-1 1 0,3-6 0,-2 1 0,3-2 0,1-4 0,2 0 0,3-2 0,1 2 0,3 1 0,-1 3 0,4 2 0,1-2 0,0-3 0,-1 0 0,0 0 0,-5 3 0,-2 1 0,2 2 0,-4 0 0,2 0 0,0 1 0,-4 0 0,-3 1 0,-6 1 0,-3 3 0,-5 3 0,-2 3 0,-4 1 0,-2 3 0,-2-1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3:11:36.9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24575,'0'17'0,"0"18"0,0 17 0,0 18 0,-1-30 0,2-1 0,0 0 0,0 1 0,1 1 0,2-1 0,3 37 0,3-1 0,-1-4 0,-1-4 0,1-3 0,-2-4 0,2 0 0,2-5 0,-3-2 0,1-3 0,-3-4 0,2-2 0,0-3 0,-2-3 0,2-3 0,-4-3 0,3 2 0,-2-4 0,-1-4 0,0-1 0,-1-5 0,0-2 0,-1-4 0,0-2 0,1 0 0,-1 0 0,1-2 0,-2-1 0,0-2 0,1-2 0,-1 2 0,1-1 0,-2 2 0,1-2 0,1 0 0,1-1 0,-1 1 0,-2-2 0,2 1 0,-1 0 0,0 2 0,0-1 0,-1 0 0,0-2 0,0 2 0,0 1 0,0 2 0,0 1 0,0-3 0,0 1 0,0-2 0,0 0 0,0-4 0,0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3:34:16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1 558 24575,'0'-16'0,"0"-2"0,0 3 0,0-6 0,0-3 0,0 1 0,0-5 0,0-4 0,0-3 0,1-4 0,3 4 0,5 3 0,3 5 0,2 3 0,3 2 0,-1 5 0,4 1 0,1-2 0,4 0 0,2 0 0,-1 0 0,-2 6 0,2 1 0,2 3 0,1 3 0,1 5 0,-4 0 0,-1 0 0,-2 0 0,3 0 0,3 0 0,6 0 0,5 0 0,5 0 0,10 0 0,1 0 0,8-6 0,5 0 0,-5-2 0,4 3 0,-6 5 0,-8 0 0,-8 0 0,-10 0 0,-5 0 0,-1 0 0,0 0 0,-4 2 0,-5 5 0,-2 6 0,-3 5 0,-3 3 0,1 4 0,-6 3 0,-3 4 0,-1-1 0,-4 0 0,0 6 0,0 2 0,0 0 0,0 6 0,0-4 0,0-2 0,0-2 0,0-5 0,0 1 0,0 5 0,0 6 0,0 2 0,0 6 0,0-7 0,-2 4 0,-3-3 0,-5-1 0,-5 9 0,-6 0 0,-5 6 0,0-2 0,-1-2 0,1-3 0,2-6 0,-4 2 0,-1-5 0,-7 1 0,-2 1 0,-1 0 0,1-1 0,6-4 0,0-3 0,2-7 0,-4 2 0,-3 0 0,-7 0 0,-5 3 0,2-6 0,-4 0 0,2-4 0,1 0 0,4-1 0,2 0 0,2-2 0,2-3 0,3 1 0,5-2 0,-1-2 0,1 0 0,4-2 0,0-2 0,6-2 0,-2 0 0,4-5 0,13-13 0,19-14 0,21-12 0,19-8 0,10 2 0,0 6 0,-3 1 0,-5 8 0,-6-1 0,-4-3 0,1 3 0,-4 0 0,-5 6 0,5 3 0,0 2 0,14 2 0,7-2 0,2 1 0,-2 2 0,-5-3 0,-1 3 0,-7 0 0,1 6 0,-3-4 0,3 3 0,3-1 0,2 2 0,1 5 0,0 0 0,-2 0 0,1 0 0,-1 0 0,6 0 0,8 0 0,1 4 0,0 9 0,-9 11 0,-6 7 0,-9 3 0,-6 1 0,-6 4 0,-2 1 0,-8 1 0,-7 2 0,-10 2 0,-7 5 0,-1 1 0,0-6 0,0-4 0,0 0 0,0-1 0,-2 0 0,-3-3 0,-5-5 0,-6-1 0,-4 0 0,-7 1 0,-4 4 0,0 4 0,-2 6 0,-6 7 0,-5 0 0,-6 9 0,-7 0 0,-4 6 0,-4 6 0,-6-2 0,-3-1 0,-2-10 0,-2-9 0,1-6 0,0-6 0,-1-5 0,2-6 0,-3-8 0,2-4 0,0 0 0,-1-4 0,3 1 0,3-2 0,2 1 0,7 0 0,3 0 0,4-2 0,10-5 0,4-3 0,6-3 0,19 1 0,5-1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3:34:16.9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24575,'9'165'0,"-2"1"0,2-1 0,-2 0 0,2 0 0,-3-40 0,2 0 0,1 26 0,1 43 0,1 9 0,-1-26 0,-3-62 0,-1-49 0,-1 0 0,1-5 0,0-4 0,4-4 0,-1-2 0,0-4 0,1-4 0,-6-4 0,5-5 0,-5-3 0,1 0 0,-1-4 0,0-6 0,2-6 0,6 1 0,2 7 0,-2 4 0,1 4 0,1 0 0,-1 8 0,-1-1 0,-3 2 0,-4-3 0,3-5 0,-3 0 0,-1-5 0,-1-1 0,-1-6 0,-4 0 0,2-1 0,0-9 0,0-2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3:34:16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1 388 24575,'29'-10'0,"16"-3"0,15-3 0,9-6 0,1-10 0,-1 3 0,2 0 0,7 1 0,-3 0 0,-4-1 0,-2 7 0,1 1 0,2 3 0,-1-2 0,-2 3 0,-7 3 0,-3 3 0,-4 1 0,-12 2 0,-5 2 0,-5 2 0,-3 4 0,-4 0 0,-2 0 0,-4 0 0,0 0 0,-1 0 0,1 0 0,0 0 0,0 0 0,0 0 0,-1 0 0,4 0 0,-2 0 0,1 0 0,-4 0 0,-1 0 0,0 0 0,-9 2 0,-6 7 0,-10 4 0,-8 8 0,-1 5 0,-2 3 0,2 3 0,2-1 0,2-4 0,5-5 0,4-3 0,1-2 0,2 0 0,0-1 0,-1 1 0,2-2 0,-3 0 0,0-1 0,-1 0 0,0 1 0,4 0 0,0 1 0,0-3 0,0 2 0,0 1 0,0 0 0,0-1 0,0 0 0,0 1 0,0 2 0,0-1 0,0 1 0,0-3 0,0-1 0,0 3 0,0-1 0,0 0 0,3 1 0,1-1 0,-1 0 0,0 1 0,-3-3 0,5-2 0,-1 1 0,4 3 0,0 6 0,-4 2 0,1-2 0,-1 0 0,1 1 0,2 1 0,-1 2 0,0 2 0,2-1 0,-2 4 0,1 1 0,0-1 0,-3 0 0,5 5 0,-3 5 0,-1 6 0,-1 10 0,-2 3 0,3 6 0,1 7 0,0-1 0,2 0 0,-2-5 0,1-4 0,-2-3 0,0 0 0,0 0 0,5 0 0,-2 2 0,2-3 0,0 3 0,-5 0 0,-1-3 0,-1 0 0,3-4 0,-1-3 0,2 2 0,-1 3 0,1 0 0,-1 3 0,1-4 0,-2-2 0,2 0 0,-2 4 0,3 1 0,-3 7 0,1 4 0,3-4 0,-5 0 0,4-7 0,-1-3 0,0-3 0,-2 1 0,-3-4 0,3-5 0,-1-2 0,0-4 0,1 0 0,-5-1 0,4-7 0,0-4 0,1-5 0,-2 0 0,-3-2 0,4-3 0,0 1 0,3-3 0,-1 1 0,-1 0 0,1-4 0,0-8 0,-2-2 0,0-5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3:34:16.9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0 24575,'0'77'0,"0"22"0,0 36 0,-3 31 0,-4 7 0,-5 4 0,-3-9 0,5-9 0,3-5 0,6-12 0,1-4 0,0 7 0,0 5 0,0-5 0,0-2 0,0-18 0,0-12 0,0-10 0,0-22 0,0-8 0,0-11 0,0-5 0,0 0 0,4-3 0,4-3 0,9 2 0,6-2 0,-1-2 0,4 1 0,0-5 0,3 4 0,7-4 0,3-3 0,-3-5 0,5-13 0,-3-8 0,4-11 0,0-5 0,1 1 0,6-1 0,2 0 0,2 0 0,-1-6 0,-2-10 0,-2-5 0,5-7 0,2-3 0,1-1 0,4-10 0,-4-1 0,4-5 0,8-7 0,0-2 0,7-4 0,6 4 0,3 4 0,2 7 0,4 5 0,5-9 0,1-2 0,-3-2 0,-1-1 0,-13 9 0,-1 2 0,3 4 0,-9 1 0,6 0 0,-3 0 0,-9 2 0,-6 0 0,-11 6 0,-10 5 0,-11 8 0,-6 5 0,-7 4 0,-7 5 0,-5 3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3:34:16.9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24575,'0'41'0,"0"40"0,0 39 0,0 45 0,0-73 0,0 1 0,2 0 0,2-1 0,2 3 0,0 0 0,13 84 0,2-1 0,0-10 0,-2-6 0,1-12 0,-2-5 0,3-4 0,3-9 0,-4-6 0,-1-10 0,-2-4 0,0-5 0,0-9 0,-1-7 0,-1-7 0,-2-6 0,3 2 0,-5-8 0,-1-7 0,-1-4 0,-4-13 0,2-5 0,-2-5 0,1-8 0,1 0 0,-1 1 0,-3-6 0,0 0 0,-1-8 0,3-1 0,-1 2 0,-1-2 0,-3 3 0,5-1 0,-1-3 0,1 1 0,-1-2 0,-2 1 0,1-3 0,0 3 0,0 2 0,0 1 0,-2-2 0,-1-4 0,0 4 0,0 4 0,0 3 0,0 1 0,0-3 0,0-1 0,0-4 0,0 1 0,0-9 0,0-2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14144" y="2654181"/>
            <a:ext cx="31284863" cy="5646232"/>
          </a:xfrm>
        </p:spPr>
        <p:txBody>
          <a:bodyPr anchor="b"/>
          <a:lstStyle>
            <a:lvl1pPr algn="ctr">
              <a:defRPr sz="1418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14144" y="8518153"/>
            <a:ext cx="31284863" cy="3915571"/>
          </a:xfrm>
        </p:spPr>
        <p:txBody>
          <a:bodyPr/>
          <a:lstStyle>
            <a:lvl1pPr marL="0" indent="0" algn="ctr">
              <a:buNone/>
              <a:defRPr sz="5676"/>
            </a:lvl1pPr>
            <a:lvl2pPr marL="1081187" indent="0" algn="ctr">
              <a:buNone/>
              <a:defRPr sz="4730"/>
            </a:lvl2pPr>
            <a:lvl3pPr marL="2162373" indent="0" algn="ctr">
              <a:buNone/>
              <a:defRPr sz="4257"/>
            </a:lvl3pPr>
            <a:lvl4pPr marL="3243560" indent="0" algn="ctr">
              <a:buNone/>
              <a:defRPr sz="3784"/>
            </a:lvl4pPr>
            <a:lvl5pPr marL="4324746" indent="0" algn="ctr">
              <a:buNone/>
              <a:defRPr sz="3784"/>
            </a:lvl5pPr>
            <a:lvl6pPr marL="5405933" indent="0" algn="ctr">
              <a:buNone/>
              <a:defRPr sz="3784"/>
            </a:lvl6pPr>
            <a:lvl7pPr marL="6487119" indent="0" algn="ctr">
              <a:buNone/>
              <a:defRPr sz="3784"/>
            </a:lvl7pPr>
            <a:lvl8pPr marL="7568306" indent="0" algn="ctr">
              <a:buNone/>
              <a:defRPr sz="3784"/>
            </a:lvl8pPr>
            <a:lvl9pPr marL="8649492" indent="0" algn="ctr">
              <a:buNone/>
              <a:defRPr sz="3784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3EA49-A5C4-AE4C-AA2E-0E87736849BE}" type="datetimeFigureOut">
              <a:rPr lang="en-CH" smtClean="0"/>
              <a:t>18.10.2026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634D6-F971-A847-BEF6-77C6820706F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920894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3EA49-A5C4-AE4C-AA2E-0E87736849BE}" type="datetimeFigureOut">
              <a:rPr lang="en-CH" smtClean="0"/>
              <a:t>18.10.2026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634D6-F971-A847-BEF6-77C6820706F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720233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6053" y="4043215"/>
            <a:ext cx="35977592" cy="6746195"/>
          </a:xfrm>
        </p:spPr>
        <p:txBody>
          <a:bodyPr anchor="b"/>
          <a:lstStyle>
            <a:lvl1pPr>
              <a:defRPr sz="1418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46053" y="10853231"/>
            <a:ext cx="35977592" cy="3547664"/>
          </a:xfrm>
        </p:spPr>
        <p:txBody>
          <a:bodyPr/>
          <a:lstStyle>
            <a:lvl1pPr marL="0" indent="0">
              <a:buNone/>
              <a:defRPr sz="5676">
                <a:solidFill>
                  <a:schemeClr val="tx1">
                    <a:tint val="82000"/>
                  </a:schemeClr>
                </a:solidFill>
              </a:defRPr>
            </a:lvl1pPr>
            <a:lvl2pPr marL="1081187" indent="0">
              <a:buNone/>
              <a:defRPr sz="4730">
                <a:solidFill>
                  <a:schemeClr val="tx1">
                    <a:tint val="82000"/>
                  </a:schemeClr>
                </a:solidFill>
              </a:defRPr>
            </a:lvl2pPr>
            <a:lvl3pPr marL="2162373" indent="0">
              <a:buNone/>
              <a:defRPr sz="4257">
                <a:solidFill>
                  <a:schemeClr val="tx1">
                    <a:tint val="82000"/>
                  </a:schemeClr>
                </a:solidFill>
              </a:defRPr>
            </a:lvl3pPr>
            <a:lvl4pPr marL="3243560" indent="0">
              <a:buNone/>
              <a:defRPr sz="3784">
                <a:solidFill>
                  <a:schemeClr val="tx1">
                    <a:tint val="82000"/>
                  </a:schemeClr>
                </a:solidFill>
              </a:defRPr>
            </a:lvl4pPr>
            <a:lvl5pPr marL="4324746" indent="0">
              <a:buNone/>
              <a:defRPr sz="3784">
                <a:solidFill>
                  <a:schemeClr val="tx1">
                    <a:tint val="82000"/>
                  </a:schemeClr>
                </a:solidFill>
              </a:defRPr>
            </a:lvl5pPr>
            <a:lvl6pPr marL="5405933" indent="0">
              <a:buNone/>
              <a:defRPr sz="3784">
                <a:solidFill>
                  <a:schemeClr val="tx1">
                    <a:tint val="82000"/>
                  </a:schemeClr>
                </a:solidFill>
              </a:defRPr>
            </a:lvl6pPr>
            <a:lvl7pPr marL="6487119" indent="0">
              <a:buNone/>
              <a:defRPr sz="3784">
                <a:solidFill>
                  <a:schemeClr val="tx1">
                    <a:tint val="82000"/>
                  </a:schemeClr>
                </a:solidFill>
              </a:defRPr>
            </a:lvl7pPr>
            <a:lvl8pPr marL="7568306" indent="0">
              <a:buNone/>
              <a:defRPr sz="3784">
                <a:solidFill>
                  <a:schemeClr val="tx1">
                    <a:tint val="82000"/>
                  </a:schemeClr>
                </a:solidFill>
              </a:defRPr>
            </a:lvl8pPr>
            <a:lvl9pPr marL="8649492" indent="0">
              <a:buNone/>
              <a:defRPr sz="378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3EA49-A5C4-AE4C-AA2E-0E87736849BE}" type="datetimeFigureOut">
              <a:rPr lang="en-CH" smtClean="0"/>
              <a:t>18.10.2026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634D6-F971-A847-BEF6-77C6820706F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339292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67779" y="4317265"/>
            <a:ext cx="17728089" cy="1029010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117282" y="4317265"/>
            <a:ext cx="17728089" cy="1029010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3EA49-A5C4-AE4C-AA2E-0E87736849BE}" type="datetimeFigureOut">
              <a:rPr lang="en-CH" smtClean="0"/>
              <a:t>18.10.2026</a:t>
            </a:fld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634D6-F971-A847-BEF6-77C6820706F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271097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3212" y="863454"/>
            <a:ext cx="35977592" cy="313471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73214" y="3975639"/>
            <a:ext cx="17646616" cy="1948399"/>
          </a:xfrm>
        </p:spPr>
        <p:txBody>
          <a:bodyPr anchor="b"/>
          <a:lstStyle>
            <a:lvl1pPr marL="0" indent="0">
              <a:buNone/>
              <a:defRPr sz="5676" b="1"/>
            </a:lvl1pPr>
            <a:lvl2pPr marL="1081187" indent="0">
              <a:buNone/>
              <a:defRPr sz="4730" b="1"/>
            </a:lvl2pPr>
            <a:lvl3pPr marL="2162373" indent="0">
              <a:buNone/>
              <a:defRPr sz="4257" b="1"/>
            </a:lvl3pPr>
            <a:lvl4pPr marL="3243560" indent="0">
              <a:buNone/>
              <a:defRPr sz="3784" b="1"/>
            </a:lvl4pPr>
            <a:lvl5pPr marL="4324746" indent="0">
              <a:buNone/>
              <a:defRPr sz="3784" b="1"/>
            </a:lvl5pPr>
            <a:lvl6pPr marL="5405933" indent="0">
              <a:buNone/>
              <a:defRPr sz="3784" b="1"/>
            </a:lvl6pPr>
            <a:lvl7pPr marL="6487119" indent="0">
              <a:buNone/>
              <a:defRPr sz="3784" b="1"/>
            </a:lvl7pPr>
            <a:lvl8pPr marL="7568306" indent="0">
              <a:buNone/>
              <a:defRPr sz="3784" b="1"/>
            </a:lvl8pPr>
            <a:lvl9pPr marL="8649492" indent="0">
              <a:buNone/>
              <a:defRPr sz="378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73214" y="5924039"/>
            <a:ext cx="17646616" cy="871336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1117282" y="3975639"/>
            <a:ext cx="17733522" cy="1948399"/>
          </a:xfrm>
        </p:spPr>
        <p:txBody>
          <a:bodyPr anchor="b"/>
          <a:lstStyle>
            <a:lvl1pPr marL="0" indent="0">
              <a:buNone/>
              <a:defRPr sz="5676" b="1"/>
            </a:lvl1pPr>
            <a:lvl2pPr marL="1081187" indent="0">
              <a:buNone/>
              <a:defRPr sz="4730" b="1"/>
            </a:lvl2pPr>
            <a:lvl3pPr marL="2162373" indent="0">
              <a:buNone/>
              <a:defRPr sz="4257" b="1"/>
            </a:lvl3pPr>
            <a:lvl4pPr marL="3243560" indent="0">
              <a:buNone/>
              <a:defRPr sz="3784" b="1"/>
            </a:lvl4pPr>
            <a:lvl5pPr marL="4324746" indent="0">
              <a:buNone/>
              <a:defRPr sz="3784" b="1"/>
            </a:lvl5pPr>
            <a:lvl6pPr marL="5405933" indent="0">
              <a:buNone/>
              <a:defRPr sz="3784" b="1"/>
            </a:lvl6pPr>
            <a:lvl7pPr marL="6487119" indent="0">
              <a:buNone/>
              <a:defRPr sz="3784" b="1"/>
            </a:lvl7pPr>
            <a:lvl8pPr marL="7568306" indent="0">
              <a:buNone/>
              <a:defRPr sz="3784" b="1"/>
            </a:lvl8pPr>
            <a:lvl9pPr marL="8649492" indent="0">
              <a:buNone/>
              <a:defRPr sz="378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1117282" y="5924039"/>
            <a:ext cx="17733522" cy="871336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3EA49-A5C4-AE4C-AA2E-0E87736849BE}" type="datetimeFigureOut">
              <a:rPr lang="en-CH" smtClean="0"/>
              <a:t>18.10.2026</a:t>
            </a:fld>
            <a:endParaRPr lang="en-C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634D6-F971-A847-BEF6-77C6820706F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735617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3EA49-A5C4-AE4C-AA2E-0E87736849BE}" type="datetimeFigureOut">
              <a:rPr lang="en-CH" smtClean="0"/>
              <a:t>18.10.2026</a:t>
            </a:fld>
            <a:endParaRPr lang="en-C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634D6-F971-A847-BEF6-77C6820706F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435140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3EA49-A5C4-AE4C-AA2E-0E87736849BE}" type="datetimeFigureOut">
              <a:rPr lang="en-CH" smtClean="0"/>
              <a:t>18.10.2026</a:t>
            </a:fld>
            <a:endParaRPr lang="en-C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634D6-F971-A847-BEF6-77C6820706F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478817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3214" y="1081193"/>
            <a:ext cx="13453575" cy="3784177"/>
          </a:xfrm>
        </p:spPr>
        <p:txBody>
          <a:bodyPr anchor="b"/>
          <a:lstStyle>
            <a:lvl1pPr>
              <a:defRPr sz="756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33522" y="2335078"/>
            <a:ext cx="21117282" cy="11525221"/>
          </a:xfrm>
        </p:spPr>
        <p:txBody>
          <a:bodyPr/>
          <a:lstStyle>
            <a:lvl1pPr>
              <a:defRPr sz="7567"/>
            </a:lvl1pPr>
            <a:lvl2pPr>
              <a:defRPr sz="6621"/>
            </a:lvl2pPr>
            <a:lvl3pPr>
              <a:defRPr sz="5676"/>
            </a:lvl3pPr>
            <a:lvl4pPr>
              <a:defRPr sz="4730"/>
            </a:lvl4pPr>
            <a:lvl5pPr>
              <a:defRPr sz="4730"/>
            </a:lvl5pPr>
            <a:lvl6pPr>
              <a:defRPr sz="4730"/>
            </a:lvl6pPr>
            <a:lvl7pPr>
              <a:defRPr sz="4730"/>
            </a:lvl7pPr>
            <a:lvl8pPr>
              <a:defRPr sz="4730"/>
            </a:lvl8pPr>
            <a:lvl9pPr>
              <a:defRPr sz="473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73214" y="4865370"/>
            <a:ext cx="13453575" cy="9013700"/>
          </a:xfrm>
        </p:spPr>
        <p:txBody>
          <a:bodyPr/>
          <a:lstStyle>
            <a:lvl1pPr marL="0" indent="0">
              <a:buNone/>
              <a:defRPr sz="3784"/>
            </a:lvl1pPr>
            <a:lvl2pPr marL="1081187" indent="0">
              <a:buNone/>
              <a:defRPr sz="3311"/>
            </a:lvl2pPr>
            <a:lvl3pPr marL="2162373" indent="0">
              <a:buNone/>
              <a:defRPr sz="2838"/>
            </a:lvl3pPr>
            <a:lvl4pPr marL="3243560" indent="0">
              <a:buNone/>
              <a:defRPr sz="2365"/>
            </a:lvl4pPr>
            <a:lvl5pPr marL="4324746" indent="0">
              <a:buNone/>
              <a:defRPr sz="2365"/>
            </a:lvl5pPr>
            <a:lvl6pPr marL="5405933" indent="0">
              <a:buNone/>
              <a:defRPr sz="2365"/>
            </a:lvl6pPr>
            <a:lvl7pPr marL="6487119" indent="0">
              <a:buNone/>
              <a:defRPr sz="2365"/>
            </a:lvl7pPr>
            <a:lvl8pPr marL="7568306" indent="0">
              <a:buNone/>
              <a:defRPr sz="2365"/>
            </a:lvl8pPr>
            <a:lvl9pPr marL="8649492" indent="0">
              <a:buNone/>
              <a:defRPr sz="236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3EA49-A5C4-AE4C-AA2E-0E87736849BE}" type="datetimeFigureOut">
              <a:rPr lang="en-CH" smtClean="0"/>
              <a:t>18.10.2026</a:t>
            </a:fld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634D6-F971-A847-BEF6-77C6820706F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973200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3214" y="1081193"/>
            <a:ext cx="13453575" cy="3784177"/>
          </a:xfrm>
        </p:spPr>
        <p:txBody>
          <a:bodyPr anchor="b"/>
          <a:lstStyle>
            <a:lvl1pPr>
              <a:defRPr sz="756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733522" y="2335078"/>
            <a:ext cx="21117282" cy="11525221"/>
          </a:xfrm>
        </p:spPr>
        <p:txBody>
          <a:bodyPr anchor="t"/>
          <a:lstStyle>
            <a:lvl1pPr marL="0" indent="0">
              <a:buNone/>
              <a:defRPr sz="7567"/>
            </a:lvl1pPr>
            <a:lvl2pPr marL="1081187" indent="0">
              <a:buNone/>
              <a:defRPr sz="6621"/>
            </a:lvl2pPr>
            <a:lvl3pPr marL="2162373" indent="0">
              <a:buNone/>
              <a:defRPr sz="5676"/>
            </a:lvl3pPr>
            <a:lvl4pPr marL="3243560" indent="0">
              <a:buNone/>
              <a:defRPr sz="4730"/>
            </a:lvl4pPr>
            <a:lvl5pPr marL="4324746" indent="0">
              <a:buNone/>
              <a:defRPr sz="4730"/>
            </a:lvl5pPr>
            <a:lvl6pPr marL="5405933" indent="0">
              <a:buNone/>
              <a:defRPr sz="4730"/>
            </a:lvl6pPr>
            <a:lvl7pPr marL="6487119" indent="0">
              <a:buNone/>
              <a:defRPr sz="4730"/>
            </a:lvl7pPr>
            <a:lvl8pPr marL="7568306" indent="0">
              <a:buNone/>
              <a:defRPr sz="4730"/>
            </a:lvl8pPr>
            <a:lvl9pPr marL="8649492" indent="0">
              <a:buNone/>
              <a:defRPr sz="473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73214" y="4865370"/>
            <a:ext cx="13453575" cy="9013700"/>
          </a:xfrm>
        </p:spPr>
        <p:txBody>
          <a:bodyPr/>
          <a:lstStyle>
            <a:lvl1pPr marL="0" indent="0">
              <a:buNone/>
              <a:defRPr sz="3784"/>
            </a:lvl1pPr>
            <a:lvl2pPr marL="1081187" indent="0">
              <a:buNone/>
              <a:defRPr sz="3311"/>
            </a:lvl2pPr>
            <a:lvl3pPr marL="2162373" indent="0">
              <a:buNone/>
              <a:defRPr sz="2838"/>
            </a:lvl3pPr>
            <a:lvl4pPr marL="3243560" indent="0">
              <a:buNone/>
              <a:defRPr sz="2365"/>
            </a:lvl4pPr>
            <a:lvl5pPr marL="4324746" indent="0">
              <a:buNone/>
              <a:defRPr sz="2365"/>
            </a:lvl5pPr>
            <a:lvl6pPr marL="5405933" indent="0">
              <a:buNone/>
              <a:defRPr sz="2365"/>
            </a:lvl6pPr>
            <a:lvl7pPr marL="6487119" indent="0">
              <a:buNone/>
              <a:defRPr sz="2365"/>
            </a:lvl7pPr>
            <a:lvl8pPr marL="7568306" indent="0">
              <a:buNone/>
              <a:defRPr sz="2365"/>
            </a:lvl8pPr>
            <a:lvl9pPr marL="8649492" indent="0">
              <a:buNone/>
              <a:defRPr sz="236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3EA49-A5C4-AE4C-AA2E-0E87736849BE}" type="datetimeFigureOut">
              <a:rPr lang="en-CH" smtClean="0"/>
              <a:t>18.10.2026</a:t>
            </a:fld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634D6-F971-A847-BEF6-77C6820706F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046359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3EA49-A5C4-AE4C-AA2E-0E87736849BE}" type="datetimeFigureOut">
              <a:rPr lang="en-CH" smtClean="0"/>
              <a:t>18.10.2026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634D6-F971-A847-BEF6-77C6820706F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998414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9850973" y="863453"/>
            <a:ext cx="8994398" cy="1374392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67779" y="863453"/>
            <a:ext cx="26461780" cy="1374392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3EA49-A5C4-AE4C-AA2E-0E87736849BE}" type="datetimeFigureOut">
              <a:rPr lang="en-CH" smtClean="0"/>
              <a:t>18.10.2026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634D6-F971-A847-BEF6-77C6820706F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992860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67779" y="863454"/>
            <a:ext cx="35977592" cy="31347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67779" y="4317265"/>
            <a:ext cx="35977592" cy="102901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867779" y="15031592"/>
            <a:ext cx="9385459" cy="8634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3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73EA49-A5C4-AE4C-AA2E-0E87736849BE}" type="datetimeFigureOut">
              <a:rPr lang="en-CH" smtClean="0"/>
              <a:t>18.10.2026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17481" y="15031592"/>
            <a:ext cx="14078188" cy="8634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3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459912" y="15031592"/>
            <a:ext cx="9385459" cy="8634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3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6634D6-F971-A847-BEF6-77C6820706F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776041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2162373" rtl="0" eaLnBrk="1" latinLnBrk="0" hangingPunct="1">
        <a:lnSpc>
          <a:spcPct val="90000"/>
        </a:lnSpc>
        <a:spcBef>
          <a:spcPct val="0"/>
        </a:spcBef>
        <a:buNone/>
        <a:defRPr sz="1040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40593" indent="-540593" algn="l" defTabSz="2162373" rtl="0" eaLnBrk="1" latinLnBrk="0" hangingPunct="1">
        <a:lnSpc>
          <a:spcPct val="90000"/>
        </a:lnSpc>
        <a:spcBef>
          <a:spcPts val="2365"/>
        </a:spcBef>
        <a:buFont typeface="Arial" panose="020B0604020202020204" pitchFamily="34" charset="0"/>
        <a:buChar char="•"/>
        <a:defRPr sz="6621" kern="1200">
          <a:solidFill>
            <a:schemeClr val="tx1"/>
          </a:solidFill>
          <a:latin typeface="+mn-lt"/>
          <a:ea typeface="+mn-ea"/>
          <a:cs typeface="+mn-cs"/>
        </a:defRPr>
      </a:lvl1pPr>
      <a:lvl2pPr marL="1621780" indent="-540593" algn="l" defTabSz="2162373" rtl="0" eaLnBrk="1" latinLnBrk="0" hangingPunct="1">
        <a:lnSpc>
          <a:spcPct val="90000"/>
        </a:lnSpc>
        <a:spcBef>
          <a:spcPts val="1182"/>
        </a:spcBef>
        <a:buFont typeface="Arial" panose="020B0604020202020204" pitchFamily="34" charset="0"/>
        <a:buChar char="•"/>
        <a:defRPr sz="5676" kern="1200">
          <a:solidFill>
            <a:schemeClr val="tx1"/>
          </a:solidFill>
          <a:latin typeface="+mn-lt"/>
          <a:ea typeface="+mn-ea"/>
          <a:cs typeface="+mn-cs"/>
        </a:defRPr>
      </a:lvl2pPr>
      <a:lvl3pPr marL="2702966" indent="-540593" algn="l" defTabSz="2162373" rtl="0" eaLnBrk="1" latinLnBrk="0" hangingPunct="1">
        <a:lnSpc>
          <a:spcPct val="90000"/>
        </a:lnSpc>
        <a:spcBef>
          <a:spcPts val="1182"/>
        </a:spcBef>
        <a:buFont typeface="Arial" panose="020B0604020202020204" pitchFamily="34" charset="0"/>
        <a:buChar char="•"/>
        <a:defRPr sz="4730" kern="1200">
          <a:solidFill>
            <a:schemeClr val="tx1"/>
          </a:solidFill>
          <a:latin typeface="+mn-lt"/>
          <a:ea typeface="+mn-ea"/>
          <a:cs typeface="+mn-cs"/>
        </a:defRPr>
      </a:lvl3pPr>
      <a:lvl4pPr marL="3784153" indent="-540593" algn="l" defTabSz="2162373" rtl="0" eaLnBrk="1" latinLnBrk="0" hangingPunct="1">
        <a:lnSpc>
          <a:spcPct val="90000"/>
        </a:lnSpc>
        <a:spcBef>
          <a:spcPts val="1182"/>
        </a:spcBef>
        <a:buFont typeface="Arial" panose="020B0604020202020204" pitchFamily="34" charset="0"/>
        <a:buChar char="•"/>
        <a:defRPr sz="4257" kern="1200">
          <a:solidFill>
            <a:schemeClr val="tx1"/>
          </a:solidFill>
          <a:latin typeface="+mn-lt"/>
          <a:ea typeface="+mn-ea"/>
          <a:cs typeface="+mn-cs"/>
        </a:defRPr>
      </a:lvl4pPr>
      <a:lvl5pPr marL="4865340" indent="-540593" algn="l" defTabSz="2162373" rtl="0" eaLnBrk="1" latinLnBrk="0" hangingPunct="1">
        <a:lnSpc>
          <a:spcPct val="90000"/>
        </a:lnSpc>
        <a:spcBef>
          <a:spcPts val="1182"/>
        </a:spcBef>
        <a:buFont typeface="Arial" panose="020B0604020202020204" pitchFamily="34" charset="0"/>
        <a:buChar char="•"/>
        <a:defRPr sz="4257" kern="1200">
          <a:solidFill>
            <a:schemeClr val="tx1"/>
          </a:solidFill>
          <a:latin typeface="+mn-lt"/>
          <a:ea typeface="+mn-ea"/>
          <a:cs typeface="+mn-cs"/>
        </a:defRPr>
      </a:lvl5pPr>
      <a:lvl6pPr marL="5946526" indent="-540593" algn="l" defTabSz="2162373" rtl="0" eaLnBrk="1" latinLnBrk="0" hangingPunct="1">
        <a:lnSpc>
          <a:spcPct val="90000"/>
        </a:lnSpc>
        <a:spcBef>
          <a:spcPts val="1182"/>
        </a:spcBef>
        <a:buFont typeface="Arial" panose="020B0604020202020204" pitchFamily="34" charset="0"/>
        <a:buChar char="•"/>
        <a:defRPr sz="4257" kern="1200">
          <a:solidFill>
            <a:schemeClr val="tx1"/>
          </a:solidFill>
          <a:latin typeface="+mn-lt"/>
          <a:ea typeface="+mn-ea"/>
          <a:cs typeface="+mn-cs"/>
        </a:defRPr>
      </a:lvl6pPr>
      <a:lvl7pPr marL="7027713" indent="-540593" algn="l" defTabSz="2162373" rtl="0" eaLnBrk="1" latinLnBrk="0" hangingPunct="1">
        <a:lnSpc>
          <a:spcPct val="90000"/>
        </a:lnSpc>
        <a:spcBef>
          <a:spcPts val="1182"/>
        </a:spcBef>
        <a:buFont typeface="Arial" panose="020B0604020202020204" pitchFamily="34" charset="0"/>
        <a:buChar char="•"/>
        <a:defRPr sz="4257" kern="1200">
          <a:solidFill>
            <a:schemeClr val="tx1"/>
          </a:solidFill>
          <a:latin typeface="+mn-lt"/>
          <a:ea typeface="+mn-ea"/>
          <a:cs typeface="+mn-cs"/>
        </a:defRPr>
      </a:lvl7pPr>
      <a:lvl8pPr marL="8108899" indent="-540593" algn="l" defTabSz="2162373" rtl="0" eaLnBrk="1" latinLnBrk="0" hangingPunct="1">
        <a:lnSpc>
          <a:spcPct val="90000"/>
        </a:lnSpc>
        <a:spcBef>
          <a:spcPts val="1182"/>
        </a:spcBef>
        <a:buFont typeface="Arial" panose="020B0604020202020204" pitchFamily="34" charset="0"/>
        <a:buChar char="•"/>
        <a:defRPr sz="4257" kern="1200">
          <a:solidFill>
            <a:schemeClr val="tx1"/>
          </a:solidFill>
          <a:latin typeface="+mn-lt"/>
          <a:ea typeface="+mn-ea"/>
          <a:cs typeface="+mn-cs"/>
        </a:defRPr>
      </a:lvl8pPr>
      <a:lvl9pPr marL="9190086" indent="-540593" algn="l" defTabSz="2162373" rtl="0" eaLnBrk="1" latinLnBrk="0" hangingPunct="1">
        <a:lnSpc>
          <a:spcPct val="90000"/>
        </a:lnSpc>
        <a:spcBef>
          <a:spcPts val="1182"/>
        </a:spcBef>
        <a:buFont typeface="Arial" panose="020B0604020202020204" pitchFamily="34" charset="0"/>
        <a:buChar char="•"/>
        <a:defRPr sz="425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62373" rtl="0" eaLnBrk="1" latinLnBrk="0" hangingPunct="1">
        <a:defRPr sz="4257" kern="1200">
          <a:solidFill>
            <a:schemeClr val="tx1"/>
          </a:solidFill>
          <a:latin typeface="+mn-lt"/>
          <a:ea typeface="+mn-ea"/>
          <a:cs typeface="+mn-cs"/>
        </a:defRPr>
      </a:lvl1pPr>
      <a:lvl2pPr marL="1081187" algn="l" defTabSz="2162373" rtl="0" eaLnBrk="1" latinLnBrk="0" hangingPunct="1">
        <a:defRPr sz="4257" kern="1200">
          <a:solidFill>
            <a:schemeClr val="tx1"/>
          </a:solidFill>
          <a:latin typeface="+mn-lt"/>
          <a:ea typeface="+mn-ea"/>
          <a:cs typeface="+mn-cs"/>
        </a:defRPr>
      </a:lvl2pPr>
      <a:lvl3pPr marL="2162373" algn="l" defTabSz="2162373" rtl="0" eaLnBrk="1" latinLnBrk="0" hangingPunct="1">
        <a:defRPr sz="4257" kern="1200">
          <a:solidFill>
            <a:schemeClr val="tx1"/>
          </a:solidFill>
          <a:latin typeface="+mn-lt"/>
          <a:ea typeface="+mn-ea"/>
          <a:cs typeface="+mn-cs"/>
        </a:defRPr>
      </a:lvl3pPr>
      <a:lvl4pPr marL="3243560" algn="l" defTabSz="2162373" rtl="0" eaLnBrk="1" latinLnBrk="0" hangingPunct="1">
        <a:defRPr sz="4257" kern="1200">
          <a:solidFill>
            <a:schemeClr val="tx1"/>
          </a:solidFill>
          <a:latin typeface="+mn-lt"/>
          <a:ea typeface="+mn-ea"/>
          <a:cs typeface="+mn-cs"/>
        </a:defRPr>
      </a:lvl4pPr>
      <a:lvl5pPr marL="4324746" algn="l" defTabSz="2162373" rtl="0" eaLnBrk="1" latinLnBrk="0" hangingPunct="1">
        <a:defRPr sz="4257" kern="1200">
          <a:solidFill>
            <a:schemeClr val="tx1"/>
          </a:solidFill>
          <a:latin typeface="+mn-lt"/>
          <a:ea typeface="+mn-ea"/>
          <a:cs typeface="+mn-cs"/>
        </a:defRPr>
      </a:lvl5pPr>
      <a:lvl6pPr marL="5405933" algn="l" defTabSz="2162373" rtl="0" eaLnBrk="1" latinLnBrk="0" hangingPunct="1">
        <a:defRPr sz="4257" kern="1200">
          <a:solidFill>
            <a:schemeClr val="tx1"/>
          </a:solidFill>
          <a:latin typeface="+mn-lt"/>
          <a:ea typeface="+mn-ea"/>
          <a:cs typeface="+mn-cs"/>
        </a:defRPr>
      </a:lvl6pPr>
      <a:lvl7pPr marL="6487119" algn="l" defTabSz="2162373" rtl="0" eaLnBrk="1" latinLnBrk="0" hangingPunct="1">
        <a:defRPr sz="4257" kern="1200">
          <a:solidFill>
            <a:schemeClr val="tx1"/>
          </a:solidFill>
          <a:latin typeface="+mn-lt"/>
          <a:ea typeface="+mn-ea"/>
          <a:cs typeface="+mn-cs"/>
        </a:defRPr>
      </a:lvl7pPr>
      <a:lvl8pPr marL="7568306" algn="l" defTabSz="2162373" rtl="0" eaLnBrk="1" latinLnBrk="0" hangingPunct="1">
        <a:defRPr sz="4257" kern="1200">
          <a:solidFill>
            <a:schemeClr val="tx1"/>
          </a:solidFill>
          <a:latin typeface="+mn-lt"/>
          <a:ea typeface="+mn-ea"/>
          <a:cs typeface="+mn-cs"/>
        </a:defRPr>
      </a:lvl8pPr>
      <a:lvl9pPr marL="8649492" algn="l" defTabSz="2162373" rtl="0" eaLnBrk="1" latinLnBrk="0" hangingPunct="1">
        <a:defRPr sz="425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7.png"/><Relationship Id="rId299" Type="http://schemas.openxmlformats.org/officeDocument/2006/relationships/customXml" Target="../ink/ink154.xml"/><Relationship Id="rId63" Type="http://schemas.openxmlformats.org/officeDocument/2006/relationships/image" Target="../media/image34.png"/><Relationship Id="rId324" Type="http://schemas.openxmlformats.org/officeDocument/2006/relationships/customXml" Target="../ink/ink169.xml"/><Relationship Id="rId170" Type="http://schemas.openxmlformats.org/officeDocument/2006/relationships/image" Target="../media/image67.png"/><Relationship Id="rId226" Type="http://schemas.openxmlformats.org/officeDocument/2006/relationships/customXml" Target="../ink/ink101.xml"/><Relationship Id="rId268" Type="http://schemas.openxmlformats.org/officeDocument/2006/relationships/image" Target="../media/image94.png"/><Relationship Id="rId74" Type="http://schemas.openxmlformats.org/officeDocument/2006/relationships/customXml" Target="../ink/ink18.xml"/><Relationship Id="rId128" Type="http://schemas.openxmlformats.org/officeDocument/2006/relationships/image" Target="../media/image52.png"/><Relationship Id="rId335" Type="http://schemas.openxmlformats.org/officeDocument/2006/relationships/image" Target="../media/image118.png"/><Relationship Id="rId5" Type="http://schemas.openxmlformats.org/officeDocument/2006/relationships/image" Target="../media/image4.svg"/><Relationship Id="rId237" Type="http://schemas.openxmlformats.org/officeDocument/2006/relationships/customXml" Target="../ink/ink109.xml"/><Relationship Id="rId279" Type="http://schemas.openxmlformats.org/officeDocument/2006/relationships/customXml" Target="../ink/ink140.xml"/><Relationship Id="rId43" Type="http://schemas.openxmlformats.org/officeDocument/2006/relationships/image" Target="../media/image23.png"/><Relationship Id="rId290" Type="http://schemas.openxmlformats.org/officeDocument/2006/relationships/customXml" Target="../ink/ink148.xml"/><Relationship Id="rId304" Type="http://schemas.openxmlformats.org/officeDocument/2006/relationships/customXml" Target="../ink/ink157.xml"/><Relationship Id="rId346" Type="http://schemas.openxmlformats.org/officeDocument/2006/relationships/customXml" Target="../ink/ink181.xml"/><Relationship Id="rId85" Type="http://schemas.openxmlformats.org/officeDocument/2006/relationships/customXml" Target="../ink/ink28.xml"/><Relationship Id="rId150" Type="http://schemas.openxmlformats.org/officeDocument/2006/relationships/image" Target="../media/image65.png"/><Relationship Id="rId192" Type="http://schemas.openxmlformats.org/officeDocument/2006/relationships/image" Target="../media/image77.png"/><Relationship Id="rId206" Type="http://schemas.openxmlformats.org/officeDocument/2006/relationships/customXml" Target="../ink/ink86.xml"/><Relationship Id="rId248" Type="http://schemas.openxmlformats.org/officeDocument/2006/relationships/customXml" Target="../ink/ink120.xml"/><Relationship Id="rId12" Type="http://schemas.openxmlformats.org/officeDocument/2006/relationships/image" Target="../media/image103.png"/><Relationship Id="rId108" Type="http://schemas.openxmlformats.org/officeDocument/2006/relationships/image" Target="../media/image29.png"/><Relationship Id="rId315" Type="http://schemas.openxmlformats.org/officeDocument/2006/relationships/image" Target="../media/image109.png"/><Relationship Id="rId357" Type="http://schemas.openxmlformats.org/officeDocument/2006/relationships/image" Target="../media/image128.png"/><Relationship Id="rId54" Type="http://schemas.openxmlformats.org/officeDocument/2006/relationships/customXml" Target="../ink/ink7.xml"/><Relationship Id="rId96" Type="http://schemas.openxmlformats.org/officeDocument/2006/relationships/image" Target="../media/image42.png"/><Relationship Id="rId217" Type="http://schemas.openxmlformats.org/officeDocument/2006/relationships/customXml" Target="../ink/ink95.xml"/><Relationship Id="rId259" Type="http://schemas.openxmlformats.org/officeDocument/2006/relationships/customXml" Target="../ink/ink128.xml"/><Relationship Id="rId270" Type="http://schemas.openxmlformats.org/officeDocument/2006/relationships/customXml" Target="../ink/ink135.xml"/><Relationship Id="rId326" Type="http://schemas.openxmlformats.org/officeDocument/2006/relationships/customXml" Target="../ink/ink170.xml"/><Relationship Id="rId65" Type="http://schemas.openxmlformats.org/officeDocument/2006/relationships/customXml" Target="../ink/ink12.xml"/><Relationship Id="rId130" Type="http://schemas.openxmlformats.org/officeDocument/2006/relationships/image" Target="../media/image41.svg"/><Relationship Id="rId172" Type="http://schemas.openxmlformats.org/officeDocument/2006/relationships/image" Target="../media/image68.png"/><Relationship Id="rId193" Type="http://schemas.openxmlformats.org/officeDocument/2006/relationships/customXml" Target="../ink/ink76.xml"/><Relationship Id="rId207" Type="http://schemas.openxmlformats.org/officeDocument/2006/relationships/customXml" Target="../ink/ink87.xml"/><Relationship Id="rId228" Type="http://schemas.openxmlformats.org/officeDocument/2006/relationships/customXml" Target="../ink/ink103.xml"/><Relationship Id="rId249" Type="http://schemas.openxmlformats.org/officeDocument/2006/relationships/customXml" Target="../ink/ink121.xml"/><Relationship Id="rId109" Type="http://schemas.openxmlformats.org/officeDocument/2006/relationships/image" Target="../media/image35.png"/><Relationship Id="rId260" Type="http://schemas.openxmlformats.org/officeDocument/2006/relationships/image" Target="../media/image71.png"/><Relationship Id="rId281" Type="http://schemas.openxmlformats.org/officeDocument/2006/relationships/customXml" Target="../ink/ink141.xml"/><Relationship Id="rId316" Type="http://schemas.openxmlformats.org/officeDocument/2006/relationships/customXml" Target="../ink/ink165.xml"/><Relationship Id="rId337" Type="http://schemas.openxmlformats.org/officeDocument/2006/relationships/customXml" Target="../ink/ink177.xml"/><Relationship Id="rId55" Type="http://schemas.openxmlformats.org/officeDocument/2006/relationships/image" Target="../media/image30.png"/><Relationship Id="rId76" Type="http://schemas.openxmlformats.org/officeDocument/2006/relationships/customXml" Target="../ink/ink20.xml"/><Relationship Id="rId97" Type="http://schemas.openxmlformats.org/officeDocument/2006/relationships/customXml" Target="../ink/ink35.xml"/><Relationship Id="rId141" Type="http://schemas.openxmlformats.org/officeDocument/2006/relationships/image" Target="../media/image42.svg"/><Relationship Id="rId183" Type="http://schemas.openxmlformats.org/officeDocument/2006/relationships/customXml" Target="../ink/ink69.xml"/><Relationship Id="rId218" Type="http://schemas.openxmlformats.org/officeDocument/2006/relationships/image" Target="../media/image83.png"/><Relationship Id="rId239" Type="http://schemas.openxmlformats.org/officeDocument/2006/relationships/customXml" Target="../ink/ink111.xml"/><Relationship Id="rId250" Type="http://schemas.openxmlformats.org/officeDocument/2006/relationships/customXml" Target="../ink/ink122.xml"/><Relationship Id="rId271" Type="http://schemas.openxmlformats.org/officeDocument/2006/relationships/customXml" Target="../ink/ink136.xml"/><Relationship Id="rId292" Type="http://schemas.openxmlformats.org/officeDocument/2006/relationships/customXml" Target="../ink/ink149.xml"/><Relationship Id="rId306" Type="http://schemas.openxmlformats.org/officeDocument/2006/relationships/image" Target="../media/image106.png"/><Relationship Id="rId45" Type="http://schemas.openxmlformats.org/officeDocument/2006/relationships/image" Target="../media/image24.png"/><Relationship Id="rId24" Type="http://schemas.openxmlformats.org/officeDocument/2006/relationships/image" Target="../media/image16.png"/><Relationship Id="rId87" Type="http://schemas.openxmlformats.org/officeDocument/2006/relationships/customXml" Target="../ink/ink30.xml"/><Relationship Id="rId110" Type="http://schemas.openxmlformats.org/officeDocument/2006/relationships/image" Target="../media/image36.png"/><Relationship Id="rId131" Type="http://schemas.openxmlformats.org/officeDocument/2006/relationships/customXml" Target="../ink/ink49.xml"/><Relationship Id="rId327" Type="http://schemas.openxmlformats.org/officeDocument/2006/relationships/image" Target="../media/image115.png"/><Relationship Id="rId348" Type="http://schemas.openxmlformats.org/officeDocument/2006/relationships/customXml" Target="../ink/ink182.xml"/><Relationship Id="rId152" Type="http://schemas.openxmlformats.org/officeDocument/2006/relationships/image" Target="../media/image66.png"/><Relationship Id="rId173" Type="http://schemas.openxmlformats.org/officeDocument/2006/relationships/customXml" Target="../ink/ink66.xml"/><Relationship Id="rId194" Type="http://schemas.openxmlformats.org/officeDocument/2006/relationships/customXml" Target="../ink/ink77.xml"/><Relationship Id="rId208" Type="http://schemas.openxmlformats.org/officeDocument/2006/relationships/customXml" Target="../ink/ink88.xml"/><Relationship Id="rId229" Type="http://schemas.openxmlformats.org/officeDocument/2006/relationships/image" Target="../media/image86.png"/><Relationship Id="rId240" Type="http://schemas.openxmlformats.org/officeDocument/2006/relationships/customXml" Target="../ink/ink112.xml"/><Relationship Id="rId261" Type="http://schemas.openxmlformats.org/officeDocument/2006/relationships/customXml" Target="../ink/ink129.xml"/><Relationship Id="rId56" Type="http://schemas.openxmlformats.org/officeDocument/2006/relationships/customXml" Target="../ink/ink8.xml"/><Relationship Id="rId14" Type="http://schemas.openxmlformats.org/officeDocument/2006/relationships/image" Target="../media/image1010.png"/><Relationship Id="rId77" Type="http://schemas.openxmlformats.org/officeDocument/2006/relationships/customXml" Target="../ink/ink21.xml"/><Relationship Id="rId100" Type="http://schemas.openxmlformats.org/officeDocument/2006/relationships/image" Target="../media/image28.png"/><Relationship Id="rId282" Type="http://schemas.openxmlformats.org/officeDocument/2006/relationships/customXml" Target="../ink/ink142.xml"/><Relationship Id="rId317" Type="http://schemas.openxmlformats.org/officeDocument/2006/relationships/customXml" Target="../ink/ink166.xml"/><Relationship Id="rId338" Type="http://schemas.openxmlformats.org/officeDocument/2006/relationships/customXml" Target="../ink/ink178.xml"/><Relationship Id="rId98" Type="http://schemas.openxmlformats.org/officeDocument/2006/relationships/customXml" Target="../ink/ink36.xml"/><Relationship Id="rId121" Type="http://schemas.openxmlformats.org/officeDocument/2006/relationships/image" Target="../media/image50.png"/><Relationship Id="rId142" Type="http://schemas.openxmlformats.org/officeDocument/2006/relationships/image" Target="../media/image43.svg"/><Relationship Id="rId163" Type="http://schemas.openxmlformats.org/officeDocument/2006/relationships/image" Target="../media/image69.png"/><Relationship Id="rId184" Type="http://schemas.openxmlformats.org/officeDocument/2006/relationships/customXml" Target="../ink/ink70.xml"/><Relationship Id="rId219" Type="http://schemas.openxmlformats.org/officeDocument/2006/relationships/customXml" Target="../ink/ink96.xml"/><Relationship Id="rId230" Type="http://schemas.openxmlformats.org/officeDocument/2006/relationships/customXml" Target="../ink/ink104.xml"/><Relationship Id="rId251" Type="http://schemas.openxmlformats.org/officeDocument/2006/relationships/customXml" Target="../ink/ink123.xml"/><Relationship Id="rId46" Type="http://schemas.openxmlformats.org/officeDocument/2006/relationships/customXml" Target="../ink/ink4.xml"/><Relationship Id="rId67" Type="http://schemas.openxmlformats.org/officeDocument/2006/relationships/image" Target="../media/image13.png"/><Relationship Id="rId272" Type="http://schemas.openxmlformats.org/officeDocument/2006/relationships/image" Target="../media/image95.png"/><Relationship Id="rId293" Type="http://schemas.openxmlformats.org/officeDocument/2006/relationships/customXml" Target="../ink/ink150.xml"/><Relationship Id="rId307" Type="http://schemas.openxmlformats.org/officeDocument/2006/relationships/customXml" Target="../ink/ink159.xml"/><Relationship Id="rId328" Type="http://schemas.openxmlformats.org/officeDocument/2006/relationships/customXml" Target="../ink/ink171.xml"/><Relationship Id="rId349" Type="http://schemas.openxmlformats.org/officeDocument/2006/relationships/customXml" Target="../ink/ink183.xml"/><Relationship Id="rId88" Type="http://schemas.openxmlformats.org/officeDocument/2006/relationships/image" Target="../media/image38.png"/><Relationship Id="rId111" Type="http://schemas.openxmlformats.org/officeDocument/2006/relationships/customXml" Target="../ink/ink40.xml"/><Relationship Id="rId153" Type="http://schemas.openxmlformats.org/officeDocument/2006/relationships/customXml" Target="../ink/ink57.xml"/><Relationship Id="rId195" Type="http://schemas.openxmlformats.org/officeDocument/2006/relationships/customXml" Target="../ink/ink78.xml"/><Relationship Id="rId209" Type="http://schemas.openxmlformats.org/officeDocument/2006/relationships/customXml" Target="../ink/ink89.xml"/><Relationship Id="rId220" Type="http://schemas.openxmlformats.org/officeDocument/2006/relationships/customXml" Target="../ink/ink97.xml"/><Relationship Id="rId241" Type="http://schemas.openxmlformats.org/officeDocument/2006/relationships/customXml" Target="../ink/ink113.xml"/><Relationship Id="rId57" Type="http://schemas.openxmlformats.org/officeDocument/2006/relationships/image" Target="../media/image31.png"/><Relationship Id="rId262" Type="http://schemas.openxmlformats.org/officeDocument/2006/relationships/image" Target="../media/image92.png"/><Relationship Id="rId283" Type="http://schemas.openxmlformats.org/officeDocument/2006/relationships/customXml" Target="../ink/ink143.xml"/><Relationship Id="rId318" Type="http://schemas.openxmlformats.org/officeDocument/2006/relationships/image" Target="../media/image110.png"/><Relationship Id="rId339" Type="http://schemas.openxmlformats.org/officeDocument/2006/relationships/image" Target="../media/image119.png"/><Relationship Id="rId78" Type="http://schemas.openxmlformats.org/officeDocument/2006/relationships/customXml" Target="../ink/ink22.xml"/><Relationship Id="rId99" Type="http://schemas.openxmlformats.org/officeDocument/2006/relationships/customXml" Target="../ink/ink37.xml"/><Relationship Id="rId101" Type="http://schemas.openxmlformats.org/officeDocument/2006/relationships/customXml" Target="../ink/ink38.xml"/><Relationship Id="rId122" Type="http://schemas.openxmlformats.org/officeDocument/2006/relationships/customXml" Target="../ink/ink44.xml"/><Relationship Id="rId143" Type="http://schemas.openxmlformats.org/officeDocument/2006/relationships/customXml" Target="../ink/ink53.xml"/><Relationship Id="rId164" Type="http://schemas.openxmlformats.org/officeDocument/2006/relationships/customXml" Target="../ink/ink61.xml"/><Relationship Id="rId185" Type="http://schemas.openxmlformats.org/officeDocument/2006/relationships/customXml" Target="../ink/ink71.xml"/><Relationship Id="rId350" Type="http://schemas.openxmlformats.org/officeDocument/2006/relationships/image" Target="../media/image125.png"/><Relationship Id="rId210" Type="http://schemas.openxmlformats.org/officeDocument/2006/relationships/customXml" Target="../ink/ink90.xml"/><Relationship Id="rId26" Type="http://schemas.openxmlformats.org/officeDocument/2006/relationships/image" Target="../media/image17.png"/><Relationship Id="rId231" Type="http://schemas.openxmlformats.org/officeDocument/2006/relationships/customXml" Target="../ink/ink105.xml"/><Relationship Id="rId252" Type="http://schemas.openxmlformats.org/officeDocument/2006/relationships/image" Target="../media/image89.png"/><Relationship Id="rId273" Type="http://schemas.openxmlformats.org/officeDocument/2006/relationships/customXml" Target="../ink/ink137.xml"/><Relationship Id="rId294" Type="http://schemas.openxmlformats.org/officeDocument/2006/relationships/customXml" Target="../ink/ink151.xml"/><Relationship Id="rId308" Type="http://schemas.openxmlformats.org/officeDocument/2006/relationships/image" Target="../media/image107.png"/><Relationship Id="rId329" Type="http://schemas.openxmlformats.org/officeDocument/2006/relationships/customXml" Target="../ink/ink172.xml"/><Relationship Id="rId47" Type="http://schemas.openxmlformats.org/officeDocument/2006/relationships/image" Target="../media/image25.png"/><Relationship Id="rId68" Type="http://schemas.openxmlformats.org/officeDocument/2006/relationships/customXml" Target="../ink/ink13.xml"/><Relationship Id="rId89" Type="http://schemas.openxmlformats.org/officeDocument/2006/relationships/customXml" Target="../ink/ink31.xml"/><Relationship Id="rId112" Type="http://schemas.openxmlformats.org/officeDocument/2006/relationships/image" Target="../media/image46.png"/><Relationship Id="rId133" Type="http://schemas.openxmlformats.org/officeDocument/2006/relationships/image" Target="../media/image56.png"/><Relationship Id="rId154" Type="http://schemas.openxmlformats.org/officeDocument/2006/relationships/customXml" Target="../ink/ink58.xml"/><Relationship Id="rId340" Type="http://schemas.openxmlformats.org/officeDocument/2006/relationships/customXml" Target="../ink/ink179.xml"/><Relationship Id="rId196" Type="http://schemas.openxmlformats.org/officeDocument/2006/relationships/customXml" Target="../ink/ink79.xml"/><Relationship Id="rId200" Type="http://schemas.openxmlformats.org/officeDocument/2006/relationships/customXml" Target="../ink/ink81.xml"/><Relationship Id="rId16" Type="http://schemas.openxmlformats.org/officeDocument/2006/relationships/image" Target="../media/image1110.png"/><Relationship Id="rId221" Type="http://schemas.openxmlformats.org/officeDocument/2006/relationships/customXml" Target="../ink/ink98.xml"/><Relationship Id="rId242" Type="http://schemas.openxmlformats.org/officeDocument/2006/relationships/customXml" Target="../ink/ink114.xml"/><Relationship Id="rId263" Type="http://schemas.openxmlformats.org/officeDocument/2006/relationships/customXml" Target="../ink/ink130.xml"/><Relationship Id="rId284" Type="http://schemas.openxmlformats.org/officeDocument/2006/relationships/customXml" Target="../ink/ink144.xml"/><Relationship Id="rId319" Type="http://schemas.openxmlformats.org/officeDocument/2006/relationships/customXml" Target="../ink/ink167.xml"/><Relationship Id="rId58" Type="http://schemas.openxmlformats.org/officeDocument/2006/relationships/customXml" Target="../ink/ink9.xml"/><Relationship Id="rId79" Type="http://schemas.openxmlformats.org/officeDocument/2006/relationships/customXml" Target="../ink/ink23.xml"/><Relationship Id="rId102" Type="http://schemas.openxmlformats.org/officeDocument/2006/relationships/image" Target="../media/image44.png"/><Relationship Id="rId123" Type="http://schemas.openxmlformats.org/officeDocument/2006/relationships/image" Target="../media/image51.png"/><Relationship Id="rId330" Type="http://schemas.openxmlformats.org/officeDocument/2006/relationships/customXml" Target="../ink/ink173.xml"/><Relationship Id="rId90" Type="http://schemas.openxmlformats.org/officeDocument/2006/relationships/image" Target="../media/image39.png"/><Relationship Id="rId165" Type="http://schemas.openxmlformats.org/officeDocument/2006/relationships/image" Target="../media/image70.png"/><Relationship Id="rId186" Type="http://schemas.openxmlformats.org/officeDocument/2006/relationships/customXml" Target="../ink/ink72.xml"/><Relationship Id="rId351" Type="http://schemas.openxmlformats.org/officeDocument/2006/relationships/customXml" Target="../ink/ink184.xml"/><Relationship Id="rId211" Type="http://schemas.openxmlformats.org/officeDocument/2006/relationships/customXml" Target="../ink/ink91.xml"/><Relationship Id="rId232" Type="http://schemas.openxmlformats.org/officeDocument/2006/relationships/customXml" Target="../ink/ink106.xml"/><Relationship Id="rId253" Type="http://schemas.openxmlformats.org/officeDocument/2006/relationships/customXml" Target="../ink/ink124.xml"/><Relationship Id="rId274" Type="http://schemas.openxmlformats.org/officeDocument/2006/relationships/image" Target="../media/image96.png"/><Relationship Id="rId295" Type="http://schemas.openxmlformats.org/officeDocument/2006/relationships/customXml" Target="../ink/ink152.xml"/><Relationship Id="rId309" Type="http://schemas.openxmlformats.org/officeDocument/2006/relationships/customXml" Target="../ink/ink160.xml"/><Relationship Id="rId48" Type="http://schemas.openxmlformats.org/officeDocument/2006/relationships/customXml" Target="../ink/ink5.xml"/><Relationship Id="rId69" Type="http://schemas.openxmlformats.org/officeDocument/2006/relationships/customXml" Target="../ink/ink14.xml"/><Relationship Id="rId113" Type="http://schemas.openxmlformats.org/officeDocument/2006/relationships/customXml" Target="../ink/ink41.xml"/><Relationship Id="rId134" Type="http://schemas.openxmlformats.org/officeDocument/2006/relationships/customXml" Target="../ink/ink50.xml"/><Relationship Id="rId320" Type="http://schemas.openxmlformats.org/officeDocument/2006/relationships/image" Target="../media/image111.png"/><Relationship Id="rId80" Type="http://schemas.openxmlformats.org/officeDocument/2006/relationships/image" Target="../media/image20.png"/><Relationship Id="rId155" Type="http://schemas.openxmlformats.org/officeDocument/2006/relationships/customXml" Target="../ink/ink59.xml"/><Relationship Id="rId176" Type="http://schemas.openxmlformats.org/officeDocument/2006/relationships/image" Target="../media/image72.png"/><Relationship Id="rId197" Type="http://schemas.openxmlformats.org/officeDocument/2006/relationships/image" Target="../media/image78.png"/><Relationship Id="rId341" Type="http://schemas.openxmlformats.org/officeDocument/2006/relationships/image" Target="../media/image54.png"/><Relationship Id="rId201" Type="http://schemas.openxmlformats.org/officeDocument/2006/relationships/customXml" Target="../ink/ink82.xml"/><Relationship Id="rId222" Type="http://schemas.openxmlformats.org/officeDocument/2006/relationships/customXml" Target="../ink/ink99.xml"/><Relationship Id="rId243" Type="http://schemas.openxmlformats.org/officeDocument/2006/relationships/customXml" Target="../ink/ink115.xml"/><Relationship Id="rId264" Type="http://schemas.openxmlformats.org/officeDocument/2006/relationships/image" Target="../media/image93.png"/><Relationship Id="rId285" Type="http://schemas.openxmlformats.org/officeDocument/2006/relationships/image" Target="../media/image100.png"/><Relationship Id="rId59" Type="http://schemas.openxmlformats.org/officeDocument/2006/relationships/image" Target="../media/image32.png"/><Relationship Id="rId103" Type="http://schemas.openxmlformats.org/officeDocument/2006/relationships/customXml" Target="../ink/ink39.xml"/><Relationship Id="rId124" Type="http://schemas.openxmlformats.org/officeDocument/2006/relationships/customXml" Target="../ink/ink45.xml"/><Relationship Id="rId310" Type="http://schemas.openxmlformats.org/officeDocument/2006/relationships/customXml" Target="../ink/ink161.xml"/><Relationship Id="rId70" Type="http://schemas.openxmlformats.org/officeDocument/2006/relationships/customXml" Target="../ink/ink15.xml"/><Relationship Id="rId91" Type="http://schemas.openxmlformats.org/officeDocument/2006/relationships/customXml" Target="../ink/ink32.xml"/><Relationship Id="rId166" Type="http://schemas.openxmlformats.org/officeDocument/2006/relationships/customXml" Target="../ink/ink62.xml"/><Relationship Id="rId187" Type="http://schemas.openxmlformats.org/officeDocument/2006/relationships/customXml" Target="../ink/ink73.xml"/><Relationship Id="rId331" Type="http://schemas.openxmlformats.org/officeDocument/2006/relationships/image" Target="../media/image116.png"/><Relationship Id="rId352" Type="http://schemas.openxmlformats.org/officeDocument/2006/relationships/customXml" Target="../ink/ink185.xml"/><Relationship Id="rId1" Type="http://schemas.openxmlformats.org/officeDocument/2006/relationships/slideLayout" Target="../slideLayouts/slideLayout1.xml"/><Relationship Id="rId212" Type="http://schemas.openxmlformats.org/officeDocument/2006/relationships/customXml" Target="../ink/ink92.xml"/><Relationship Id="rId233" Type="http://schemas.openxmlformats.org/officeDocument/2006/relationships/image" Target="../media/image87.png"/><Relationship Id="rId254" Type="http://schemas.openxmlformats.org/officeDocument/2006/relationships/image" Target="../media/image90.png"/><Relationship Id="rId49" Type="http://schemas.openxmlformats.org/officeDocument/2006/relationships/image" Target="../media/image26.png"/><Relationship Id="rId28" Type="http://schemas.openxmlformats.org/officeDocument/2006/relationships/image" Target="../media/image18.png"/><Relationship Id="rId114" Type="http://schemas.openxmlformats.org/officeDocument/2006/relationships/image" Target="../media/image47.png"/><Relationship Id="rId275" Type="http://schemas.openxmlformats.org/officeDocument/2006/relationships/customXml" Target="../ink/ink138.xml"/><Relationship Id="rId296" Type="http://schemas.openxmlformats.org/officeDocument/2006/relationships/image" Target="../media/image49.png"/><Relationship Id="rId300" Type="http://schemas.openxmlformats.org/officeDocument/2006/relationships/image" Target="../media/image104.png"/><Relationship Id="rId60" Type="http://schemas.openxmlformats.org/officeDocument/2006/relationships/customXml" Target="../ink/ink10.xml"/><Relationship Id="rId81" Type="http://schemas.openxmlformats.org/officeDocument/2006/relationships/customXml" Target="../ink/ink24.xml"/><Relationship Id="rId135" Type="http://schemas.openxmlformats.org/officeDocument/2006/relationships/customXml" Target="../ink/ink51.xml"/><Relationship Id="rId156" Type="http://schemas.openxmlformats.org/officeDocument/2006/relationships/customXml" Target="../ink/ink60.xml"/><Relationship Id="rId177" Type="http://schemas.openxmlformats.org/officeDocument/2006/relationships/customXml" Target="../ink/ink67.xml"/><Relationship Id="rId198" Type="http://schemas.openxmlformats.org/officeDocument/2006/relationships/customXml" Target="../ink/ink80.xml"/><Relationship Id="rId321" Type="http://schemas.openxmlformats.org/officeDocument/2006/relationships/image" Target="../media/image53.png"/><Relationship Id="rId342" Type="http://schemas.openxmlformats.org/officeDocument/2006/relationships/image" Target="../media/image55.jpg"/><Relationship Id="rId202" Type="http://schemas.openxmlformats.org/officeDocument/2006/relationships/customXml" Target="../ink/ink83.xml"/><Relationship Id="rId223" Type="http://schemas.openxmlformats.org/officeDocument/2006/relationships/image" Target="../media/image84.png"/><Relationship Id="rId244" Type="http://schemas.openxmlformats.org/officeDocument/2006/relationships/customXml" Target="../ink/ink116.xml"/><Relationship Id="rId18" Type="http://schemas.openxmlformats.org/officeDocument/2006/relationships/image" Target="../media/image12.png"/><Relationship Id="rId39" Type="http://schemas.openxmlformats.org/officeDocument/2006/relationships/image" Target="../media/image21.png"/><Relationship Id="rId265" Type="http://schemas.openxmlformats.org/officeDocument/2006/relationships/customXml" Target="../ink/ink131.xml"/><Relationship Id="rId286" Type="http://schemas.openxmlformats.org/officeDocument/2006/relationships/customXml" Target="../ink/ink145.xml"/><Relationship Id="rId50" Type="http://schemas.openxmlformats.org/officeDocument/2006/relationships/customXml" Target="../ink/ink6.xml"/><Relationship Id="rId104" Type="http://schemas.openxmlformats.org/officeDocument/2006/relationships/image" Target="../media/image45.png"/><Relationship Id="rId125" Type="http://schemas.openxmlformats.org/officeDocument/2006/relationships/customXml" Target="../ink/ink46.xml"/><Relationship Id="rId146" Type="http://schemas.openxmlformats.org/officeDocument/2006/relationships/image" Target="../media/image63.png"/><Relationship Id="rId167" Type="http://schemas.openxmlformats.org/officeDocument/2006/relationships/customXml" Target="../ink/ink63.xml"/><Relationship Id="rId188" Type="http://schemas.openxmlformats.org/officeDocument/2006/relationships/image" Target="../media/image75.png"/><Relationship Id="rId311" Type="http://schemas.openxmlformats.org/officeDocument/2006/relationships/customXml" Target="../ink/ink162.xml"/><Relationship Id="rId332" Type="http://schemas.openxmlformats.org/officeDocument/2006/relationships/customXml" Target="../ink/ink174.xml"/><Relationship Id="rId353" Type="http://schemas.openxmlformats.org/officeDocument/2006/relationships/image" Target="../media/image126.png"/><Relationship Id="rId71" Type="http://schemas.openxmlformats.org/officeDocument/2006/relationships/customXml" Target="../ink/ink16.xml"/><Relationship Id="rId92" Type="http://schemas.openxmlformats.org/officeDocument/2006/relationships/image" Target="../media/image27.png"/><Relationship Id="rId213" Type="http://schemas.openxmlformats.org/officeDocument/2006/relationships/customXml" Target="../ink/ink93.xml"/><Relationship Id="rId234" Type="http://schemas.openxmlformats.org/officeDocument/2006/relationships/customXml" Target="../ink/ink107.xml"/><Relationship Id="rId2" Type="http://schemas.openxmlformats.org/officeDocument/2006/relationships/image" Target="../media/image1.png"/><Relationship Id="rId255" Type="http://schemas.openxmlformats.org/officeDocument/2006/relationships/customXml" Target="../ink/ink125.xml"/><Relationship Id="rId276" Type="http://schemas.openxmlformats.org/officeDocument/2006/relationships/image" Target="../media/image97.png"/><Relationship Id="rId297" Type="http://schemas.openxmlformats.org/officeDocument/2006/relationships/customXml" Target="../ink/ink153.xml"/><Relationship Id="rId115" Type="http://schemas.openxmlformats.org/officeDocument/2006/relationships/customXml" Target="../ink/ink42.xml"/><Relationship Id="rId136" Type="http://schemas.openxmlformats.org/officeDocument/2006/relationships/image" Target="../media/image57.png"/><Relationship Id="rId178" Type="http://schemas.openxmlformats.org/officeDocument/2006/relationships/image" Target="../media/image73.png"/><Relationship Id="rId301" Type="http://schemas.openxmlformats.org/officeDocument/2006/relationships/customXml" Target="../ink/ink155.xml"/><Relationship Id="rId322" Type="http://schemas.openxmlformats.org/officeDocument/2006/relationships/customXml" Target="../ink/ink168.xml"/><Relationship Id="rId343" Type="http://schemas.openxmlformats.org/officeDocument/2006/relationships/image" Target="../media/image59.png"/><Relationship Id="rId61" Type="http://schemas.openxmlformats.org/officeDocument/2006/relationships/image" Target="../media/image33.png"/><Relationship Id="rId82" Type="http://schemas.openxmlformats.org/officeDocument/2006/relationships/customXml" Target="../ink/ink25.xml"/><Relationship Id="rId199" Type="http://schemas.openxmlformats.org/officeDocument/2006/relationships/image" Target="../media/image79.png"/><Relationship Id="rId203" Type="http://schemas.openxmlformats.org/officeDocument/2006/relationships/image" Target="../media/image80.png"/><Relationship Id="rId224" Type="http://schemas.openxmlformats.org/officeDocument/2006/relationships/customXml" Target="../ink/ink100.xml"/><Relationship Id="rId245" Type="http://schemas.openxmlformats.org/officeDocument/2006/relationships/customXml" Target="../ink/ink117.xml"/><Relationship Id="rId266" Type="http://schemas.openxmlformats.org/officeDocument/2006/relationships/customXml" Target="../ink/ink132.xml"/><Relationship Id="rId287" Type="http://schemas.openxmlformats.org/officeDocument/2006/relationships/image" Target="../media/image101.png"/><Relationship Id="rId30" Type="http://schemas.openxmlformats.org/officeDocument/2006/relationships/image" Target="../media/image19.png"/><Relationship Id="rId105" Type="http://schemas.openxmlformats.org/officeDocument/2006/relationships/image" Target="../media/image10.png"/><Relationship Id="rId126" Type="http://schemas.openxmlformats.org/officeDocument/2006/relationships/customXml" Target="../ink/ink47.xml"/><Relationship Id="rId147" Type="http://schemas.openxmlformats.org/officeDocument/2006/relationships/customXml" Target="../ink/ink54.xml"/><Relationship Id="rId168" Type="http://schemas.openxmlformats.org/officeDocument/2006/relationships/image" Target="../media/image661.png"/><Relationship Id="rId312" Type="http://schemas.openxmlformats.org/officeDocument/2006/relationships/customXml" Target="../ink/ink163.xml"/><Relationship Id="rId333" Type="http://schemas.openxmlformats.org/officeDocument/2006/relationships/image" Target="../media/image117.png"/><Relationship Id="rId354" Type="http://schemas.openxmlformats.org/officeDocument/2006/relationships/customXml" Target="../ink/ink186.xml"/><Relationship Id="rId51" Type="http://schemas.openxmlformats.org/officeDocument/2006/relationships/image" Target="../media/image8.png"/><Relationship Id="rId72" Type="http://schemas.openxmlformats.org/officeDocument/2006/relationships/customXml" Target="../ink/ink17.xml"/><Relationship Id="rId93" Type="http://schemas.openxmlformats.org/officeDocument/2006/relationships/customXml" Target="../ink/ink33.xml"/><Relationship Id="rId189" Type="http://schemas.openxmlformats.org/officeDocument/2006/relationships/customXml" Target="../ink/ink74.xml"/><Relationship Id="rId3" Type="http://schemas.openxmlformats.org/officeDocument/2006/relationships/image" Target="../media/image2.svg"/><Relationship Id="rId214" Type="http://schemas.openxmlformats.org/officeDocument/2006/relationships/image" Target="../media/image81.png"/><Relationship Id="rId235" Type="http://schemas.openxmlformats.org/officeDocument/2006/relationships/image" Target="../media/image88.png"/><Relationship Id="rId256" Type="http://schemas.openxmlformats.org/officeDocument/2006/relationships/image" Target="../media/image91.png"/><Relationship Id="rId277" Type="http://schemas.openxmlformats.org/officeDocument/2006/relationships/customXml" Target="../ink/ink139.xml"/><Relationship Id="rId298" Type="http://schemas.openxmlformats.org/officeDocument/2006/relationships/image" Target="../media/image1030.png"/><Relationship Id="rId116" Type="http://schemas.openxmlformats.org/officeDocument/2006/relationships/image" Target="../media/image48.png"/><Relationship Id="rId137" Type="http://schemas.openxmlformats.org/officeDocument/2006/relationships/customXml" Target="../ink/ink52.xml"/><Relationship Id="rId302" Type="http://schemas.openxmlformats.org/officeDocument/2006/relationships/image" Target="../media/image105.png"/><Relationship Id="rId323" Type="http://schemas.openxmlformats.org/officeDocument/2006/relationships/image" Target="../media/image113.png"/><Relationship Id="rId344" Type="http://schemas.openxmlformats.org/officeDocument/2006/relationships/customXml" Target="../ink/ink180.xml"/><Relationship Id="rId41" Type="http://schemas.openxmlformats.org/officeDocument/2006/relationships/image" Target="../media/image22.png"/><Relationship Id="rId62" Type="http://schemas.openxmlformats.org/officeDocument/2006/relationships/customXml" Target="../ink/ink11.xml"/><Relationship Id="rId83" Type="http://schemas.openxmlformats.org/officeDocument/2006/relationships/customXml" Target="../ink/ink26.xml"/><Relationship Id="rId179" Type="http://schemas.openxmlformats.org/officeDocument/2006/relationships/customXml" Target="../ink/ink68.xml"/><Relationship Id="rId190" Type="http://schemas.openxmlformats.org/officeDocument/2006/relationships/image" Target="../media/image76.png"/><Relationship Id="rId204" Type="http://schemas.openxmlformats.org/officeDocument/2006/relationships/customXml" Target="../ink/ink84.xml"/><Relationship Id="rId225" Type="http://schemas.openxmlformats.org/officeDocument/2006/relationships/image" Target="../media/image85.png"/><Relationship Id="rId246" Type="http://schemas.openxmlformats.org/officeDocument/2006/relationships/customXml" Target="../ink/ink118.xml"/><Relationship Id="rId267" Type="http://schemas.openxmlformats.org/officeDocument/2006/relationships/customXml" Target="../ink/ink133.xml"/><Relationship Id="rId288" Type="http://schemas.openxmlformats.org/officeDocument/2006/relationships/customXml" Target="../ink/ink146.xml"/><Relationship Id="rId106" Type="http://schemas.openxmlformats.org/officeDocument/2006/relationships/image" Target="../media/image11.png"/><Relationship Id="rId127" Type="http://schemas.openxmlformats.org/officeDocument/2006/relationships/customXml" Target="../ink/ink48.xml"/><Relationship Id="rId313" Type="http://schemas.openxmlformats.org/officeDocument/2006/relationships/image" Target="../media/image108.png"/><Relationship Id="rId52" Type="http://schemas.openxmlformats.org/officeDocument/2006/relationships/image" Target="../media/image5.png"/><Relationship Id="rId10" Type="http://schemas.openxmlformats.org/officeDocument/2006/relationships/image" Target="../media/image810.png"/><Relationship Id="rId73" Type="http://schemas.openxmlformats.org/officeDocument/2006/relationships/image" Target="../media/image9.png"/><Relationship Id="rId94" Type="http://schemas.openxmlformats.org/officeDocument/2006/relationships/image" Target="../media/image41.png"/><Relationship Id="rId148" Type="http://schemas.openxmlformats.org/officeDocument/2006/relationships/image" Target="../media/image64.png"/><Relationship Id="rId169" Type="http://schemas.openxmlformats.org/officeDocument/2006/relationships/customXml" Target="../ink/ink64.xml"/><Relationship Id="rId334" Type="http://schemas.openxmlformats.org/officeDocument/2006/relationships/customXml" Target="../ink/ink175.xml"/><Relationship Id="rId355" Type="http://schemas.openxmlformats.org/officeDocument/2006/relationships/image" Target="../media/image127.png"/><Relationship Id="rId4" Type="http://schemas.openxmlformats.org/officeDocument/2006/relationships/image" Target="../media/image3.svg"/><Relationship Id="rId215" Type="http://schemas.openxmlformats.org/officeDocument/2006/relationships/customXml" Target="../ink/ink94.xml"/><Relationship Id="rId236" Type="http://schemas.openxmlformats.org/officeDocument/2006/relationships/customXml" Target="../ink/ink108.xml"/><Relationship Id="rId257" Type="http://schemas.openxmlformats.org/officeDocument/2006/relationships/customXml" Target="../ink/ink126.xml"/><Relationship Id="rId278" Type="http://schemas.openxmlformats.org/officeDocument/2006/relationships/image" Target="../media/image98.png"/><Relationship Id="rId303" Type="http://schemas.openxmlformats.org/officeDocument/2006/relationships/customXml" Target="../ink/ink156.xml"/><Relationship Id="rId42" Type="http://schemas.openxmlformats.org/officeDocument/2006/relationships/customXml" Target="../ink/ink2.xml"/><Relationship Id="rId84" Type="http://schemas.openxmlformats.org/officeDocument/2006/relationships/customXml" Target="../ink/ink27.xml"/><Relationship Id="rId345" Type="http://schemas.openxmlformats.org/officeDocument/2006/relationships/image" Target="../media/image123.png"/><Relationship Id="rId191" Type="http://schemas.openxmlformats.org/officeDocument/2006/relationships/customXml" Target="../ink/ink75.xml"/><Relationship Id="rId205" Type="http://schemas.openxmlformats.org/officeDocument/2006/relationships/customXml" Target="../ink/ink85.xml"/><Relationship Id="rId247" Type="http://schemas.openxmlformats.org/officeDocument/2006/relationships/customXml" Target="../ink/ink119.xml"/><Relationship Id="rId107" Type="http://schemas.openxmlformats.org/officeDocument/2006/relationships/image" Target="../media/image14.png"/><Relationship Id="rId289" Type="http://schemas.openxmlformats.org/officeDocument/2006/relationships/customXml" Target="../ink/ink147.xml"/><Relationship Id="rId53" Type="http://schemas.openxmlformats.org/officeDocument/2006/relationships/image" Target="../media/image6.png"/><Relationship Id="rId149" Type="http://schemas.openxmlformats.org/officeDocument/2006/relationships/customXml" Target="../ink/ink55.xml"/><Relationship Id="rId314" Type="http://schemas.openxmlformats.org/officeDocument/2006/relationships/customXml" Target="../ink/ink164.xml"/><Relationship Id="rId356" Type="http://schemas.openxmlformats.org/officeDocument/2006/relationships/customXml" Target="../ink/ink187.xml"/><Relationship Id="rId95" Type="http://schemas.openxmlformats.org/officeDocument/2006/relationships/customXml" Target="../ink/ink34.xml"/><Relationship Id="rId216" Type="http://schemas.openxmlformats.org/officeDocument/2006/relationships/image" Target="../media/image82.png"/><Relationship Id="rId258" Type="http://schemas.openxmlformats.org/officeDocument/2006/relationships/customXml" Target="../ink/ink127.xml"/><Relationship Id="rId64" Type="http://schemas.openxmlformats.org/officeDocument/2006/relationships/image" Target="../media/image7.svg"/><Relationship Id="rId22" Type="http://schemas.openxmlformats.org/officeDocument/2006/relationships/image" Target="../media/image15.png"/><Relationship Id="rId118" Type="http://schemas.openxmlformats.org/officeDocument/2006/relationships/customXml" Target="../ink/ink43.xml"/><Relationship Id="rId325" Type="http://schemas.openxmlformats.org/officeDocument/2006/relationships/image" Target="../media/image114.png"/><Relationship Id="rId171" Type="http://schemas.openxmlformats.org/officeDocument/2006/relationships/customXml" Target="../ink/ink65.xml"/><Relationship Id="rId227" Type="http://schemas.openxmlformats.org/officeDocument/2006/relationships/customXml" Target="../ink/ink102.xml"/><Relationship Id="rId269" Type="http://schemas.openxmlformats.org/officeDocument/2006/relationships/customXml" Target="../ink/ink134.xml"/><Relationship Id="rId129" Type="http://schemas.openxmlformats.org/officeDocument/2006/relationships/image" Target="../media/image40.png"/><Relationship Id="rId280" Type="http://schemas.openxmlformats.org/officeDocument/2006/relationships/image" Target="../media/image99.png"/><Relationship Id="rId336" Type="http://schemas.openxmlformats.org/officeDocument/2006/relationships/customXml" Target="../ink/ink176.xml"/><Relationship Id="rId75" Type="http://schemas.openxmlformats.org/officeDocument/2006/relationships/customXml" Target="../ink/ink19.xml"/><Relationship Id="rId140" Type="http://schemas.openxmlformats.org/officeDocument/2006/relationships/image" Target="../media/image58.png"/><Relationship Id="rId182" Type="http://schemas.openxmlformats.org/officeDocument/2006/relationships/image" Target="../media/image74.png"/><Relationship Id="rId6" Type="http://schemas.openxmlformats.org/officeDocument/2006/relationships/customXml" Target="../ink/ink1.xml"/><Relationship Id="rId238" Type="http://schemas.openxmlformats.org/officeDocument/2006/relationships/customXml" Target="../ink/ink110.xml"/><Relationship Id="rId291" Type="http://schemas.openxmlformats.org/officeDocument/2006/relationships/image" Target="../media/image102.png"/><Relationship Id="rId305" Type="http://schemas.openxmlformats.org/officeDocument/2006/relationships/customXml" Target="../ink/ink158.xml"/><Relationship Id="rId347" Type="http://schemas.openxmlformats.org/officeDocument/2006/relationships/image" Target="../media/image124.png"/><Relationship Id="rId44" Type="http://schemas.openxmlformats.org/officeDocument/2006/relationships/customXml" Target="../ink/ink3.xml"/><Relationship Id="rId86" Type="http://schemas.openxmlformats.org/officeDocument/2006/relationships/customXml" Target="../ink/ink29.xml"/><Relationship Id="rId151" Type="http://schemas.openxmlformats.org/officeDocument/2006/relationships/customXml" Target="../ink/ink56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50.png"/><Relationship Id="rId21" Type="http://schemas.openxmlformats.org/officeDocument/2006/relationships/customXml" Target="../ink/ink193.xml"/><Relationship Id="rId42" Type="http://schemas.openxmlformats.org/officeDocument/2006/relationships/customXml" Target="../ink/ink206.xml"/><Relationship Id="rId47" Type="http://schemas.openxmlformats.org/officeDocument/2006/relationships/image" Target="../media/image730.png"/><Relationship Id="rId63" Type="http://schemas.openxmlformats.org/officeDocument/2006/relationships/image" Target="../media/image800.png"/><Relationship Id="rId68" Type="http://schemas.openxmlformats.org/officeDocument/2006/relationships/customXml" Target="../ink/ink217.xml"/><Relationship Id="rId84" Type="http://schemas.openxmlformats.org/officeDocument/2006/relationships/customXml" Target="../ink/ink226.xml"/><Relationship Id="rId89" Type="http://schemas.openxmlformats.org/officeDocument/2006/relationships/image" Target="../media/image1230.png"/><Relationship Id="rId16" Type="http://schemas.openxmlformats.org/officeDocument/2006/relationships/image" Target="../media/image610.png"/><Relationship Id="rId11" Type="http://schemas.openxmlformats.org/officeDocument/2006/relationships/customXml" Target="../ink/ink189.xml"/><Relationship Id="rId32" Type="http://schemas.openxmlformats.org/officeDocument/2006/relationships/image" Target="../media/image680.png"/><Relationship Id="rId37" Type="http://schemas.openxmlformats.org/officeDocument/2006/relationships/customXml" Target="../ink/ink203.xml"/><Relationship Id="rId53" Type="http://schemas.openxmlformats.org/officeDocument/2006/relationships/image" Target="../media/image53.png"/><Relationship Id="rId58" Type="http://schemas.openxmlformats.org/officeDocument/2006/relationships/customXml" Target="../ink/ink213.xml"/><Relationship Id="rId74" Type="http://schemas.openxmlformats.org/officeDocument/2006/relationships/customXml" Target="../ink/ink220.xml"/><Relationship Id="rId79" Type="http://schemas.openxmlformats.org/officeDocument/2006/relationships/customXml" Target="../ink/ink223.xml"/><Relationship Id="rId102" Type="http://schemas.openxmlformats.org/officeDocument/2006/relationships/image" Target="../media/image36.png"/><Relationship Id="rId5" Type="http://schemas.openxmlformats.org/officeDocument/2006/relationships/image" Target="../media/image4.svg"/><Relationship Id="rId90" Type="http://schemas.openxmlformats.org/officeDocument/2006/relationships/customXml" Target="../ink/ink228.xml"/><Relationship Id="rId95" Type="http://schemas.openxmlformats.org/officeDocument/2006/relationships/customXml" Target="../ink/ink231.xml"/><Relationship Id="rId22" Type="http://schemas.openxmlformats.org/officeDocument/2006/relationships/image" Target="../media/image630.png"/><Relationship Id="rId27" Type="http://schemas.openxmlformats.org/officeDocument/2006/relationships/customXml" Target="../ink/ink196.xml"/><Relationship Id="rId43" Type="http://schemas.openxmlformats.org/officeDocument/2006/relationships/image" Target="../media/image710.png"/><Relationship Id="rId48" Type="http://schemas.openxmlformats.org/officeDocument/2006/relationships/customXml" Target="../ink/ink209.xml"/><Relationship Id="rId64" Type="http://schemas.openxmlformats.org/officeDocument/2006/relationships/image" Target="../media/image7.svg"/><Relationship Id="rId69" Type="http://schemas.openxmlformats.org/officeDocument/2006/relationships/image" Target="../media/image820.png"/><Relationship Id="rId80" Type="http://schemas.openxmlformats.org/officeDocument/2006/relationships/customXml" Target="../ink/ink224.xml"/><Relationship Id="rId85" Type="http://schemas.openxmlformats.org/officeDocument/2006/relationships/image" Target="../media/image890.png"/><Relationship Id="rId3" Type="http://schemas.openxmlformats.org/officeDocument/2006/relationships/image" Target="../media/image2.svg"/><Relationship Id="rId12" Type="http://schemas.openxmlformats.org/officeDocument/2006/relationships/image" Target="../media/image590.png"/><Relationship Id="rId17" Type="http://schemas.openxmlformats.org/officeDocument/2006/relationships/customXml" Target="../ink/ink192.xml"/><Relationship Id="rId25" Type="http://schemas.openxmlformats.org/officeDocument/2006/relationships/customXml" Target="../ink/ink195.xml"/><Relationship Id="rId33" Type="http://schemas.openxmlformats.org/officeDocument/2006/relationships/customXml" Target="../ink/ink199.xml"/><Relationship Id="rId38" Type="http://schemas.openxmlformats.org/officeDocument/2006/relationships/customXml" Target="../ink/ink204.xml"/><Relationship Id="rId46" Type="http://schemas.openxmlformats.org/officeDocument/2006/relationships/customXml" Target="../ink/ink208.xml"/><Relationship Id="rId59" Type="http://schemas.openxmlformats.org/officeDocument/2006/relationships/image" Target="../media/image780.png"/><Relationship Id="rId67" Type="http://schemas.openxmlformats.org/officeDocument/2006/relationships/image" Target="../media/image1200.png"/><Relationship Id="rId103" Type="http://schemas.openxmlformats.org/officeDocument/2006/relationships/image" Target="../media/image40.png"/><Relationship Id="rId20" Type="http://schemas.openxmlformats.org/officeDocument/2006/relationships/image" Target="../media/image1.png"/><Relationship Id="rId41" Type="http://schemas.openxmlformats.org/officeDocument/2006/relationships/image" Target="../media/image700.png"/><Relationship Id="rId54" Type="http://schemas.openxmlformats.org/officeDocument/2006/relationships/customXml" Target="../ink/ink211.xml"/><Relationship Id="rId62" Type="http://schemas.openxmlformats.org/officeDocument/2006/relationships/customXml" Target="../ink/ink215.xml"/><Relationship Id="rId70" Type="http://schemas.openxmlformats.org/officeDocument/2006/relationships/customXml" Target="../ink/ink218.xml"/><Relationship Id="rId75" Type="http://schemas.openxmlformats.org/officeDocument/2006/relationships/image" Target="../media/image850.png"/><Relationship Id="rId83" Type="http://schemas.openxmlformats.org/officeDocument/2006/relationships/image" Target="../media/image880.png"/><Relationship Id="rId88" Type="http://schemas.openxmlformats.org/officeDocument/2006/relationships/customXml" Target="../ink/ink227.xml"/><Relationship Id="rId91" Type="http://schemas.openxmlformats.org/officeDocument/2006/relationships/image" Target="../media/image1240.png"/><Relationship Id="rId9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88.xml"/><Relationship Id="rId15" Type="http://schemas.openxmlformats.org/officeDocument/2006/relationships/customXml" Target="../ink/ink191.xml"/><Relationship Id="rId23" Type="http://schemas.openxmlformats.org/officeDocument/2006/relationships/customXml" Target="../ink/ink194.xml"/><Relationship Id="rId28" Type="http://schemas.openxmlformats.org/officeDocument/2006/relationships/image" Target="../media/image660.png"/><Relationship Id="rId36" Type="http://schemas.openxmlformats.org/officeDocument/2006/relationships/customXml" Target="../ink/ink202.xml"/><Relationship Id="rId49" Type="http://schemas.openxmlformats.org/officeDocument/2006/relationships/image" Target="../media/image740.png"/><Relationship Id="rId57" Type="http://schemas.openxmlformats.org/officeDocument/2006/relationships/image" Target="../media/image770.png"/><Relationship Id="rId10" Type="http://schemas.openxmlformats.org/officeDocument/2006/relationships/image" Target="../media/image580.png"/><Relationship Id="rId31" Type="http://schemas.openxmlformats.org/officeDocument/2006/relationships/customXml" Target="../ink/ink198.xml"/><Relationship Id="rId44" Type="http://schemas.openxmlformats.org/officeDocument/2006/relationships/customXml" Target="../ink/ink207.xml"/><Relationship Id="rId52" Type="http://schemas.openxmlformats.org/officeDocument/2006/relationships/image" Target="../media/image5.png"/><Relationship Id="rId60" Type="http://schemas.openxmlformats.org/officeDocument/2006/relationships/customXml" Target="../ink/ink214.xml"/><Relationship Id="rId65" Type="http://schemas.openxmlformats.org/officeDocument/2006/relationships/customXml" Target="../ink/ink216.xml"/><Relationship Id="rId73" Type="http://schemas.openxmlformats.org/officeDocument/2006/relationships/image" Target="../media/image121.png"/><Relationship Id="rId78" Type="http://schemas.openxmlformats.org/officeDocument/2006/relationships/customXml" Target="../ink/ink222.xml"/><Relationship Id="rId81" Type="http://schemas.openxmlformats.org/officeDocument/2006/relationships/image" Target="../media/image1220.png"/><Relationship Id="rId86" Type="http://schemas.openxmlformats.org/officeDocument/2006/relationships/image" Target="../media/image10.png"/><Relationship Id="rId94" Type="http://schemas.openxmlformats.org/officeDocument/2006/relationships/customXml" Target="../ink/ink230.xml"/><Relationship Id="rId99" Type="http://schemas.openxmlformats.org/officeDocument/2006/relationships/image" Target="../media/image42.svg"/><Relationship Id="rId101" Type="http://schemas.openxmlformats.org/officeDocument/2006/relationships/image" Target="../media/image35.png"/><Relationship Id="rId4" Type="http://schemas.openxmlformats.org/officeDocument/2006/relationships/image" Target="../media/image3.svg"/><Relationship Id="rId13" Type="http://schemas.openxmlformats.org/officeDocument/2006/relationships/customXml" Target="../ink/ink190.xml"/><Relationship Id="rId18" Type="http://schemas.openxmlformats.org/officeDocument/2006/relationships/image" Target="../media/image62.png"/><Relationship Id="rId39" Type="http://schemas.openxmlformats.org/officeDocument/2006/relationships/image" Target="../media/image690.png"/><Relationship Id="rId34" Type="http://schemas.openxmlformats.org/officeDocument/2006/relationships/customXml" Target="../ink/ink200.xml"/><Relationship Id="rId50" Type="http://schemas.openxmlformats.org/officeDocument/2006/relationships/customXml" Target="../ink/ink210.xml"/><Relationship Id="rId55" Type="http://schemas.openxmlformats.org/officeDocument/2006/relationships/image" Target="../media/image760.png"/><Relationship Id="rId76" Type="http://schemas.openxmlformats.org/officeDocument/2006/relationships/customXml" Target="../ink/ink221.xml"/><Relationship Id="rId97" Type="http://schemas.openxmlformats.org/officeDocument/2006/relationships/image" Target="../media/image29.png"/><Relationship Id="rId71" Type="http://schemas.openxmlformats.org/officeDocument/2006/relationships/image" Target="../media/image830.png"/><Relationship Id="rId92" Type="http://schemas.openxmlformats.org/officeDocument/2006/relationships/customXml" Target="../ink/ink229.xml"/><Relationship Id="rId2" Type="http://schemas.openxmlformats.org/officeDocument/2006/relationships/image" Target="../media/image6.png"/><Relationship Id="rId29" Type="http://schemas.openxmlformats.org/officeDocument/2006/relationships/customXml" Target="../ink/ink197.xml"/><Relationship Id="rId24" Type="http://schemas.openxmlformats.org/officeDocument/2006/relationships/image" Target="../media/image640.png"/><Relationship Id="rId40" Type="http://schemas.openxmlformats.org/officeDocument/2006/relationships/customXml" Target="../ink/ink205.xml"/><Relationship Id="rId45" Type="http://schemas.openxmlformats.org/officeDocument/2006/relationships/image" Target="../media/image720.png"/><Relationship Id="rId87" Type="http://schemas.openxmlformats.org/officeDocument/2006/relationships/image" Target="../media/image11.png"/><Relationship Id="rId61" Type="http://schemas.openxmlformats.org/officeDocument/2006/relationships/image" Target="../media/image790.png"/><Relationship Id="rId82" Type="http://schemas.openxmlformats.org/officeDocument/2006/relationships/customXml" Target="../ink/ink225.xml"/><Relationship Id="rId19" Type="http://schemas.openxmlformats.org/officeDocument/2006/relationships/image" Target="../media/image9.png"/><Relationship Id="rId14" Type="http://schemas.openxmlformats.org/officeDocument/2006/relationships/image" Target="../media/image60.png"/><Relationship Id="rId30" Type="http://schemas.openxmlformats.org/officeDocument/2006/relationships/image" Target="../media/image670.png"/><Relationship Id="rId35" Type="http://schemas.openxmlformats.org/officeDocument/2006/relationships/customXml" Target="../ink/ink201.xml"/><Relationship Id="rId56" Type="http://schemas.openxmlformats.org/officeDocument/2006/relationships/customXml" Target="../ink/ink212.xml"/><Relationship Id="rId77" Type="http://schemas.openxmlformats.org/officeDocument/2006/relationships/image" Target="../media/image860.png"/><Relationship Id="rId100" Type="http://schemas.openxmlformats.org/officeDocument/2006/relationships/image" Target="../media/image43.svg"/><Relationship Id="rId51" Type="http://schemas.openxmlformats.org/officeDocument/2006/relationships/image" Target="../media/image1190.png"/><Relationship Id="rId72" Type="http://schemas.openxmlformats.org/officeDocument/2006/relationships/customXml" Target="../ink/ink219.xml"/><Relationship Id="rId93" Type="http://schemas.openxmlformats.org/officeDocument/2006/relationships/image" Target="../media/image1250.png"/><Relationship Id="rId98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3" name="Rounded Rectangle 4332">
            <a:extLst>
              <a:ext uri="{FF2B5EF4-FFF2-40B4-BE49-F238E27FC236}">
                <a16:creationId xmlns:a16="http://schemas.microsoft.com/office/drawing/2014/main" id="{AD99F460-A285-BA87-497C-FC58B913B526}"/>
              </a:ext>
            </a:extLst>
          </p:cNvPr>
          <p:cNvSpPr/>
          <p:nvPr/>
        </p:nvSpPr>
        <p:spPr>
          <a:xfrm>
            <a:off x="12817601" y="12379289"/>
            <a:ext cx="7273339" cy="354552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896684" sx="106000" sy="106000" algn="ctr" rotWithShape="0">
              <a:schemeClr val="accent6">
                <a:alpha val="1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3687" name="Picture 3686" descr="A white rectangular object with a black border&#10;&#10;AI-generated content may be incorrect.">
            <a:extLst>
              <a:ext uri="{FF2B5EF4-FFF2-40B4-BE49-F238E27FC236}">
                <a16:creationId xmlns:a16="http://schemas.microsoft.com/office/drawing/2014/main" id="{C9587A93-938E-078D-C2FA-9320B2222B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676" t="14802" r="13119" b="14086"/>
          <a:stretch>
            <a:fillRect/>
          </a:stretch>
        </p:blipFill>
        <p:spPr>
          <a:xfrm>
            <a:off x="12036672" y="7691983"/>
            <a:ext cx="7273339" cy="4272732"/>
          </a:xfrm>
          <a:prstGeom prst="rect">
            <a:avLst/>
          </a:prstGeom>
        </p:spPr>
      </p:pic>
      <p:pic>
        <p:nvPicPr>
          <p:cNvPr id="3688" name="Picture 3687" descr="A white rectangular object with a black border&#10;&#10;AI-generated content may be incorrect.">
            <a:extLst>
              <a:ext uri="{FF2B5EF4-FFF2-40B4-BE49-F238E27FC236}">
                <a16:creationId xmlns:a16="http://schemas.microsoft.com/office/drawing/2014/main" id="{39FF145B-EE6E-3E49-BB1B-9BB3667628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676" t="14802" r="13119" b="14086"/>
          <a:stretch>
            <a:fillRect/>
          </a:stretch>
        </p:blipFill>
        <p:spPr>
          <a:xfrm>
            <a:off x="9854735" y="-58928"/>
            <a:ext cx="10494281" cy="6494035"/>
          </a:xfrm>
          <a:prstGeom prst="rect">
            <a:avLst/>
          </a:prstGeom>
        </p:spPr>
      </p:pic>
      <p:grpSp>
        <p:nvGrpSpPr>
          <p:cNvPr id="3689" name="Group 3688">
            <a:extLst>
              <a:ext uri="{FF2B5EF4-FFF2-40B4-BE49-F238E27FC236}">
                <a16:creationId xmlns:a16="http://schemas.microsoft.com/office/drawing/2014/main" id="{B8AE55C7-9833-5E5C-CC2E-93F8363AECB0}"/>
              </a:ext>
            </a:extLst>
          </p:cNvPr>
          <p:cNvGrpSpPr/>
          <p:nvPr/>
        </p:nvGrpSpPr>
        <p:grpSpPr>
          <a:xfrm>
            <a:off x="10684686" y="578325"/>
            <a:ext cx="906676" cy="420161"/>
            <a:chOff x="1948529" y="1492419"/>
            <a:chExt cx="847497" cy="345378"/>
          </a:xfrm>
        </p:grpSpPr>
        <p:sp>
          <p:nvSpPr>
            <p:cNvPr id="3690" name="Rounded Rectangle 3689">
              <a:extLst>
                <a:ext uri="{FF2B5EF4-FFF2-40B4-BE49-F238E27FC236}">
                  <a16:creationId xmlns:a16="http://schemas.microsoft.com/office/drawing/2014/main" id="{8B5374A1-6251-0B54-6F7C-E4AA14B49573}"/>
                </a:ext>
              </a:extLst>
            </p:cNvPr>
            <p:cNvSpPr/>
            <p:nvPr/>
          </p:nvSpPr>
          <p:spPr>
            <a:xfrm>
              <a:off x="1948529" y="1492419"/>
              <a:ext cx="843251" cy="345378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E2DFE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2400"/>
            </a:p>
          </p:txBody>
        </p:sp>
        <p:pic>
          <p:nvPicPr>
            <p:cNvPr id="3691" name="Graphic 3690" descr="Pencil with solid fill">
              <a:extLst>
                <a:ext uri="{FF2B5EF4-FFF2-40B4-BE49-F238E27FC236}">
                  <a16:creationId xmlns:a16="http://schemas.microsoft.com/office/drawing/2014/main" id="{7D1635B8-DF69-68E7-B536-A0F97AAFBB0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52117" y="1547390"/>
              <a:ext cx="235436" cy="235436"/>
            </a:xfrm>
            <a:prstGeom prst="rect">
              <a:avLst/>
            </a:prstGeom>
          </p:spPr>
        </p:pic>
        <p:sp>
          <p:nvSpPr>
            <p:cNvPr id="3692" name="TextBox 3691">
              <a:extLst>
                <a:ext uri="{FF2B5EF4-FFF2-40B4-BE49-F238E27FC236}">
                  <a16:creationId xmlns:a16="http://schemas.microsoft.com/office/drawing/2014/main" id="{ADA162B9-5BFC-C780-534E-EA73BC31600A}"/>
                </a:ext>
              </a:extLst>
            </p:cNvPr>
            <p:cNvSpPr txBox="1"/>
            <p:nvPr/>
          </p:nvSpPr>
          <p:spPr>
            <a:xfrm>
              <a:off x="2299984" y="1572775"/>
              <a:ext cx="496042" cy="20239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CH" sz="1600" dirty="0"/>
                <a:t>Data</a:t>
              </a:r>
            </a:p>
          </p:txBody>
        </p:sp>
      </p:grpSp>
      <p:grpSp>
        <p:nvGrpSpPr>
          <p:cNvPr id="3693" name="Group 3692">
            <a:extLst>
              <a:ext uri="{FF2B5EF4-FFF2-40B4-BE49-F238E27FC236}">
                <a16:creationId xmlns:a16="http://schemas.microsoft.com/office/drawing/2014/main" id="{6B4C1B8A-38A2-390C-32C2-9BB8F07D9B23}"/>
              </a:ext>
            </a:extLst>
          </p:cNvPr>
          <p:cNvGrpSpPr/>
          <p:nvPr/>
        </p:nvGrpSpPr>
        <p:grpSpPr>
          <a:xfrm>
            <a:off x="11670957" y="578326"/>
            <a:ext cx="1412560" cy="420161"/>
            <a:chOff x="3745744" y="1492419"/>
            <a:chExt cx="1217842" cy="345378"/>
          </a:xfrm>
        </p:grpSpPr>
        <p:sp>
          <p:nvSpPr>
            <p:cNvPr id="3694" name="Rounded Rectangle 3693">
              <a:extLst>
                <a:ext uri="{FF2B5EF4-FFF2-40B4-BE49-F238E27FC236}">
                  <a16:creationId xmlns:a16="http://schemas.microsoft.com/office/drawing/2014/main" id="{454732EC-038C-A716-8257-369304A6CFC3}"/>
                </a:ext>
              </a:extLst>
            </p:cNvPr>
            <p:cNvSpPr/>
            <p:nvPr/>
          </p:nvSpPr>
          <p:spPr>
            <a:xfrm>
              <a:off x="3745744" y="1492419"/>
              <a:ext cx="1110342" cy="345378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E2DFE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2400"/>
            </a:p>
          </p:txBody>
        </p:sp>
        <p:pic>
          <p:nvPicPr>
            <p:cNvPr id="3695" name="Graphic 3694" descr="Pencil with solid fill">
              <a:extLst>
                <a:ext uri="{FF2B5EF4-FFF2-40B4-BE49-F238E27FC236}">
                  <a16:creationId xmlns:a16="http://schemas.microsoft.com/office/drawing/2014/main" id="{50110AA0-56C9-7F04-6855-082E93B4775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819531" y="1547390"/>
              <a:ext cx="235436" cy="235436"/>
            </a:xfrm>
            <a:prstGeom prst="rect">
              <a:avLst/>
            </a:prstGeom>
          </p:spPr>
        </p:pic>
        <p:sp>
          <p:nvSpPr>
            <p:cNvPr id="3696" name="TextBox 3695">
              <a:extLst>
                <a:ext uri="{FF2B5EF4-FFF2-40B4-BE49-F238E27FC236}">
                  <a16:creationId xmlns:a16="http://schemas.microsoft.com/office/drawing/2014/main" id="{8D6CAB08-B0E6-1C4B-713E-1F8186E4D014}"/>
                </a:ext>
              </a:extLst>
            </p:cNvPr>
            <p:cNvSpPr txBox="1"/>
            <p:nvPr/>
          </p:nvSpPr>
          <p:spPr>
            <a:xfrm>
              <a:off x="4090454" y="1580622"/>
              <a:ext cx="873132" cy="20239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CH" sz="1600" dirty="0">
                  <a:solidFill>
                    <a:srgbClr val="BA772C"/>
                  </a:solidFill>
                </a:rPr>
                <a:t>Compare</a:t>
              </a:r>
            </a:p>
          </p:txBody>
        </p:sp>
      </p:grpSp>
      <p:sp>
        <p:nvSpPr>
          <p:cNvPr id="3697" name="Rounded Rectangle 3696">
            <a:extLst>
              <a:ext uri="{FF2B5EF4-FFF2-40B4-BE49-F238E27FC236}">
                <a16:creationId xmlns:a16="http://schemas.microsoft.com/office/drawing/2014/main" id="{A88D44AD-1209-193D-2CDB-3D6A5891DED3}"/>
              </a:ext>
            </a:extLst>
          </p:cNvPr>
          <p:cNvSpPr/>
          <p:nvPr/>
        </p:nvSpPr>
        <p:spPr>
          <a:xfrm>
            <a:off x="13045030" y="583521"/>
            <a:ext cx="1057583" cy="416173"/>
          </a:xfrm>
          <a:prstGeom prst="roundRect">
            <a:avLst>
              <a:gd name="adj" fmla="val 50000"/>
            </a:avLst>
          </a:prstGeom>
          <a:solidFill>
            <a:srgbClr val="F2E7FF"/>
          </a:solidFill>
          <a:ln>
            <a:solidFill>
              <a:srgbClr val="E2DF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400"/>
          </a:p>
        </p:txBody>
      </p:sp>
      <p:pic>
        <p:nvPicPr>
          <p:cNvPr id="3698" name="Graphic 3697" descr="Pencil with solid fill">
            <a:extLst>
              <a:ext uri="{FF2B5EF4-FFF2-40B4-BE49-F238E27FC236}">
                <a16:creationId xmlns:a16="http://schemas.microsoft.com/office/drawing/2014/main" id="{ECAE9AD7-4867-8921-3D0C-E68D1D5D2F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37215" y="649760"/>
            <a:ext cx="294138" cy="283695"/>
          </a:xfrm>
          <a:prstGeom prst="rect">
            <a:avLst/>
          </a:prstGeom>
        </p:spPr>
      </p:pic>
      <p:sp>
        <p:nvSpPr>
          <p:cNvPr id="3699" name="TextBox 3698">
            <a:extLst>
              <a:ext uri="{FF2B5EF4-FFF2-40B4-BE49-F238E27FC236}">
                <a16:creationId xmlns:a16="http://schemas.microsoft.com/office/drawing/2014/main" id="{997F5952-2511-41E6-1CCC-A1F51FF23F6F}"/>
              </a:ext>
            </a:extLst>
          </p:cNvPr>
          <p:cNvSpPr txBox="1"/>
          <p:nvPr/>
        </p:nvSpPr>
        <p:spPr>
          <a:xfrm>
            <a:off x="13517597" y="670113"/>
            <a:ext cx="489517" cy="246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CH" sz="1600" dirty="0">
                <a:solidFill>
                  <a:srgbClr val="973B83"/>
                </a:solidFill>
              </a:rPr>
              <a:t>Swap</a:t>
            </a:r>
          </a:p>
        </p:txBody>
      </p:sp>
      <p:grpSp>
        <p:nvGrpSpPr>
          <p:cNvPr id="3700" name="Group 3699">
            <a:extLst>
              <a:ext uri="{FF2B5EF4-FFF2-40B4-BE49-F238E27FC236}">
                <a16:creationId xmlns:a16="http://schemas.microsoft.com/office/drawing/2014/main" id="{B426D28A-17F7-C1EE-9D5B-606B7249F5BB}"/>
              </a:ext>
            </a:extLst>
          </p:cNvPr>
          <p:cNvGrpSpPr/>
          <p:nvPr/>
        </p:nvGrpSpPr>
        <p:grpSpPr>
          <a:xfrm rot="389916">
            <a:off x="10818711" y="2417439"/>
            <a:ext cx="1945716" cy="1334388"/>
            <a:chOff x="2308174" y="3440501"/>
            <a:chExt cx="1275120" cy="85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701" name="Ink 3700">
                  <a:extLst>
                    <a:ext uri="{FF2B5EF4-FFF2-40B4-BE49-F238E27FC236}">
                      <a16:creationId xmlns:a16="http://schemas.microsoft.com/office/drawing/2014/main" id="{DA917218-4C2A-65EF-EAB0-35713799131E}"/>
                    </a:ext>
                  </a:extLst>
                </p14:cNvPr>
                <p14:cNvContentPartPr/>
                <p14:nvPr/>
              </p14:nvContentPartPr>
              <p14:xfrm>
                <a:off x="2308174" y="3616181"/>
                <a:ext cx="477360" cy="682200"/>
              </p14:xfrm>
            </p:contentPart>
          </mc:Choice>
          <mc:Fallback xmlns="">
            <p:pic>
              <p:nvPicPr>
                <p:cNvPr id="1702" name="Ink 1701">
                  <a:extLst>
                    <a:ext uri="{FF2B5EF4-FFF2-40B4-BE49-F238E27FC236}">
                      <a16:creationId xmlns:a16="http://schemas.microsoft.com/office/drawing/2014/main" id="{7F9855BD-C72C-D99A-DA85-F38B0FA5938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297430" y="3605753"/>
                  <a:ext cx="499068" cy="70284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702" name="Ink 3701">
                  <a:extLst>
                    <a:ext uri="{FF2B5EF4-FFF2-40B4-BE49-F238E27FC236}">
                      <a16:creationId xmlns:a16="http://schemas.microsoft.com/office/drawing/2014/main" id="{7C19558B-EBA7-FC26-DF20-CCEB85284420}"/>
                    </a:ext>
                  </a:extLst>
                </p14:cNvPr>
                <p14:cNvContentPartPr/>
                <p14:nvPr/>
              </p14:nvContentPartPr>
              <p14:xfrm>
                <a:off x="2995414" y="3596381"/>
                <a:ext cx="66240" cy="587160"/>
              </p14:xfrm>
            </p:contentPart>
          </mc:Choice>
          <mc:Fallback xmlns="">
            <p:pic>
              <p:nvPicPr>
                <p:cNvPr id="1703" name="Ink 1702">
                  <a:extLst>
                    <a:ext uri="{FF2B5EF4-FFF2-40B4-BE49-F238E27FC236}">
                      <a16:creationId xmlns:a16="http://schemas.microsoft.com/office/drawing/2014/main" id="{45A69568-C0D6-AB90-A04E-D641B20458B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984411" y="3585952"/>
                  <a:ext cx="88027" cy="6078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703" name="Ink 3702">
                  <a:extLst>
                    <a:ext uri="{FF2B5EF4-FFF2-40B4-BE49-F238E27FC236}">
                      <a16:creationId xmlns:a16="http://schemas.microsoft.com/office/drawing/2014/main" id="{B68B2EA0-51C5-B2A5-C978-BAD446F8EB55}"/>
                    </a:ext>
                  </a:extLst>
                </p14:cNvPr>
                <p14:cNvContentPartPr/>
                <p14:nvPr/>
              </p14:nvContentPartPr>
              <p14:xfrm>
                <a:off x="3187654" y="3440501"/>
                <a:ext cx="395640" cy="762840"/>
              </p14:xfrm>
            </p:contentPart>
          </mc:Choice>
          <mc:Fallback xmlns="">
            <p:pic>
              <p:nvPicPr>
                <p:cNvPr id="1704" name="Ink 1703">
                  <a:extLst>
                    <a:ext uri="{FF2B5EF4-FFF2-40B4-BE49-F238E27FC236}">
                      <a16:creationId xmlns:a16="http://schemas.microsoft.com/office/drawing/2014/main" id="{560584F7-DE35-2065-0DF7-7B5E87121F9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176688" y="3430280"/>
                  <a:ext cx="417352" cy="783491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04" name="Group 3703">
            <a:extLst>
              <a:ext uri="{FF2B5EF4-FFF2-40B4-BE49-F238E27FC236}">
                <a16:creationId xmlns:a16="http://schemas.microsoft.com/office/drawing/2014/main" id="{A285EDA5-239A-407F-D2AA-63F3B53F2055}"/>
              </a:ext>
            </a:extLst>
          </p:cNvPr>
          <p:cNvGrpSpPr/>
          <p:nvPr/>
        </p:nvGrpSpPr>
        <p:grpSpPr>
          <a:xfrm rot="389916">
            <a:off x="13121329" y="2401536"/>
            <a:ext cx="868232" cy="1355221"/>
            <a:chOff x="3804694" y="3331061"/>
            <a:chExt cx="587520" cy="89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705" name="Ink 3704">
                  <a:extLst>
                    <a:ext uri="{FF2B5EF4-FFF2-40B4-BE49-F238E27FC236}">
                      <a16:creationId xmlns:a16="http://schemas.microsoft.com/office/drawing/2014/main" id="{DF83B7F5-94FC-060F-A6C9-05690D685545}"/>
                    </a:ext>
                  </a:extLst>
                </p14:cNvPr>
                <p14:cNvContentPartPr/>
                <p14:nvPr/>
              </p14:nvContentPartPr>
              <p14:xfrm>
                <a:off x="3804694" y="3331061"/>
                <a:ext cx="587520" cy="681840"/>
              </p14:xfrm>
            </p:contentPart>
          </mc:Choice>
          <mc:Fallback xmlns="">
            <p:pic>
              <p:nvPicPr>
                <p:cNvPr id="1706" name="Ink 1705">
                  <a:extLst>
                    <a:ext uri="{FF2B5EF4-FFF2-40B4-BE49-F238E27FC236}">
                      <a16:creationId xmlns:a16="http://schemas.microsoft.com/office/drawing/2014/main" id="{5B5C0FFA-0281-D33D-7ED5-D36441C17A4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793369" y="3320296"/>
                  <a:ext cx="609943" cy="7031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706" name="Ink 3705">
                  <a:extLst>
                    <a:ext uri="{FF2B5EF4-FFF2-40B4-BE49-F238E27FC236}">
                      <a16:creationId xmlns:a16="http://schemas.microsoft.com/office/drawing/2014/main" id="{B56AA1D6-62B1-1D36-DD89-184C3E6DE144}"/>
                    </a:ext>
                  </a:extLst>
                </p14:cNvPr>
                <p14:cNvContentPartPr/>
                <p14:nvPr/>
              </p14:nvContentPartPr>
              <p14:xfrm>
                <a:off x="4059934" y="3430061"/>
                <a:ext cx="94680" cy="800640"/>
              </p14:xfrm>
            </p:contentPart>
          </mc:Choice>
          <mc:Fallback xmlns="">
            <p:pic>
              <p:nvPicPr>
                <p:cNvPr id="1707" name="Ink 1706">
                  <a:extLst>
                    <a:ext uri="{FF2B5EF4-FFF2-40B4-BE49-F238E27FC236}">
                      <a16:creationId xmlns:a16="http://schemas.microsoft.com/office/drawing/2014/main" id="{6D450E44-B45A-99C5-0C16-C73DD02716D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048609" y="3419291"/>
                  <a:ext cx="117104" cy="821965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3707" name="Straight Connector 3706">
            <a:extLst>
              <a:ext uri="{FF2B5EF4-FFF2-40B4-BE49-F238E27FC236}">
                <a16:creationId xmlns:a16="http://schemas.microsoft.com/office/drawing/2014/main" id="{6483FE98-6B2D-732E-0891-686B5FD82DAF}"/>
              </a:ext>
            </a:extLst>
          </p:cNvPr>
          <p:cNvCxnSpPr>
            <a:cxnSpLocks/>
          </p:cNvCxnSpPr>
          <p:nvPr/>
        </p:nvCxnSpPr>
        <p:spPr>
          <a:xfrm>
            <a:off x="14216880" y="645198"/>
            <a:ext cx="0" cy="4944755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708" name="Ink 3707">
                <a:extLst>
                  <a:ext uri="{FF2B5EF4-FFF2-40B4-BE49-F238E27FC236}">
                    <a16:creationId xmlns:a16="http://schemas.microsoft.com/office/drawing/2014/main" id="{3C9086DA-9BB1-613E-B0BE-20B8707C4C6B}"/>
                  </a:ext>
                </a:extLst>
              </p14:cNvPr>
              <p14:cNvContentPartPr/>
              <p14:nvPr/>
            </p14:nvContentPartPr>
            <p14:xfrm>
              <a:off x="11076116" y="1960944"/>
              <a:ext cx="785686" cy="456206"/>
            </p14:xfrm>
          </p:contentPart>
        </mc:Choice>
        <mc:Fallback xmlns="">
          <p:pic>
            <p:nvPicPr>
              <p:cNvPr id="3708" name="Ink 3707">
                <a:extLst>
                  <a:ext uri="{FF2B5EF4-FFF2-40B4-BE49-F238E27FC236}">
                    <a16:creationId xmlns:a16="http://schemas.microsoft.com/office/drawing/2014/main" id="{3C9086DA-9BB1-613E-B0BE-20B8707C4C6B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1058112" y="1942941"/>
                <a:ext cx="821334" cy="491853"/>
              </a:xfrm>
              <a:prstGeom prst="rect">
                <a:avLst/>
              </a:prstGeom>
            </p:spPr>
          </p:pic>
        </mc:Fallback>
      </mc:AlternateContent>
      <p:sp>
        <p:nvSpPr>
          <p:cNvPr id="3709" name="Rounded Rectangle 3708">
            <a:extLst>
              <a:ext uri="{FF2B5EF4-FFF2-40B4-BE49-F238E27FC236}">
                <a16:creationId xmlns:a16="http://schemas.microsoft.com/office/drawing/2014/main" id="{A3AAA749-8503-356D-9CF4-96997F465307}"/>
              </a:ext>
            </a:extLst>
          </p:cNvPr>
          <p:cNvSpPr/>
          <p:nvPr/>
        </p:nvSpPr>
        <p:spPr>
          <a:xfrm>
            <a:off x="15573517" y="752581"/>
            <a:ext cx="4018446" cy="728822"/>
          </a:xfrm>
          <a:prstGeom prst="roundRect">
            <a:avLst>
              <a:gd name="adj" fmla="val 32482"/>
            </a:avLst>
          </a:prstGeom>
          <a:solidFill>
            <a:srgbClr val="FFF8ED"/>
          </a:solidFill>
          <a:ln>
            <a:solidFill>
              <a:srgbClr val="E0C39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4000"/>
          </a:p>
        </p:txBody>
      </p:sp>
      <p:sp>
        <p:nvSpPr>
          <p:cNvPr id="3710" name="Rounded Rectangle 3709">
            <a:extLst>
              <a:ext uri="{FF2B5EF4-FFF2-40B4-BE49-F238E27FC236}">
                <a16:creationId xmlns:a16="http://schemas.microsoft.com/office/drawing/2014/main" id="{35FA50BD-C2DB-651A-6B43-027A50C4531D}"/>
              </a:ext>
            </a:extLst>
          </p:cNvPr>
          <p:cNvSpPr/>
          <p:nvPr/>
        </p:nvSpPr>
        <p:spPr>
          <a:xfrm>
            <a:off x="15573517" y="1831499"/>
            <a:ext cx="4018446" cy="727315"/>
          </a:xfrm>
          <a:prstGeom prst="roundRect">
            <a:avLst>
              <a:gd name="adj" fmla="val 37122"/>
            </a:avLst>
          </a:prstGeom>
          <a:solidFill>
            <a:srgbClr val="FBF5FF">
              <a:alpha val="50163"/>
            </a:srgbClr>
          </a:solidFill>
          <a:ln>
            <a:solidFill>
              <a:srgbClr val="EDDAFF">
                <a:alpha val="49757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4000" dirty="0"/>
          </a:p>
        </p:txBody>
      </p:sp>
      <p:sp>
        <p:nvSpPr>
          <p:cNvPr id="3711" name="Rounded Rectangle 3710">
            <a:extLst>
              <a:ext uri="{FF2B5EF4-FFF2-40B4-BE49-F238E27FC236}">
                <a16:creationId xmlns:a16="http://schemas.microsoft.com/office/drawing/2014/main" id="{D83231C7-3DD0-EB9A-B760-DB6B6F3A08AD}"/>
              </a:ext>
            </a:extLst>
          </p:cNvPr>
          <p:cNvSpPr/>
          <p:nvPr/>
        </p:nvSpPr>
        <p:spPr>
          <a:xfrm>
            <a:off x="18182548" y="903753"/>
            <a:ext cx="505593" cy="424482"/>
          </a:xfrm>
          <a:prstGeom prst="roundRect">
            <a:avLst>
              <a:gd name="adj" fmla="val 32482"/>
            </a:avLst>
          </a:prstGeom>
          <a:solidFill>
            <a:srgbClr val="FFF8ED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CH" sz="1400" dirty="0">
                <a:solidFill>
                  <a:schemeClr val="accent3"/>
                </a:solidFill>
              </a:rPr>
              <a:t>True</a:t>
            </a:r>
          </a:p>
        </p:txBody>
      </p:sp>
      <p:sp>
        <p:nvSpPr>
          <p:cNvPr id="3712" name="TextBox 3711">
            <a:extLst>
              <a:ext uri="{FF2B5EF4-FFF2-40B4-BE49-F238E27FC236}">
                <a16:creationId xmlns:a16="http://schemas.microsoft.com/office/drawing/2014/main" id="{BBA5D04D-244F-B705-D621-31C78112D7FE}"/>
              </a:ext>
            </a:extLst>
          </p:cNvPr>
          <p:cNvSpPr txBox="1"/>
          <p:nvPr/>
        </p:nvSpPr>
        <p:spPr>
          <a:xfrm>
            <a:off x="15569516" y="899966"/>
            <a:ext cx="2772573" cy="415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BA782F"/>
                </a:solidFill>
                <a:latin typeface="PT Mono" panose="02060509020205020204" pitchFamily="49" charset="77"/>
              </a:rPr>
              <a:t>i</a:t>
            </a:r>
            <a:r>
              <a:rPr lang="en-CH" sz="2000" dirty="0">
                <a:solidFill>
                  <a:srgbClr val="BA782F"/>
                </a:solidFill>
                <a:latin typeface="PT Mono" panose="02060509020205020204" pitchFamily="49" charset="77"/>
              </a:rPr>
              <a:t>s_bigger(3,1)</a:t>
            </a:r>
          </a:p>
        </p:txBody>
      </p:sp>
      <p:sp>
        <p:nvSpPr>
          <p:cNvPr id="3713" name="Rounded Rectangle 3712">
            <a:extLst>
              <a:ext uri="{FF2B5EF4-FFF2-40B4-BE49-F238E27FC236}">
                <a16:creationId xmlns:a16="http://schemas.microsoft.com/office/drawing/2014/main" id="{3EB3ABBC-3C46-E94D-98D1-542DCD8E50A9}"/>
              </a:ext>
            </a:extLst>
          </p:cNvPr>
          <p:cNvSpPr/>
          <p:nvPr/>
        </p:nvSpPr>
        <p:spPr>
          <a:xfrm>
            <a:off x="18774966" y="903753"/>
            <a:ext cx="660239" cy="424482"/>
          </a:xfrm>
          <a:prstGeom prst="roundRect">
            <a:avLst>
              <a:gd name="adj" fmla="val 32482"/>
            </a:avLst>
          </a:prstGeom>
          <a:solidFill>
            <a:srgbClr val="FFF8ED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CH" sz="1400" dirty="0">
                <a:solidFill>
                  <a:srgbClr val="6C7280"/>
                </a:solidFill>
              </a:rPr>
              <a:t>False</a:t>
            </a:r>
          </a:p>
        </p:txBody>
      </p:sp>
      <p:sp>
        <p:nvSpPr>
          <p:cNvPr id="3714" name="TextBox 3713">
            <a:extLst>
              <a:ext uri="{FF2B5EF4-FFF2-40B4-BE49-F238E27FC236}">
                <a16:creationId xmlns:a16="http://schemas.microsoft.com/office/drawing/2014/main" id="{7CAC0EC9-A9B0-C929-3CBF-4B16284C0853}"/>
              </a:ext>
            </a:extLst>
          </p:cNvPr>
          <p:cNvSpPr txBox="1"/>
          <p:nvPr/>
        </p:nvSpPr>
        <p:spPr>
          <a:xfrm>
            <a:off x="15669309" y="1982117"/>
            <a:ext cx="17994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9339E4">
                    <a:alpha val="50399"/>
                  </a:srgbClr>
                </a:solidFill>
                <a:latin typeface="PT Mono" panose="02060509020205020204" pitchFamily="49" charset="77"/>
              </a:rPr>
              <a:t>swap</a:t>
            </a:r>
            <a:r>
              <a:rPr lang="en-CH" sz="2000" dirty="0">
                <a:solidFill>
                  <a:srgbClr val="9339E4">
                    <a:alpha val="50399"/>
                  </a:srgbClr>
                </a:solidFill>
                <a:latin typeface="PT Mono" panose="02060509020205020204" pitchFamily="49" charset="77"/>
              </a:rPr>
              <a:t>(3,1)</a:t>
            </a:r>
          </a:p>
        </p:txBody>
      </p:sp>
      <p:sp>
        <p:nvSpPr>
          <p:cNvPr id="3715" name="Rounded Rectangle 3714">
            <a:extLst>
              <a:ext uri="{FF2B5EF4-FFF2-40B4-BE49-F238E27FC236}">
                <a16:creationId xmlns:a16="http://schemas.microsoft.com/office/drawing/2014/main" id="{FF277DBC-1180-B0DC-8C71-A4EDB2DA353C}"/>
              </a:ext>
            </a:extLst>
          </p:cNvPr>
          <p:cNvSpPr/>
          <p:nvPr/>
        </p:nvSpPr>
        <p:spPr>
          <a:xfrm rot="21047185">
            <a:off x="17486706" y="1688464"/>
            <a:ext cx="1749380" cy="880275"/>
          </a:xfrm>
          <a:prstGeom prst="roundRect">
            <a:avLst>
              <a:gd name="adj" fmla="val 28096"/>
            </a:avLst>
          </a:prstGeom>
          <a:solidFill>
            <a:srgbClr val="F9F4FE"/>
          </a:solidFill>
          <a:ln>
            <a:solidFill>
              <a:srgbClr val="752DB6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4000"/>
          </a:p>
        </p:txBody>
      </p:sp>
      <p:sp>
        <p:nvSpPr>
          <p:cNvPr id="3716" name="TextBox 3715">
            <a:extLst>
              <a:ext uri="{FF2B5EF4-FFF2-40B4-BE49-F238E27FC236}">
                <a16:creationId xmlns:a16="http://schemas.microsoft.com/office/drawing/2014/main" id="{B2B9F69C-0B09-683D-1217-EC7A35836312}"/>
              </a:ext>
            </a:extLst>
          </p:cNvPr>
          <p:cNvSpPr txBox="1"/>
          <p:nvPr/>
        </p:nvSpPr>
        <p:spPr>
          <a:xfrm rot="21029618">
            <a:off x="17476726" y="2036327"/>
            <a:ext cx="17994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9339E4"/>
                </a:solidFill>
                <a:latin typeface="PT Mono" panose="02060509020205020204" pitchFamily="49" charset="77"/>
              </a:rPr>
              <a:t>swap</a:t>
            </a:r>
            <a:r>
              <a:rPr lang="en-CH" sz="2000" dirty="0">
                <a:solidFill>
                  <a:srgbClr val="9339E4"/>
                </a:solidFill>
                <a:latin typeface="PT Mono" panose="02060509020205020204" pitchFamily="49" charset="77"/>
              </a:rPr>
              <a:t>(3,1)</a:t>
            </a:r>
          </a:p>
        </p:txBody>
      </p:sp>
      <p:pic>
        <p:nvPicPr>
          <p:cNvPr id="3717" name="Picture 3716">
            <a:extLst>
              <a:ext uri="{FF2B5EF4-FFF2-40B4-BE49-F238E27FC236}">
                <a16:creationId xmlns:a16="http://schemas.microsoft.com/office/drawing/2014/main" id="{73A13FD1-74B3-C147-4F75-5B8316B4F60A}"/>
              </a:ext>
            </a:extLst>
      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4317715" y="672141"/>
            <a:ext cx="1176211" cy="1988403"/>
          </a:xfrm>
          <a:prstGeom prst="rect">
            <a:avLst/>
          </a:prstGeom>
        </p:spPr>
      </p:pic>
      <p:grpSp>
        <p:nvGrpSpPr>
          <p:cNvPr id="3718" name="Group 3717">
            <a:extLst>
              <a:ext uri="{FF2B5EF4-FFF2-40B4-BE49-F238E27FC236}">
                <a16:creationId xmlns:a16="http://schemas.microsoft.com/office/drawing/2014/main" id="{68660B60-EB76-5782-9C2A-119199C57D63}"/>
              </a:ext>
            </a:extLst>
          </p:cNvPr>
          <p:cNvGrpSpPr/>
          <p:nvPr/>
        </p:nvGrpSpPr>
        <p:grpSpPr>
          <a:xfrm>
            <a:off x="15576231" y="2881647"/>
            <a:ext cx="4022447" cy="728822"/>
            <a:chOff x="17494810" y="1876788"/>
            <a:chExt cx="4328793" cy="808847"/>
          </a:xfrm>
        </p:grpSpPr>
        <p:sp>
          <p:nvSpPr>
            <p:cNvPr id="3719" name="Rounded Rectangle 3718">
              <a:extLst>
                <a:ext uri="{FF2B5EF4-FFF2-40B4-BE49-F238E27FC236}">
                  <a16:creationId xmlns:a16="http://schemas.microsoft.com/office/drawing/2014/main" id="{82C60201-D30E-4375-1B93-670C65249A5B}"/>
                </a:ext>
              </a:extLst>
            </p:cNvPr>
            <p:cNvSpPr/>
            <p:nvPr/>
          </p:nvSpPr>
          <p:spPr>
            <a:xfrm>
              <a:off x="17499116" y="1876788"/>
              <a:ext cx="4324487" cy="808847"/>
            </a:xfrm>
            <a:prstGeom prst="roundRect">
              <a:avLst>
                <a:gd name="adj" fmla="val 32482"/>
              </a:avLst>
            </a:prstGeom>
            <a:solidFill>
              <a:srgbClr val="FFF8ED"/>
            </a:solidFill>
            <a:ln>
              <a:solidFill>
                <a:srgbClr val="E0C39F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4000"/>
            </a:p>
          </p:txBody>
        </p:sp>
        <p:sp>
          <p:nvSpPr>
            <p:cNvPr id="3720" name="Rounded Rectangle 3719">
              <a:extLst>
                <a:ext uri="{FF2B5EF4-FFF2-40B4-BE49-F238E27FC236}">
                  <a16:creationId xmlns:a16="http://schemas.microsoft.com/office/drawing/2014/main" id="{C1E8FD0C-E912-6E63-4072-F8ADB9859963}"/>
                </a:ext>
              </a:extLst>
            </p:cNvPr>
            <p:cNvSpPr/>
            <p:nvPr/>
          </p:nvSpPr>
          <p:spPr>
            <a:xfrm>
              <a:off x="20306848" y="2044559"/>
              <a:ext cx="544098" cy="471091"/>
            </a:xfrm>
            <a:prstGeom prst="roundRect">
              <a:avLst>
                <a:gd name="adj" fmla="val 32482"/>
              </a:avLst>
            </a:prstGeom>
            <a:solidFill>
              <a:srgbClr val="FFF8ED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CH" sz="1400" dirty="0">
                  <a:solidFill>
                    <a:srgbClr val="6C7280"/>
                  </a:solidFill>
                </a:rPr>
                <a:t>True</a:t>
              </a:r>
            </a:p>
          </p:txBody>
        </p:sp>
        <p:sp>
          <p:nvSpPr>
            <p:cNvPr id="3721" name="TextBox 3720">
              <a:extLst>
                <a:ext uri="{FF2B5EF4-FFF2-40B4-BE49-F238E27FC236}">
                  <a16:creationId xmlns:a16="http://schemas.microsoft.com/office/drawing/2014/main" id="{85828A74-F22C-D13A-BC2A-0206CCE2B55E}"/>
                </a:ext>
              </a:extLst>
            </p:cNvPr>
            <p:cNvSpPr txBox="1"/>
            <p:nvPr/>
          </p:nvSpPr>
          <p:spPr>
            <a:xfrm>
              <a:off x="17494810" y="2040357"/>
              <a:ext cx="298372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2000" dirty="0">
                  <a:solidFill>
                    <a:srgbClr val="BA782F"/>
                  </a:solidFill>
                  <a:latin typeface="PT Mono" panose="02060509020205020204" pitchFamily="49" charset="77"/>
                </a:rPr>
                <a:t>i</a:t>
              </a:r>
              <a:r>
                <a:rPr lang="en-CH" sz="2000" dirty="0">
                  <a:solidFill>
                    <a:srgbClr val="BA782F"/>
                  </a:solidFill>
                  <a:latin typeface="PT Mono" panose="02060509020205020204" pitchFamily="49" charset="77"/>
                </a:rPr>
                <a:t>s_bigger(3,</a:t>
              </a:r>
              <a:r>
                <a:rPr lang="en-US" altLang="zh-CN" sz="2000" dirty="0">
                  <a:solidFill>
                    <a:srgbClr val="BA782F"/>
                  </a:solidFill>
                  <a:latin typeface="PT Mono" panose="02060509020205020204" pitchFamily="49" charset="77"/>
                </a:rPr>
                <a:t>7</a:t>
              </a:r>
              <a:r>
                <a:rPr lang="en-CH" sz="2000" dirty="0">
                  <a:solidFill>
                    <a:srgbClr val="BA782F"/>
                  </a:solidFill>
                  <a:latin typeface="PT Mono" panose="02060509020205020204" pitchFamily="49" charset="77"/>
                </a:rPr>
                <a:t>)</a:t>
              </a:r>
            </a:p>
          </p:txBody>
        </p:sp>
        <p:sp>
          <p:nvSpPr>
            <p:cNvPr id="3722" name="Rounded Rectangle 3721">
              <a:extLst>
                <a:ext uri="{FF2B5EF4-FFF2-40B4-BE49-F238E27FC236}">
                  <a16:creationId xmlns:a16="http://schemas.microsoft.com/office/drawing/2014/main" id="{2778CDAD-012E-4F2D-9855-C6F23E975985}"/>
                </a:ext>
              </a:extLst>
            </p:cNvPr>
            <p:cNvSpPr/>
            <p:nvPr/>
          </p:nvSpPr>
          <p:spPr>
            <a:xfrm>
              <a:off x="20944384" y="2044559"/>
              <a:ext cx="710522" cy="471091"/>
            </a:xfrm>
            <a:prstGeom prst="roundRect">
              <a:avLst>
                <a:gd name="adj" fmla="val 32482"/>
              </a:avLst>
            </a:prstGeom>
            <a:solidFill>
              <a:srgbClr val="FFF8ED"/>
            </a:solidFill>
            <a:ln>
              <a:solidFill>
                <a:srgbClr val="C61C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CH" sz="1400" dirty="0">
                  <a:solidFill>
                    <a:srgbClr val="BB6965"/>
                  </a:solidFill>
                </a:rPr>
                <a:t>False</a:t>
              </a:r>
            </a:p>
          </p:txBody>
        </p:sp>
      </p:grpSp>
      <p:sp>
        <p:nvSpPr>
          <p:cNvPr id="3723" name="Rounded Rectangle 3722">
            <a:extLst>
              <a:ext uri="{FF2B5EF4-FFF2-40B4-BE49-F238E27FC236}">
                <a16:creationId xmlns:a16="http://schemas.microsoft.com/office/drawing/2014/main" id="{4D802283-E9C6-A56C-2E24-859D7623E3BD}"/>
              </a:ext>
            </a:extLst>
          </p:cNvPr>
          <p:cNvSpPr/>
          <p:nvPr/>
        </p:nvSpPr>
        <p:spPr>
          <a:xfrm>
            <a:off x="32825272" y="5738802"/>
            <a:ext cx="4559082" cy="2317895"/>
          </a:xfrm>
          <a:prstGeom prst="roundRect">
            <a:avLst/>
          </a:prstGeom>
          <a:solidFill>
            <a:srgbClr val="FBFBFB"/>
          </a:solidFill>
          <a:ln>
            <a:noFill/>
          </a:ln>
          <a:effectLst>
            <a:outerShdw blurRad="1047274" sx="95464" sy="95464" algn="ctr" rotWithShape="0">
              <a:prstClr val="black">
                <a:alpha val="14259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3724" name="Picture 3723">
            <a:extLst>
              <a:ext uri="{FF2B5EF4-FFF2-40B4-BE49-F238E27FC236}">
                <a16:creationId xmlns:a16="http://schemas.microsoft.com/office/drawing/2014/main" id="{ECA175A6-57BE-2533-157E-8B5F55DB19B0}"/>
              </a:ext>
            </a:extLst>
          </p:cNvPr>
          <p:cNvPicPr>
            <a:picLocks noChangeAspect="1"/>
          </p:cNvPicPr>
          <p:nvPr/>
        </p:nvPicPr>
        <p:blipFill>
          <a:blip r:embed="rId53"/>
          <a:srcRect l="1527" t="5507" r="14055" b="2778"/>
          <a:stretch>
            <a:fillRect/>
          </a:stretch>
        </p:blipFill>
        <p:spPr>
          <a:xfrm>
            <a:off x="-1" y="114267"/>
            <a:ext cx="7507579" cy="5564494"/>
          </a:xfrm>
          <a:prstGeom prst="rect">
            <a:avLst/>
          </a:prstGeom>
        </p:spPr>
      </p:pic>
      <p:grpSp>
        <p:nvGrpSpPr>
          <p:cNvPr id="3725" name="Group 3724">
            <a:extLst>
              <a:ext uri="{FF2B5EF4-FFF2-40B4-BE49-F238E27FC236}">
                <a16:creationId xmlns:a16="http://schemas.microsoft.com/office/drawing/2014/main" id="{AC0D44CA-947E-ECFC-2779-224A6F56297A}"/>
              </a:ext>
            </a:extLst>
          </p:cNvPr>
          <p:cNvGrpSpPr/>
          <p:nvPr/>
        </p:nvGrpSpPr>
        <p:grpSpPr>
          <a:xfrm rot="389916">
            <a:off x="12976318" y="9377851"/>
            <a:ext cx="1217200" cy="874089"/>
            <a:chOff x="2432355" y="3440501"/>
            <a:chExt cx="1150939" cy="79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726" name="Ink 3725">
                  <a:extLst>
                    <a:ext uri="{FF2B5EF4-FFF2-40B4-BE49-F238E27FC236}">
                      <a16:creationId xmlns:a16="http://schemas.microsoft.com/office/drawing/2014/main" id="{FDBA43BA-604F-2EAB-1C1F-2351A9448388}"/>
                    </a:ext>
                  </a:extLst>
                </p14:cNvPr>
                <p14:cNvContentPartPr/>
                <p14:nvPr/>
              </p14:nvContentPartPr>
              <p14:xfrm>
                <a:off x="2719168" y="3534720"/>
                <a:ext cx="477360" cy="682200"/>
              </p14:xfrm>
            </p:contentPart>
          </mc:Choice>
          <mc:Fallback xmlns="">
            <p:pic>
              <p:nvPicPr>
                <p:cNvPr id="1745" name="Ink 1744">
                  <a:extLst>
                    <a:ext uri="{FF2B5EF4-FFF2-40B4-BE49-F238E27FC236}">
                      <a16:creationId xmlns:a16="http://schemas.microsoft.com/office/drawing/2014/main" id="{2CA1F0A5-C1DB-759C-25CB-D03639B0A25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702156" y="3518687"/>
                  <a:ext cx="511044" cy="7145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727" name="Ink 3726">
                  <a:extLst>
                    <a:ext uri="{FF2B5EF4-FFF2-40B4-BE49-F238E27FC236}">
                      <a16:creationId xmlns:a16="http://schemas.microsoft.com/office/drawing/2014/main" id="{4CA968E3-3122-085A-0631-BD70A0C75B92}"/>
                    </a:ext>
                  </a:extLst>
                </p14:cNvPr>
                <p14:cNvContentPartPr/>
                <p14:nvPr/>
              </p14:nvContentPartPr>
              <p14:xfrm>
                <a:off x="2432355" y="3647821"/>
                <a:ext cx="66240" cy="587160"/>
              </p14:xfrm>
            </p:contentPart>
          </mc:Choice>
          <mc:Fallback xmlns="">
            <p:pic>
              <p:nvPicPr>
                <p:cNvPr id="1746" name="Ink 1745">
                  <a:extLst>
                    <a:ext uri="{FF2B5EF4-FFF2-40B4-BE49-F238E27FC236}">
                      <a16:creationId xmlns:a16="http://schemas.microsoft.com/office/drawing/2014/main" id="{94F5FB6F-C6AD-2CA5-BFF5-228DDDC4B26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415283" y="3631784"/>
                  <a:ext cx="100043" cy="61956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28" name="Ink 3727">
                  <a:extLst>
                    <a:ext uri="{FF2B5EF4-FFF2-40B4-BE49-F238E27FC236}">
                      <a16:creationId xmlns:a16="http://schemas.microsoft.com/office/drawing/2014/main" id="{554C93CC-4A2A-7356-5710-1CB58B49BC66}"/>
                    </a:ext>
                  </a:extLst>
                </p14:cNvPr>
                <p14:cNvContentPartPr/>
                <p14:nvPr/>
              </p14:nvContentPartPr>
              <p14:xfrm>
                <a:off x="3187654" y="3440501"/>
                <a:ext cx="395640" cy="762840"/>
              </p14:xfrm>
            </p:contentPart>
          </mc:Choice>
          <mc:Fallback xmlns="">
            <p:pic>
              <p:nvPicPr>
                <p:cNvPr id="1747" name="Ink 1746">
                  <a:extLst>
                    <a:ext uri="{FF2B5EF4-FFF2-40B4-BE49-F238E27FC236}">
                      <a16:creationId xmlns:a16="http://schemas.microsoft.com/office/drawing/2014/main" id="{4D2987BF-6102-7D28-E6FA-668B09BF175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170630" y="3424138"/>
                  <a:ext cx="429348" cy="79523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29" name="Group 3728">
            <a:extLst>
              <a:ext uri="{FF2B5EF4-FFF2-40B4-BE49-F238E27FC236}">
                <a16:creationId xmlns:a16="http://schemas.microsoft.com/office/drawing/2014/main" id="{A8CE0C15-33DE-5DD1-B827-A458D73C716B}"/>
              </a:ext>
            </a:extLst>
          </p:cNvPr>
          <p:cNvGrpSpPr/>
          <p:nvPr/>
        </p:nvGrpSpPr>
        <p:grpSpPr>
          <a:xfrm rot="389916">
            <a:off x="14509600" y="9357721"/>
            <a:ext cx="601751" cy="958578"/>
            <a:chOff x="3804694" y="3331061"/>
            <a:chExt cx="587520" cy="89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730" name="Ink 3729">
                  <a:extLst>
                    <a:ext uri="{FF2B5EF4-FFF2-40B4-BE49-F238E27FC236}">
                      <a16:creationId xmlns:a16="http://schemas.microsoft.com/office/drawing/2014/main" id="{CDCF14D5-C421-CE72-C5F6-29CB089BACEE}"/>
                    </a:ext>
                  </a:extLst>
                </p14:cNvPr>
                <p14:cNvContentPartPr/>
                <p14:nvPr/>
              </p14:nvContentPartPr>
              <p14:xfrm>
                <a:off x="3804694" y="3331061"/>
                <a:ext cx="587520" cy="681840"/>
              </p14:xfrm>
            </p:contentPart>
          </mc:Choice>
          <mc:Fallback xmlns="">
            <p:pic>
              <p:nvPicPr>
                <p:cNvPr id="1749" name="Ink 1748">
                  <a:extLst>
                    <a:ext uri="{FF2B5EF4-FFF2-40B4-BE49-F238E27FC236}">
                      <a16:creationId xmlns:a16="http://schemas.microsoft.com/office/drawing/2014/main" id="{C901DB0A-F6A3-9532-3677-88BACF461F0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787114" y="3314175"/>
                  <a:ext cx="622328" cy="7152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731" name="Ink 3730">
                  <a:extLst>
                    <a:ext uri="{FF2B5EF4-FFF2-40B4-BE49-F238E27FC236}">
                      <a16:creationId xmlns:a16="http://schemas.microsoft.com/office/drawing/2014/main" id="{299A8B1E-26CC-AAE8-6BC8-CEB628340835}"/>
                    </a:ext>
                  </a:extLst>
                </p14:cNvPr>
                <p14:cNvContentPartPr/>
                <p14:nvPr/>
              </p14:nvContentPartPr>
              <p14:xfrm>
                <a:off x="4059934" y="3430061"/>
                <a:ext cx="94680" cy="800640"/>
              </p14:xfrm>
            </p:contentPart>
          </mc:Choice>
          <mc:Fallback xmlns="">
            <p:pic>
              <p:nvPicPr>
                <p:cNvPr id="1750" name="Ink 1749">
                  <a:extLst>
                    <a:ext uri="{FF2B5EF4-FFF2-40B4-BE49-F238E27FC236}">
                      <a16:creationId xmlns:a16="http://schemas.microsoft.com/office/drawing/2014/main" id="{94104954-63AE-DE5C-6BB9-29356241EB8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042687" y="3413163"/>
                  <a:ext cx="129525" cy="834099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732" name="Rounded Rectangle 3731">
            <a:extLst>
              <a:ext uri="{FF2B5EF4-FFF2-40B4-BE49-F238E27FC236}">
                <a16:creationId xmlns:a16="http://schemas.microsoft.com/office/drawing/2014/main" id="{BFC443A6-A77A-A887-FA94-E11F429AEAA5}"/>
              </a:ext>
            </a:extLst>
          </p:cNvPr>
          <p:cNvSpPr/>
          <p:nvPr/>
        </p:nvSpPr>
        <p:spPr>
          <a:xfrm>
            <a:off x="16335006" y="8252938"/>
            <a:ext cx="2316240" cy="456742"/>
          </a:xfrm>
          <a:prstGeom prst="roundRect">
            <a:avLst>
              <a:gd name="adj" fmla="val 37122"/>
            </a:avLst>
          </a:prstGeom>
          <a:solidFill>
            <a:srgbClr val="EFF6FE"/>
          </a:solidFill>
          <a:ln>
            <a:solidFill>
              <a:srgbClr val="C4CC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4400"/>
          </a:p>
        </p:txBody>
      </p:sp>
      <p:sp>
        <p:nvSpPr>
          <p:cNvPr id="3733" name="TextBox 3732">
            <a:extLst>
              <a:ext uri="{FF2B5EF4-FFF2-40B4-BE49-F238E27FC236}">
                <a16:creationId xmlns:a16="http://schemas.microsoft.com/office/drawing/2014/main" id="{A550F6BD-6938-089B-897E-29C3B7CA60AB}"/>
              </a:ext>
            </a:extLst>
          </p:cNvPr>
          <p:cNvSpPr txBox="1"/>
          <p:nvPr/>
        </p:nvSpPr>
        <p:spPr>
          <a:xfrm>
            <a:off x="16335006" y="8317399"/>
            <a:ext cx="2316240" cy="455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200" dirty="0">
                <a:solidFill>
                  <a:srgbClr val="5048DE"/>
                </a:solidFill>
                <a:latin typeface="PT Mono" panose="02060509020205020204" pitchFamily="49" charset="77"/>
              </a:rPr>
              <a:t>c</a:t>
            </a:r>
            <a:r>
              <a:rPr lang="en-CH" sz="1200" dirty="0">
                <a:solidFill>
                  <a:srgbClr val="5048DE"/>
                </a:solidFill>
                <a:latin typeface="PT Mono" panose="02060509020205020204" pitchFamily="49" charset="77"/>
              </a:rPr>
              <a:t>ompare_and_swap(3,1)</a:t>
            </a:r>
          </a:p>
          <a:p>
            <a:pPr algn="ctr"/>
            <a:endParaRPr lang="en-CH" sz="1160" dirty="0">
              <a:solidFill>
                <a:srgbClr val="6C7180"/>
              </a:solidFill>
              <a:latin typeface="PT Mono" panose="02060509020205020204" pitchFamily="49" charset="77"/>
            </a:endParaRPr>
          </a:p>
        </p:txBody>
      </p:sp>
      <p:cxnSp>
        <p:nvCxnSpPr>
          <p:cNvPr id="3734" name="Straight Connector 3733">
            <a:extLst>
              <a:ext uri="{FF2B5EF4-FFF2-40B4-BE49-F238E27FC236}">
                <a16:creationId xmlns:a16="http://schemas.microsoft.com/office/drawing/2014/main" id="{EA53985B-6546-AC53-243E-C285AEA87F98}"/>
              </a:ext>
            </a:extLst>
          </p:cNvPr>
          <p:cNvCxnSpPr>
            <a:cxnSpLocks/>
          </p:cNvCxnSpPr>
          <p:nvPr/>
        </p:nvCxnSpPr>
        <p:spPr>
          <a:xfrm>
            <a:off x="15332143" y="8261686"/>
            <a:ext cx="0" cy="3497534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35" name="Rounded Rectangle 3734">
            <a:extLst>
              <a:ext uri="{FF2B5EF4-FFF2-40B4-BE49-F238E27FC236}">
                <a16:creationId xmlns:a16="http://schemas.microsoft.com/office/drawing/2014/main" id="{C6F54D6F-C128-2391-5BA7-A7C10B60B617}"/>
              </a:ext>
            </a:extLst>
          </p:cNvPr>
          <p:cNvSpPr/>
          <p:nvPr/>
        </p:nvSpPr>
        <p:spPr>
          <a:xfrm>
            <a:off x="12896744" y="8312052"/>
            <a:ext cx="2064299" cy="397628"/>
          </a:xfrm>
          <a:prstGeom prst="roundRect">
            <a:avLst>
              <a:gd name="adj" fmla="val 50000"/>
            </a:avLst>
          </a:prstGeom>
          <a:solidFill>
            <a:srgbClr val="EFF4FF"/>
          </a:solidFill>
          <a:ln>
            <a:solidFill>
              <a:srgbClr val="E2DF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1600"/>
          </a:p>
        </p:txBody>
      </p:sp>
      <p:pic>
        <p:nvPicPr>
          <p:cNvPr id="3736" name="Graphic 3735" descr="Pencil with solid fill">
            <a:extLst>
              <a:ext uri="{FF2B5EF4-FFF2-40B4-BE49-F238E27FC236}">
                <a16:creationId xmlns:a16="http://schemas.microsoft.com/office/drawing/2014/main" id="{8CFB4AC8-4813-8051-8545-96F0DAEDEB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12982320" y="8375805"/>
            <a:ext cx="273047" cy="253814"/>
          </a:xfrm>
          <a:prstGeom prst="rect">
            <a:avLst/>
          </a:prstGeom>
        </p:spPr>
      </p:pic>
      <p:sp>
        <p:nvSpPr>
          <p:cNvPr id="3737" name="TextBox 3736">
            <a:extLst>
              <a:ext uri="{FF2B5EF4-FFF2-40B4-BE49-F238E27FC236}">
                <a16:creationId xmlns:a16="http://schemas.microsoft.com/office/drawing/2014/main" id="{9FEC7375-D069-1807-E85C-06D18687E9B7}"/>
              </a:ext>
            </a:extLst>
          </p:cNvPr>
          <p:cNvSpPr txBox="1"/>
          <p:nvPr/>
        </p:nvSpPr>
        <p:spPr>
          <a:xfrm>
            <a:off x="13296524" y="8386191"/>
            <a:ext cx="166452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CH" sz="1600" dirty="0">
                <a:solidFill>
                  <a:srgbClr val="6466F2"/>
                </a:solidFill>
              </a:rPr>
              <a:t>Compare &amp; Swap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3738" name="Ink 3737">
                <a:extLst>
                  <a:ext uri="{FF2B5EF4-FFF2-40B4-BE49-F238E27FC236}">
                    <a16:creationId xmlns:a16="http://schemas.microsoft.com/office/drawing/2014/main" id="{10708FE0-C45E-1F04-E622-E4832985D0E5}"/>
                  </a:ext>
                </a:extLst>
              </p14:cNvPr>
              <p14:cNvContentPartPr/>
              <p14:nvPr/>
            </p14:nvContentPartPr>
            <p14:xfrm>
              <a:off x="13908367" y="10385870"/>
              <a:ext cx="1247040" cy="51120"/>
            </p14:xfrm>
          </p:contentPart>
        </mc:Choice>
        <mc:Fallback xmlns="">
          <p:pic>
            <p:nvPicPr>
              <p:cNvPr id="3738" name="Ink 3737">
                <a:extLst>
                  <a:ext uri="{FF2B5EF4-FFF2-40B4-BE49-F238E27FC236}">
                    <a16:creationId xmlns:a16="http://schemas.microsoft.com/office/drawing/2014/main" id="{10708FE0-C45E-1F04-E622-E4832985D0E5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3899370" y="10376806"/>
                <a:ext cx="1264675" cy="68885"/>
              </a:xfrm>
              <a:prstGeom prst="rect">
                <a:avLst/>
              </a:prstGeom>
            </p:spPr>
          </p:pic>
        </mc:Fallback>
      </mc:AlternateContent>
      <p:sp>
        <p:nvSpPr>
          <p:cNvPr id="3739" name="Rounded Rectangle 3738">
            <a:extLst>
              <a:ext uri="{FF2B5EF4-FFF2-40B4-BE49-F238E27FC236}">
                <a16:creationId xmlns:a16="http://schemas.microsoft.com/office/drawing/2014/main" id="{8D4C0166-4E29-8146-FD11-E6DF4AF09055}"/>
              </a:ext>
            </a:extLst>
          </p:cNvPr>
          <p:cNvSpPr/>
          <p:nvPr/>
        </p:nvSpPr>
        <p:spPr>
          <a:xfrm>
            <a:off x="16335006" y="8897751"/>
            <a:ext cx="2316240" cy="456742"/>
          </a:xfrm>
          <a:prstGeom prst="roundRect">
            <a:avLst>
              <a:gd name="adj" fmla="val 37122"/>
            </a:avLst>
          </a:prstGeom>
          <a:solidFill>
            <a:srgbClr val="EFF6FE"/>
          </a:solidFill>
          <a:ln>
            <a:solidFill>
              <a:srgbClr val="C4CC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4400"/>
          </a:p>
        </p:txBody>
      </p:sp>
      <p:sp>
        <p:nvSpPr>
          <p:cNvPr id="3740" name="TextBox 3739">
            <a:extLst>
              <a:ext uri="{FF2B5EF4-FFF2-40B4-BE49-F238E27FC236}">
                <a16:creationId xmlns:a16="http://schemas.microsoft.com/office/drawing/2014/main" id="{405BC10A-6260-7C62-9D92-ADD4586F1423}"/>
              </a:ext>
            </a:extLst>
          </p:cNvPr>
          <p:cNvSpPr txBox="1"/>
          <p:nvPr/>
        </p:nvSpPr>
        <p:spPr>
          <a:xfrm>
            <a:off x="16335006" y="8962212"/>
            <a:ext cx="2316240" cy="455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200" dirty="0">
                <a:solidFill>
                  <a:srgbClr val="5048DE"/>
                </a:solidFill>
                <a:latin typeface="PT Mono" panose="02060509020205020204" pitchFamily="49" charset="77"/>
              </a:rPr>
              <a:t>c</a:t>
            </a:r>
            <a:r>
              <a:rPr lang="en-CH" sz="1200" dirty="0">
                <a:solidFill>
                  <a:srgbClr val="5048DE"/>
                </a:solidFill>
                <a:latin typeface="PT Mono" panose="02060509020205020204" pitchFamily="49" charset="77"/>
              </a:rPr>
              <a:t>ompare_and_swap(</a:t>
            </a:r>
            <a:r>
              <a:rPr lang="en-US" sz="1200" dirty="0">
                <a:solidFill>
                  <a:srgbClr val="5048DE"/>
                </a:solidFill>
                <a:latin typeface="PT Mono" panose="02060509020205020204" pitchFamily="49" charset="77"/>
              </a:rPr>
              <a:t>3</a:t>
            </a:r>
            <a:r>
              <a:rPr lang="en-CH" sz="1200" dirty="0">
                <a:solidFill>
                  <a:srgbClr val="5048DE"/>
                </a:solidFill>
                <a:latin typeface="PT Mono" panose="02060509020205020204" pitchFamily="49" charset="77"/>
              </a:rPr>
              <a:t>,</a:t>
            </a:r>
            <a:r>
              <a:rPr lang="en-US" altLang="zh-CN" sz="1200" dirty="0">
                <a:solidFill>
                  <a:srgbClr val="5048DE"/>
                </a:solidFill>
                <a:latin typeface="PT Mono" panose="02060509020205020204" pitchFamily="49" charset="77"/>
              </a:rPr>
              <a:t>7</a:t>
            </a:r>
            <a:r>
              <a:rPr lang="en-CH" sz="1200" dirty="0">
                <a:solidFill>
                  <a:srgbClr val="5048DE"/>
                </a:solidFill>
                <a:latin typeface="PT Mono" panose="02060509020205020204" pitchFamily="49" charset="77"/>
              </a:rPr>
              <a:t>)</a:t>
            </a:r>
          </a:p>
          <a:p>
            <a:pPr algn="ctr"/>
            <a:endParaRPr lang="en-CH" sz="1160" dirty="0">
              <a:solidFill>
                <a:srgbClr val="6C7180"/>
              </a:solidFill>
              <a:latin typeface="PT Mono" panose="02060509020205020204" pitchFamily="49" charset="77"/>
            </a:endParaRPr>
          </a:p>
        </p:txBody>
      </p:sp>
      <p:grpSp>
        <p:nvGrpSpPr>
          <p:cNvPr id="3741" name="Group 3740">
            <a:extLst>
              <a:ext uri="{FF2B5EF4-FFF2-40B4-BE49-F238E27FC236}">
                <a16:creationId xmlns:a16="http://schemas.microsoft.com/office/drawing/2014/main" id="{337C22B9-5CCB-3C91-DFF1-874B8DF8EE34}"/>
              </a:ext>
            </a:extLst>
          </p:cNvPr>
          <p:cNvGrpSpPr/>
          <p:nvPr/>
        </p:nvGrpSpPr>
        <p:grpSpPr>
          <a:xfrm rot="21268231">
            <a:off x="1722116" y="661956"/>
            <a:ext cx="4321016" cy="2632195"/>
            <a:chOff x="-1406274" y="-1084400"/>
            <a:chExt cx="4661599" cy="2910414"/>
          </a:xfrm>
        </p:grpSpPr>
        <p:grpSp>
          <p:nvGrpSpPr>
            <p:cNvPr id="3742" name="Group 3741">
              <a:extLst>
                <a:ext uri="{FF2B5EF4-FFF2-40B4-BE49-F238E27FC236}">
                  <a16:creationId xmlns:a16="http://schemas.microsoft.com/office/drawing/2014/main" id="{55BD8EBD-0926-2295-AA1B-320C35373B74}"/>
                </a:ext>
              </a:extLst>
            </p:cNvPr>
            <p:cNvGrpSpPr/>
            <p:nvPr/>
          </p:nvGrpSpPr>
          <p:grpSpPr>
            <a:xfrm>
              <a:off x="-1406274" y="-1084400"/>
              <a:ext cx="748770" cy="330489"/>
              <a:chOff x="2042379" y="1492419"/>
              <a:chExt cx="843251" cy="345378"/>
            </a:xfrm>
          </p:grpSpPr>
          <p:sp>
            <p:nvSpPr>
              <p:cNvPr id="3761" name="Rounded Rectangle 3760">
                <a:extLst>
                  <a:ext uri="{FF2B5EF4-FFF2-40B4-BE49-F238E27FC236}">
                    <a16:creationId xmlns:a16="http://schemas.microsoft.com/office/drawing/2014/main" id="{EDD0F499-6E82-4DFA-13E8-202819A38B2E}"/>
                  </a:ext>
                </a:extLst>
              </p:cNvPr>
              <p:cNvSpPr/>
              <p:nvPr/>
            </p:nvSpPr>
            <p:spPr>
              <a:xfrm>
                <a:off x="2042379" y="1492419"/>
                <a:ext cx="843251" cy="345378"/>
              </a:xfrm>
              <a:prstGeom prst="roundRect">
                <a:avLst>
                  <a:gd name="adj" fmla="val 50000"/>
                </a:avLst>
              </a:prstGeom>
              <a:solidFill>
                <a:srgbClr val="EBE7EF"/>
              </a:solidFill>
              <a:ln>
                <a:solidFill>
                  <a:srgbClr val="E2DFE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pic>
            <p:nvPicPr>
              <p:cNvPr id="3762" name="Graphic 3761" descr="Pencil with solid fill">
                <a:extLst>
                  <a:ext uri="{FF2B5EF4-FFF2-40B4-BE49-F238E27FC236}">
                    <a16:creationId xmlns:a16="http://schemas.microsoft.com/office/drawing/2014/main" id="{525EB389-72AC-A46D-836D-C4EE4BB51C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116166" y="1547390"/>
                <a:ext cx="235436" cy="235436"/>
              </a:xfrm>
              <a:prstGeom prst="rect">
                <a:avLst/>
              </a:prstGeom>
            </p:spPr>
          </p:pic>
          <p:sp>
            <p:nvSpPr>
              <p:cNvPr id="3763" name="TextBox 3762">
                <a:extLst>
                  <a:ext uri="{FF2B5EF4-FFF2-40B4-BE49-F238E27FC236}">
                    <a16:creationId xmlns:a16="http://schemas.microsoft.com/office/drawing/2014/main" id="{8D217A04-EC4C-0D75-FD14-63AF81E9D3D1}"/>
                  </a:ext>
                </a:extLst>
              </p:cNvPr>
              <p:cNvSpPr txBox="1"/>
              <p:nvPr/>
            </p:nvSpPr>
            <p:spPr>
              <a:xfrm>
                <a:off x="2425388" y="1562984"/>
                <a:ext cx="458743" cy="213384"/>
              </a:xfrm>
              <a:prstGeom prst="rect">
                <a:avLst/>
              </a:prstGeom>
              <a:solidFill>
                <a:srgbClr val="EBE7EF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CH" sz="1200" dirty="0"/>
                  <a:t>Data</a:t>
                </a:r>
              </a:p>
            </p:txBody>
          </p:sp>
        </p:grpSp>
        <p:grpSp>
          <p:nvGrpSpPr>
            <p:cNvPr id="3743" name="Group 3742">
              <a:extLst>
                <a:ext uri="{FF2B5EF4-FFF2-40B4-BE49-F238E27FC236}">
                  <a16:creationId xmlns:a16="http://schemas.microsoft.com/office/drawing/2014/main" id="{0E00A9B5-3B11-8C20-7A81-8D737943E00E}"/>
                </a:ext>
              </a:extLst>
            </p:cNvPr>
            <p:cNvGrpSpPr/>
            <p:nvPr/>
          </p:nvGrpSpPr>
          <p:grpSpPr>
            <a:xfrm>
              <a:off x="-607504" y="-1084400"/>
              <a:ext cx="1068931" cy="330489"/>
              <a:chOff x="3745744" y="1492419"/>
              <a:chExt cx="1110341" cy="345378"/>
            </a:xfrm>
          </p:grpSpPr>
          <p:sp>
            <p:nvSpPr>
              <p:cNvPr id="3758" name="Rounded Rectangle 3757">
                <a:extLst>
                  <a:ext uri="{FF2B5EF4-FFF2-40B4-BE49-F238E27FC236}">
                    <a16:creationId xmlns:a16="http://schemas.microsoft.com/office/drawing/2014/main" id="{468AA198-6679-E16D-0164-5FEB37D4E2B3}"/>
                  </a:ext>
                </a:extLst>
              </p:cNvPr>
              <p:cNvSpPr/>
              <p:nvPr/>
            </p:nvSpPr>
            <p:spPr>
              <a:xfrm>
                <a:off x="3745744" y="1492419"/>
                <a:ext cx="1110341" cy="345378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rgbClr val="E2DFE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pic>
            <p:nvPicPr>
              <p:cNvPr id="3759" name="Graphic 3758" descr="Pencil with solid fill">
                <a:extLst>
                  <a:ext uri="{FF2B5EF4-FFF2-40B4-BE49-F238E27FC236}">
                    <a16:creationId xmlns:a16="http://schemas.microsoft.com/office/drawing/2014/main" id="{8C3F3132-EDC0-C95E-FC3A-FB4075CC03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819531" y="1547390"/>
                <a:ext cx="235436" cy="235436"/>
              </a:xfrm>
              <a:prstGeom prst="rect">
                <a:avLst/>
              </a:prstGeom>
            </p:spPr>
          </p:pic>
          <p:sp>
            <p:nvSpPr>
              <p:cNvPr id="3760" name="TextBox 3759">
                <a:extLst>
                  <a:ext uri="{FF2B5EF4-FFF2-40B4-BE49-F238E27FC236}">
                    <a16:creationId xmlns:a16="http://schemas.microsoft.com/office/drawing/2014/main" id="{C90787CD-13A6-B0D8-0B2E-0726C6818C0B}"/>
                  </a:ext>
                </a:extLst>
              </p:cNvPr>
              <p:cNvSpPr txBox="1"/>
              <p:nvPr/>
            </p:nvSpPr>
            <p:spPr>
              <a:xfrm>
                <a:off x="4090455" y="1536508"/>
                <a:ext cx="715150" cy="2133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CH" sz="1200" dirty="0">
                    <a:solidFill>
                      <a:srgbClr val="BA772C"/>
                    </a:solidFill>
                  </a:rPr>
                  <a:t>Compare</a:t>
                </a:r>
              </a:p>
            </p:txBody>
          </p:sp>
        </p:grpSp>
        <p:grpSp>
          <p:nvGrpSpPr>
            <p:cNvPr id="3744" name="Group 3743">
              <a:extLst>
                <a:ext uri="{FF2B5EF4-FFF2-40B4-BE49-F238E27FC236}">
                  <a16:creationId xmlns:a16="http://schemas.microsoft.com/office/drawing/2014/main" id="{741D9919-F33A-23EF-806D-98873D6DF262}"/>
                </a:ext>
              </a:extLst>
            </p:cNvPr>
            <p:cNvGrpSpPr/>
            <p:nvPr/>
          </p:nvGrpSpPr>
          <p:grpSpPr>
            <a:xfrm>
              <a:off x="547639" y="-1081263"/>
              <a:ext cx="877792" cy="327352"/>
              <a:chOff x="5849146" y="1492419"/>
              <a:chExt cx="846517" cy="345378"/>
            </a:xfrm>
          </p:grpSpPr>
          <p:sp>
            <p:nvSpPr>
              <p:cNvPr id="3755" name="Rounded Rectangle 3754">
                <a:extLst>
                  <a:ext uri="{FF2B5EF4-FFF2-40B4-BE49-F238E27FC236}">
                    <a16:creationId xmlns:a16="http://schemas.microsoft.com/office/drawing/2014/main" id="{9FF0E09F-9D9B-0D3A-2209-E788D23A35A0}"/>
                  </a:ext>
                </a:extLst>
              </p:cNvPr>
              <p:cNvSpPr/>
              <p:nvPr/>
            </p:nvSpPr>
            <p:spPr>
              <a:xfrm>
                <a:off x="5849146" y="1492419"/>
                <a:ext cx="846517" cy="345378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rgbClr val="E2DFE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pic>
            <p:nvPicPr>
              <p:cNvPr id="3756" name="Graphic 3755" descr="Pencil with solid fill">
                <a:extLst>
                  <a:ext uri="{FF2B5EF4-FFF2-40B4-BE49-F238E27FC236}">
                    <a16:creationId xmlns:a16="http://schemas.microsoft.com/office/drawing/2014/main" id="{71C6E2CC-D387-18D6-0BB6-C555F11FBD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922933" y="1547390"/>
                <a:ext cx="235436" cy="235436"/>
              </a:xfrm>
              <a:prstGeom prst="rect">
                <a:avLst/>
              </a:prstGeom>
            </p:spPr>
          </p:pic>
          <p:sp>
            <p:nvSpPr>
              <p:cNvPr id="3757" name="TextBox 3756">
                <a:extLst>
                  <a:ext uri="{FF2B5EF4-FFF2-40B4-BE49-F238E27FC236}">
                    <a16:creationId xmlns:a16="http://schemas.microsoft.com/office/drawing/2014/main" id="{2A440DA6-7C67-215C-43C4-2A74175D969E}"/>
                  </a:ext>
                </a:extLst>
              </p:cNvPr>
              <p:cNvSpPr txBox="1"/>
              <p:nvPr/>
            </p:nvSpPr>
            <p:spPr>
              <a:xfrm>
                <a:off x="6231568" y="1537394"/>
                <a:ext cx="391822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CH" sz="1200" dirty="0">
                    <a:solidFill>
                      <a:srgbClr val="973B83"/>
                    </a:solidFill>
                  </a:rPr>
                  <a:t>Swap</a:t>
                </a:r>
              </a:p>
            </p:txBody>
          </p:sp>
        </p:grpSp>
        <p:grpSp>
          <p:nvGrpSpPr>
            <p:cNvPr id="3745" name="Group 3744">
              <a:extLst>
                <a:ext uri="{FF2B5EF4-FFF2-40B4-BE49-F238E27FC236}">
                  <a16:creationId xmlns:a16="http://schemas.microsoft.com/office/drawing/2014/main" id="{8C34F1AF-F992-3ED1-8055-B595D9E1D07E}"/>
                </a:ext>
              </a:extLst>
            </p:cNvPr>
            <p:cNvGrpSpPr/>
            <p:nvPr/>
          </p:nvGrpSpPr>
          <p:grpSpPr>
            <a:xfrm rot="389916">
              <a:off x="-1232795" y="-100226"/>
              <a:ext cx="1197317" cy="805535"/>
              <a:chOff x="2308174" y="3440501"/>
              <a:chExt cx="1275120" cy="8578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68">
                <p14:nvContentPartPr>
                  <p14:cNvPr id="3752" name="Ink 3751">
                    <a:extLst>
                      <a:ext uri="{FF2B5EF4-FFF2-40B4-BE49-F238E27FC236}">
                        <a16:creationId xmlns:a16="http://schemas.microsoft.com/office/drawing/2014/main" id="{C9E08CA9-F2DE-D537-D766-9AD33D4E53A4}"/>
                      </a:ext>
                    </a:extLst>
                  </p14:cNvPr>
                  <p14:cNvContentPartPr/>
                  <p14:nvPr/>
                </p14:nvContentPartPr>
                <p14:xfrm>
                  <a:off x="2308174" y="3616181"/>
                  <a:ext cx="477360" cy="682200"/>
                </p14:xfrm>
              </p:contentPart>
            </mc:Choice>
            <mc:Fallback xmlns="">
              <p:pic>
                <p:nvPicPr>
                  <p:cNvPr id="1611" name="Ink 1610">
                    <a:extLst>
                      <a:ext uri="{FF2B5EF4-FFF2-40B4-BE49-F238E27FC236}">
                        <a16:creationId xmlns:a16="http://schemas.microsoft.com/office/drawing/2014/main" id="{DCEAB827-33B2-2CCB-C135-53311465ED67}"/>
                      </a:ext>
                    </a:extLst>
                  </p:cNvPr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2289110" y="3597391"/>
                    <a:ext cx="515107" cy="72016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9">
                <p14:nvContentPartPr>
                  <p14:cNvPr id="3753" name="Ink 3752">
                    <a:extLst>
                      <a:ext uri="{FF2B5EF4-FFF2-40B4-BE49-F238E27FC236}">
                        <a16:creationId xmlns:a16="http://schemas.microsoft.com/office/drawing/2014/main" id="{430ADCC5-6D5B-8FCF-1356-60898C721AB6}"/>
                      </a:ext>
                    </a:extLst>
                  </p14:cNvPr>
                  <p14:cNvContentPartPr/>
                  <p14:nvPr/>
                </p14:nvContentPartPr>
                <p14:xfrm>
                  <a:off x="2995414" y="3596381"/>
                  <a:ext cx="66240" cy="587160"/>
                </p14:xfrm>
              </p:contentPart>
            </mc:Choice>
            <mc:Fallback xmlns="">
              <p:pic>
                <p:nvPicPr>
                  <p:cNvPr id="1612" name="Ink 1611">
                    <a:extLst>
                      <a:ext uri="{FF2B5EF4-FFF2-40B4-BE49-F238E27FC236}">
                        <a16:creationId xmlns:a16="http://schemas.microsoft.com/office/drawing/2014/main" id="{2139A651-3309-F60B-CD44-BAF178DA21FF}"/>
                      </a:ext>
                    </a:extLst>
                  </p:cNvPr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2976380" y="3577601"/>
                    <a:ext cx="103928" cy="62510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0">
                <p14:nvContentPartPr>
                  <p14:cNvPr id="3754" name="Ink 3753">
                    <a:extLst>
                      <a:ext uri="{FF2B5EF4-FFF2-40B4-BE49-F238E27FC236}">
                        <a16:creationId xmlns:a16="http://schemas.microsoft.com/office/drawing/2014/main" id="{A666132D-FD29-527B-F8F1-8099303D2D7A}"/>
                      </a:ext>
                    </a:extLst>
                  </p14:cNvPr>
                  <p14:cNvContentPartPr/>
                  <p14:nvPr/>
                </p14:nvContentPartPr>
                <p14:xfrm>
                  <a:off x="3187654" y="3440501"/>
                  <a:ext cx="395640" cy="762840"/>
                </p14:xfrm>
              </p:contentPart>
            </mc:Choice>
            <mc:Fallback xmlns="">
              <p:pic>
                <p:nvPicPr>
                  <p:cNvPr id="1613" name="Ink 1612">
                    <a:extLst>
                      <a:ext uri="{FF2B5EF4-FFF2-40B4-BE49-F238E27FC236}">
                        <a16:creationId xmlns:a16="http://schemas.microsoft.com/office/drawing/2014/main" id="{785C6384-B96C-A22D-CB7F-3F2373CE0B5E}"/>
                      </a:ext>
                    </a:extLst>
                  </p:cNvPr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3168959" y="3421334"/>
                    <a:ext cx="433411" cy="80079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3746" name="Group 3745">
              <a:extLst>
                <a:ext uri="{FF2B5EF4-FFF2-40B4-BE49-F238E27FC236}">
                  <a16:creationId xmlns:a16="http://schemas.microsoft.com/office/drawing/2014/main" id="{212EC6A4-A98A-308B-1A0B-01158C3EEE78}"/>
                </a:ext>
              </a:extLst>
            </p:cNvPr>
            <p:cNvGrpSpPr/>
            <p:nvPr/>
          </p:nvGrpSpPr>
          <p:grpSpPr>
            <a:xfrm rot="389916">
              <a:off x="248292" y="-110873"/>
              <a:ext cx="534276" cy="818112"/>
              <a:chOff x="3804694" y="3331061"/>
              <a:chExt cx="587520" cy="8996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71">
                <p14:nvContentPartPr>
                  <p14:cNvPr id="3750" name="Ink 3749">
                    <a:extLst>
                      <a:ext uri="{FF2B5EF4-FFF2-40B4-BE49-F238E27FC236}">
                        <a16:creationId xmlns:a16="http://schemas.microsoft.com/office/drawing/2014/main" id="{CFA98D46-653A-2CB3-AE89-720FA56A394C}"/>
                      </a:ext>
                    </a:extLst>
                  </p14:cNvPr>
                  <p14:cNvContentPartPr/>
                  <p14:nvPr/>
                </p14:nvContentPartPr>
                <p14:xfrm>
                  <a:off x="3804694" y="3331061"/>
                  <a:ext cx="587520" cy="681840"/>
                </p14:xfrm>
              </p:contentPart>
            </mc:Choice>
            <mc:Fallback xmlns="">
              <p:pic>
                <p:nvPicPr>
                  <p:cNvPr id="1609" name="Ink 1608">
                    <a:extLst>
                      <a:ext uri="{FF2B5EF4-FFF2-40B4-BE49-F238E27FC236}">
                        <a16:creationId xmlns:a16="http://schemas.microsoft.com/office/drawing/2014/main" id="{B3D4C301-5802-F734-BA6C-6AEBC176CCA0}"/>
                      </a:ext>
                    </a:extLst>
                  </p:cNvPr>
                  <p:cNvPicPr/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3784992" y="3311275"/>
                    <a:ext cx="626530" cy="72101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2">
                <p14:nvContentPartPr>
                  <p14:cNvPr id="3751" name="Ink 3750">
                    <a:extLst>
                      <a:ext uri="{FF2B5EF4-FFF2-40B4-BE49-F238E27FC236}">
                        <a16:creationId xmlns:a16="http://schemas.microsoft.com/office/drawing/2014/main" id="{6AA988B9-573A-285D-29D0-18512B8DBDFA}"/>
                      </a:ext>
                    </a:extLst>
                  </p14:cNvPr>
                  <p14:cNvContentPartPr/>
                  <p14:nvPr/>
                </p14:nvContentPartPr>
                <p14:xfrm>
                  <a:off x="4059934" y="3430061"/>
                  <a:ext cx="94680" cy="800640"/>
                </p14:xfrm>
              </p:contentPart>
            </mc:Choice>
            <mc:Fallback xmlns="">
              <p:pic>
                <p:nvPicPr>
                  <p:cNvPr id="1610" name="Ink 1609">
                    <a:extLst>
                      <a:ext uri="{FF2B5EF4-FFF2-40B4-BE49-F238E27FC236}">
                        <a16:creationId xmlns:a16="http://schemas.microsoft.com/office/drawing/2014/main" id="{6BF9AB9E-2DF7-7901-B301-19B400D6D0AF}"/>
                      </a:ext>
                    </a:extLst>
                  </p:cNvPr>
                  <p:cNvPicPr/>
                  <p:nvPr/>
                </p:nvPicPr>
                <p:blipFill>
                  <a:blip r:embed="rId18"/>
                  <a:stretch>
                    <a:fillRect/>
                  </a:stretch>
                </p:blipFill>
                <p:spPr>
                  <a:xfrm>
                    <a:off x="4040603" y="3410263"/>
                    <a:ext cx="133736" cy="839840"/>
                  </a:xfrm>
                  <a:prstGeom prst="rect">
                    <a:avLst/>
                  </a:prstGeom>
                </p:spPr>
              </p:pic>
            </mc:Fallback>
          </mc:AlternateContent>
        </p:grpSp>
        <p:sp>
          <p:nvSpPr>
            <p:cNvPr id="3747" name="Rounded Rectangle 3746">
              <a:extLst>
                <a:ext uri="{FF2B5EF4-FFF2-40B4-BE49-F238E27FC236}">
                  <a16:creationId xmlns:a16="http://schemas.microsoft.com/office/drawing/2014/main" id="{A0CA5382-812D-374B-9A15-00F2B2BF8CB0}"/>
                </a:ext>
              </a:extLst>
            </p:cNvPr>
            <p:cNvSpPr/>
            <p:nvPr/>
          </p:nvSpPr>
          <p:spPr>
            <a:xfrm>
              <a:off x="1627825" y="-1053766"/>
              <a:ext cx="1627500" cy="389813"/>
            </a:xfrm>
            <a:prstGeom prst="roundRect">
              <a:avLst>
                <a:gd name="adj" fmla="val 37122"/>
              </a:avLst>
            </a:prstGeom>
            <a:solidFill>
              <a:srgbClr val="F9FAFB"/>
            </a:solidFill>
            <a:ln>
              <a:solidFill>
                <a:srgbClr val="CFD4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2088"/>
            </a:p>
          </p:txBody>
        </p:sp>
        <p:sp>
          <p:nvSpPr>
            <p:cNvPr id="3748" name="TextBox 3747">
              <a:extLst>
                <a:ext uri="{FF2B5EF4-FFF2-40B4-BE49-F238E27FC236}">
                  <a16:creationId xmlns:a16="http://schemas.microsoft.com/office/drawing/2014/main" id="{C3F1AFB7-B1E7-5157-FF0E-402DCAD241E7}"/>
                </a:ext>
              </a:extLst>
            </p:cNvPr>
            <p:cNvSpPr txBox="1"/>
            <p:nvPr/>
          </p:nvSpPr>
          <p:spPr>
            <a:xfrm>
              <a:off x="1546467" y="-1021041"/>
              <a:ext cx="1166297" cy="2994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160" dirty="0">
                  <a:solidFill>
                    <a:srgbClr val="6C7180"/>
                  </a:solidFill>
                  <a:latin typeface="PT Mono" panose="02060509020205020204" pitchFamily="49" charset="77"/>
                </a:rPr>
                <a:t>[</a:t>
              </a:r>
              <a:r>
                <a:rPr lang="en-CH" sz="1160" dirty="0">
                  <a:solidFill>
                    <a:srgbClr val="6C7180"/>
                  </a:solidFill>
                  <a:latin typeface="PT Mono" panose="02060509020205020204" pitchFamily="49" charset="77"/>
                </a:rPr>
                <a:t>3,1,</a:t>
              </a:r>
              <a:r>
                <a:rPr lang="en-US" altLang="zh-CN" sz="1160" dirty="0">
                  <a:solidFill>
                    <a:srgbClr val="6C7180"/>
                  </a:solidFill>
                  <a:latin typeface="PT Mono" panose="02060509020205020204" pitchFamily="49" charset="77"/>
                </a:rPr>
                <a:t>7</a:t>
              </a:r>
              <a:r>
                <a:rPr lang="zh-CN" altLang="en-US" sz="1160" dirty="0">
                  <a:solidFill>
                    <a:srgbClr val="6C7180"/>
                  </a:solidFill>
                  <a:latin typeface="PT Mono" panose="02060509020205020204" pitchFamily="49" charset="77"/>
                </a:rPr>
                <a:t>，</a:t>
              </a:r>
              <a:r>
                <a:rPr lang="en-CH" sz="1160" dirty="0">
                  <a:solidFill>
                    <a:srgbClr val="6C7180"/>
                  </a:solidFill>
                  <a:latin typeface="PT Mono" panose="02060509020205020204" pitchFamily="49" charset="77"/>
                </a:rPr>
                <a:t>4]</a:t>
              </a:r>
            </a:p>
          </p:txBody>
        </p:sp>
        <p:cxnSp>
          <p:nvCxnSpPr>
            <p:cNvPr id="3749" name="Straight Connector 3748">
              <a:extLst>
                <a:ext uri="{FF2B5EF4-FFF2-40B4-BE49-F238E27FC236}">
                  <a16:creationId xmlns:a16="http://schemas.microsoft.com/office/drawing/2014/main" id="{B03ED759-5D10-EBE0-9B05-38EC79DCF3F6}"/>
                </a:ext>
              </a:extLst>
            </p:cNvPr>
            <p:cNvCxnSpPr>
              <a:cxnSpLocks/>
            </p:cNvCxnSpPr>
            <p:nvPr/>
          </p:nvCxnSpPr>
          <p:spPr>
            <a:xfrm rot="331769">
              <a:off x="1370378" y="-1071922"/>
              <a:ext cx="467968" cy="2897936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764" name="Picture 3763" descr="A hand holding a pen&#10;&#10;AI-generated content may be incorrect.">
            <a:extLst>
              <a:ext uri="{FF2B5EF4-FFF2-40B4-BE49-F238E27FC236}">
                <a16:creationId xmlns:a16="http://schemas.microsoft.com/office/drawing/2014/main" id="{BE37C3C6-50B9-2CC9-D9EC-276017884981}"/>
              </a:ext>
            </a:extLst>
          </p:cNvPr>
          <p:cNvPicPr>
            <a:picLocks noChangeAspect="1"/>
          </p:cNvPicPr>
          <p:nvPr/>
        </p:nvPicPr>
        <p:blipFill>
          <a:blip r:embed="rId73"/>
          <a:srcRect l="46549" t="21261" r="4581" b="9747"/>
          <a:stretch>
            <a:fillRect/>
          </a:stretch>
        </p:blipFill>
        <p:spPr>
          <a:xfrm>
            <a:off x="4114199" y="1269447"/>
            <a:ext cx="4324749" cy="3991913"/>
          </a:xfrm>
          <a:prstGeom prst="rect">
            <a:avLst/>
          </a:prstGeom>
        </p:spPr>
      </p:pic>
      <p:pic>
        <p:nvPicPr>
          <p:cNvPr id="3765" name="Picture 3764" descr="A white rectangular object with a black border&#10;&#10;AI-generated content may be incorrect.">
            <a:extLst>
              <a:ext uri="{FF2B5EF4-FFF2-40B4-BE49-F238E27FC236}">
                <a16:creationId xmlns:a16="http://schemas.microsoft.com/office/drawing/2014/main" id="{65CDE8EA-2573-BF5F-517B-D4F851D337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676" t="14802" r="13119" b="14086"/>
          <a:stretch>
            <a:fillRect/>
          </a:stretch>
        </p:blipFill>
        <p:spPr>
          <a:xfrm>
            <a:off x="4030721" y="8966419"/>
            <a:ext cx="5955193" cy="3545524"/>
          </a:xfrm>
          <a:prstGeom prst="rect">
            <a:avLst/>
          </a:prstGeom>
        </p:spPr>
      </p:pic>
      <p:grpSp>
        <p:nvGrpSpPr>
          <p:cNvPr id="3766" name="Group 3765">
            <a:extLst>
              <a:ext uri="{FF2B5EF4-FFF2-40B4-BE49-F238E27FC236}">
                <a16:creationId xmlns:a16="http://schemas.microsoft.com/office/drawing/2014/main" id="{01417E74-84D4-CEC0-C7C7-CC6EEBA024F0}"/>
              </a:ext>
            </a:extLst>
          </p:cNvPr>
          <p:cNvGrpSpPr/>
          <p:nvPr/>
        </p:nvGrpSpPr>
        <p:grpSpPr>
          <a:xfrm>
            <a:off x="4581030" y="9371701"/>
            <a:ext cx="690497" cy="298896"/>
            <a:chOff x="2042379" y="1492419"/>
            <a:chExt cx="843251" cy="345378"/>
          </a:xfrm>
        </p:grpSpPr>
        <p:sp>
          <p:nvSpPr>
            <p:cNvPr id="3767" name="Rounded Rectangle 3766">
              <a:extLst>
                <a:ext uri="{FF2B5EF4-FFF2-40B4-BE49-F238E27FC236}">
                  <a16:creationId xmlns:a16="http://schemas.microsoft.com/office/drawing/2014/main" id="{19E4B285-1B81-3DFD-D496-910538529DFD}"/>
                </a:ext>
              </a:extLst>
            </p:cNvPr>
            <p:cNvSpPr/>
            <p:nvPr/>
          </p:nvSpPr>
          <p:spPr>
            <a:xfrm>
              <a:off x="2042379" y="1492419"/>
              <a:ext cx="843251" cy="345378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E2DFE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pic>
          <p:nvPicPr>
            <p:cNvPr id="3768" name="Graphic 3767" descr="Pencil with solid fill">
              <a:extLst>
                <a:ext uri="{FF2B5EF4-FFF2-40B4-BE49-F238E27FC236}">
                  <a16:creationId xmlns:a16="http://schemas.microsoft.com/office/drawing/2014/main" id="{4FB5562A-6630-BE86-3D87-0DE4221CF8C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116166" y="1547390"/>
              <a:ext cx="235436" cy="235436"/>
            </a:xfrm>
            <a:prstGeom prst="rect">
              <a:avLst/>
            </a:prstGeom>
          </p:spPr>
        </p:pic>
        <p:sp>
          <p:nvSpPr>
            <p:cNvPr id="3769" name="TextBox 3768">
              <a:extLst>
                <a:ext uri="{FF2B5EF4-FFF2-40B4-BE49-F238E27FC236}">
                  <a16:creationId xmlns:a16="http://schemas.microsoft.com/office/drawing/2014/main" id="{C38BB9D0-0227-116A-7A82-20663CA42972}"/>
                </a:ext>
              </a:extLst>
            </p:cNvPr>
            <p:cNvSpPr txBox="1"/>
            <p:nvPr/>
          </p:nvSpPr>
          <p:spPr>
            <a:xfrm>
              <a:off x="2425389" y="1572774"/>
              <a:ext cx="405769" cy="21338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CH" sz="1200" dirty="0"/>
                <a:t>Data</a:t>
              </a:r>
            </a:p>
          </p:txBody>
        </p:sp>
      </p:grpSp>
      <p:grpSp>
        <p:nvGrpSpPr>
          <p:cNvPr id="3770" name="Group 3769">
            <a:extLst>
              <a:ext uri="{FF2B5EF4-FFF2-40B4-BE49-F238E27FC236}">
                <a16:creationId xmlns:a16="http://schemas.microsoft.com/office/drawing/2014/main" id="{B8C19134-8B78-1F03-4D5C-AFA272B35B36}"/>
              </a:ext>
            </a:extLst>
          </p:cNvPr>
          <p:cNvGrpSpPr/>
          <p:nvPr/>
        </p:nvGrpSpPr>
        <p:grpSpPr>
          <a:xfrm>
            <a:off x="5317636" y="9371701"/>
            <a:ext cx="985743" cy="298896"/>
            <a:chOff x="3745744" y="1492419"/>
            <a:chExt cx="1110342" cy="345378"/>
          </a:xfrm>
        </p:grpSpPr>
        <p:sp>
          <p:nvSpPr>
            <p:cNvPr id="3771" name="Rounded Rectangle 3770">
              <a:extLst>
                <a:ext uri="{FF2B5EF4-FFF2-40B4-BE49-F238E27FC236}">
                  <a16:creationId xmlns:a16="http://schemas.microsoft.com/office/drawing/2014/main" id="{0832D2E2-DDFA-BE2F-C04F-BB0B8B0A4599}"/>
                </a:ext>
              </a:extLst>
            </p:cNvPr>
            <p:cNvSpPr/>
            <p:nvPr/>
          </p:nvSpPr>
          <p:spPr>
            <a:xfrm>
              <a:off x="3745744" y="1492419"/>
              <a:ext cx="1110342" cy="345378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E2DFE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pic>
          <p:nvPicPr>
            <p:cNvPr id="3772" name="Graphic 3771" descr="Pencil with solid fill">
              <a:extLst>
                <a:ext uri="{FF2B5EF4-FFF2-40B4-BE49-F238E27FC236}">
                  <a16:creationId xmlns:a16="http://schemas.microsoft.com/office/drawing/2014/main" id="{F356C649-7455-1E46-74C2-3B2B08B1911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819531" y="1547390"/>
              <a:ext cx="235436" cy="235436"/>
            </a:xfrm>
            <a:prstGeom prst="rect">
              <a:avLst/>
            </a:prstGeom>
          </p:spPr>
        </p:pic>
        <p:sp>
          <p:nvSpPr>
            <p:cNvPr id="3773" name="TextBox 3772">
              <a:extLst>
                <a:ext uri="{FF2B5EF4-FFF2-40B4-BE49-F238E27FC236}">
                  <a16:creationId xmlns:a16="http://schemas.microsoft.com/office/drawing/2014/main" id="{95BA58BF-3C80-0E5D-C38B-9D277BE09ADB}"/>
                </a:ext>
              </a:extLst>
            </p:cNvPr>
            <p:cNvSpPr txBox="1"/>
            <p:nvPr/>
          </p:nvSpPr>
          <p:spPr>
            <a:xfrm>
              <a:off x="4090455" y="1580622"/>
              <a:ext cx="751512" cy="21338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CH" sz="1200" dirty="0">
                  <a:solidFill>
                    <a:srgbClr val="BA772C"/>
                  </a:solidFill>
                </a:rPr>
                <a:t>Compare</a:t>
              </a:r>
            </a:p>
          </p:txBody>
        </p:sp>
      </p:grpSp>
      <p:grpSp>
        <p:nvGrpSpPr>
          <p:cNvPr id="3774" name="Group 3773">
            <a:extLst>
              <a:ext uri="{FF2B5EF4-FFF2-40B4-BE49-F238E27FC236}">
                <a16:creationId xmlns:a16="http://schemas.microsoft.com/office/drawing/2014/main" id="{F7C4AEF7-6DBE-1A78-BB9B-E290D0ED97B4}"/>
              </a:ext>
            </a:extLst>
          </p:cNvPr>
          <p:cNvGrpSpPr/>
          <p:nvPr/>
        </p:nvGrpSpPr>
        <p:grpSpPr>
          <a:xfrm>
            <a:off x="6382880" y="9374538"/>
            <a:ext cx="809478" cy="296059"/>
            <a:chOff x="5849146" y="1492419"/>
            <a:chExt cx="846517" cy="345378"/>
          </a:xfrm>
        </p:grpSpPr>
        <p:sp>
          <p:nvSpPr>
            <p:cNvPr id="3775" name="Rounded Rectangle 3774">
              <a:extLst>
                <a:ext uri="{FF2B5EF4-FFF2-40B4-BE49-F238E27FC236}">
                  <a16:creationId xmlns:a16="http://schemas.microsoft.com/office/drawing/2014/main" id="{FCB1E6FA-8FA9-D930-2CC5-CE8B9CFC1B1F}"/>
                </a:ext>
              </a:extLst>
            </p:cNvPr>
            <p:cNvSpPr/>
            <p:nvPr/>
          </p:nvSpPr>
          <p:spPr>
            <a:xfrm>
              <a:off x="5849146" y="1492419"/>
              <a:ext cx="846517" cy="345378"/>
            </a:xfrm>
            <a:prstGeom prst="roundRect">
              <a:avLst>
                <a:gd name="adj" fmla="val 50000"/>
              </a:avLst>
            </a:prstGeom>
            <a:solidFill>
              <a:srgbClr val="F2E7FF"/>
            </a:solidFill>
            <a:ln>
              <a:solidFill>
                <a:srgbClr val="E2DFE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pic>
          <p:nvPicPr>
            <p:cNvPr id="3776" name="Graphic 3775" descr="Pencil with solid fill">
              <a:extLst>
                <a:ext uri="{FF2B5EF4-FFF2-40B4-BE49-F238E27FC236}">
                  <a16:creationId xmlns:a16="http://schemas.microsoft.com/office/drawing/2014/main" id="{77D0E880-9B6F-9C6B-7271-C3698CC74B9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922933" y="1547390"/>
              <a:ext cx="235436" cy="235436"/>
            </a:xfrm>
            <a:prstGeom prst="rect">
              <a:avLst/>
            </a:prstGeom>
          </p:spPr>
        </p:pic>
        <p:sp>
          <p:nvSpPr>
            <p:cNvPr id="3777" name="TextBox 3776">
              <a:extLst>
                <a:ext uri="{FF2B5EF4-FFF2-40B4-BE49-F238E27FC236}">
                  <a16:creationId xmlns:a16="http://schemas.microsoft.com/office/drawing/2014/main" id="{168ECC00-F621-01BC-1319-7F0BC7D60C62}"/>
                </a:ext>
              </a:extLst>
            </p:cNvPr>
            <p:cNvSpPr txBox="1"/>
            <p:nvPr/>
          </p:nvSpPr>
          <p:spPr>
            <a:xfrm>
              <a:off x="6227401" y="1564741"/>
              <a:ext cx="391822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CH" sz="1200" dirty="0">
                  <a:solidFill>
                    <a:srgbClr val="973B83"/>
                  </a:solidFill>
                </a:rPr>
                <a:t>Swap</a:t>
              </a:r>
            </a:p>
          </p:txBody>
        </p:sp>
      </p:grpSp>
      <p:grpSp>
        <p:nvGrpSpPr>
          <p:cNvPr id="3778" name="Group 3777">
            <a:extLst>
              <a:ext uri="{FF2B5EF4-FFF2-40B4-BE49-F238E27FC236}">
                <a16:creationId xmlns:a16="http://schemas.microsoft.com/office/drawing/2014/main" id="{5C5EAB4E-0629-7272-094C-402C84710E36}"/>
              </a:ext>
            </a:extLst>
          </p:cNvPr>
          <p:cNvGrpSpPr/>
          <p:nvPr/>
        </p:nvGrpSpPr>
        <p:grpSpPr>
          <a:xfrm rot="389916">
            <a:off x="4741008" y="10261794"/>
            <a:ext cx="1104136" cy="728531"/>
            <a:chOff x="2308174" y="3440501"/>
            <a:chExt cx="1275120" cy="85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3779" name="Ink 3778">
                  <a:extLst>
                    <a:ext uri="{FF2B5EF4-FFF2-40B4-BE49-F238E27FC236}">
                      <a16:creationId xmlns:a16="http://schemas.microsoft.com/office/drawing/2014/main" id="{A85F023B-507F-7364-8EBA-71927116C307}"/>
                    </a:ext>
                  </a:extLst>
                </p14:cNvPr>
                <p14:cNvContentPartPr/>
                <p14:nvPr/>
              </p14:nvContentPartPr>
              <p14:xfrm>
                <a:off x="2308174" y="3616181"/>
                <a:ext cx="477360" cy="682200"/>
              </p14:xfrm>
            </p:contentPart>
          </mc:Choice>
          <mc:Fallback xmlns="">
            <p:pic>
              <p:nvPicPr>
                <p:cNvPr id="1644" name="Ink 1643">
                  <a:extLst>
                    <a:ext uri="{FF2B5EF4-FFF2-40B4-BE49-F238E27FC236}">
                      <a16:creationId xmlns:a16="http://schemas.microsoft.com/office/drawing/2014/main" id="{EE29FE7D-3825-0BA4-669D-CD87A9AAB30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289018" y="3597391"/>
                  <a:ext cx="515288" cy="72016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3780" name="Ink 3779">
                  <a:extLst>
                    <a:ext uri="{FF2B5EF4-FFF2-40B4-BE49-F238E27FC236}">
                      <a16:creationId xmlns:a16="http://schemas.microsoft.com/office/drawing/2014/main" id="{ECC0EC10-4F95-7015-FBB7-EB87C2D0CF07}"/>
                    </a:ext>
                  </a:extLst>
                </p14:cNvPr>
                <p14:cNvContentPartPr/>
                <p14:nvPr/>
              </p14:nvContentPartPr>
              <p14:xfrm>
                <a:off x="2995414" y="3596381"/>
                <a:ext cx="66240" cy="587160"/>
              </p14:xfrm>
            </p:contentPart>
          </mc:Choice>
          <mc:Fallback xmlns="">
            <p:pic>
              <p:nvPicPr>
                <p:cNvPr id="1645" name="Ink 1644">
                  <a:extLst>
                    <a:ext uri="{FF2B5EF4-FFF2-40B4-BE49-F238E27FC236}">
                      <a16:creationId xmlns:a16="http://schemas.microsoft.com/office/drawing/2014/main" id="{7C8ED96F-5E68-9737-F8EE-C84B96AFC7D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976269" y="3577601"/>
                  <a:ext cx="104146" cy="62510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3781" name="Ink 3780">
                  <a:extLst>
                    <a:ext uri="{FF2B5EF4-FFF2-40B4-BE49-F238E27FC236}">
                      <a16:creationId xmlns:a16="http://schemas.microsoft.com/office/drawing/2014/main" id="{A3488179-C238-5F56-4A47-BA3C0442AE1C}"/>
                    </a:ext>
                  </a:extLst>
                </p14:cNvPr>
                <p14:cNvContentPartPr/>
                <p14:nvPr/>
              </p14:nvContentPartPr>
              <p14:xfrm>
                <a:off x="3187654" y="3440501"/>
                <a:ext cx="395640" cy="762840"/>
              </p14:xfrm>
            </p:contentPart>
          </mc:Choice>
          <mc:Fallback xmlns="">
            <p:pic>
              <p:nvPicPr>
                <p:cNvPr id="1646" name="Ink 1645">
                  <a:extLst>
                    <a:ext uri="{FF2B5EF4-FFF2-40B4-BE49-F238E27FC236}">
                      <a16:creationId xmlns:a16="http://schemas.microsoft.com/office/drawing/2014/main" id="{34593A40-C910-27E4-7570-AF3FD5C8A32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168869" y="3421334"/>
                  <a:ext cx="433594" cy="80079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82" name="Group 3781">
            <a:extLst>
              <a:ext uri="{FF2B5EF4-FFF2-40B4-BE49-F238E27FC236}">
                <a16:creationId xmlns:a16="http://schemas.microsoft.com/office/drawing/2014/main" id="{0872C40D-598D-A4AE-660F-2ED4FA056B10}"/>
              </a:ext>
            </a:extLst>
          </p:cNvPr>
          <p:cNvGrpSpPr/>
          <p:nvPr/>
        </p:nvGrpSpPr>
        <p:grpSpPr>
          <a:xfrm rot="389916">
            <a:off x="6106830" y="10252165"/>
            <a:ext cx="492696" cy="739905"/>
            <a:chOff x="3804694" y="3331061"/>
            <a:chExt cx="587520" cy="89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3783" name="Ink 3782">
                  <a:extLst>
                    <a:ext uri="{FF2B5EF4-FFF2-40B4-BE49-F238E27FC236}">
                      <a16:creationId xmlns:a16="http://schemas.microsoft.com/office/drawing/2014/main" id="{0FFABB73-6249-D4E0-CE54-5DE551240989}"/>
                    </a:ext>
                  </a:extLst>
                </p14:cNvPr>
                <p14:cNvContentPartPr/>
                <p14:nvPr/>
              </p14:nvContentPartPr>
              <p14:xfrm>
                <a:off x="3804694" y="3331061"/>
                <a:ext cx="587520" cy="681840"/>
              </p14:xfrm>
            </p:contentPart>
          </mc:Choice>
          <mc:Fallback xmlns="">
            <p:pic>
              <p:nvPicPr>
                <p:cNvPr id="1642" name="Ink 1641">
                  <a:extLst>
                    <a:ext uri="{FF2B5EF4-FFF2-40B4-BE49-F238E27FC236}">
                      <a16:creationId xmlns:a16="http://schemas.microsoft.com/office/drawing/2014/main" id="{9A04B4E6-F433-D613-3318-7E9C73F892A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784899" y="3311275"/>
                  <a:ext cx="626714" cy="7210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3784" name="Ink 3783">
                  <a:extLst>
                    <a:ext uri="{FF2B5EF4-FFF2-40B4-BE49-F238E27FC236}">
                      <a16:creationId xmlns:a16="http://schemas.microsoft.com/office/drawing/2014/main" id="{095836E0-A127-947D-4570-1E55F57B38D1}"/>
                    </a:ext>
                  </a:extLst>
                </p14:cNvPr>
                <p14:cNvContentPartPr/>
                <p14:nvPr/>
              </p14:nvContentPartPr>
              <p14:xfrm>
                <a:off x="4059934" y="3430061"/>
                <a:ext cx="94680" cy="800640"/>
              </p14:xfrm>
            </p:contentPart>
          </mc:Choice>
          <mc:Fallback xmlns="">
            <p:pic>
              <p:nvPicPr>
                <p:cNvPr id="1643" name="Ink 1642">
                  <a:extLst>
                    <a:ext uri="{FF2B5EF4-FFF2-40B4-BE49-F238E27FC236}">
                      <a16:creationId xmlns:a16="http://schemas.microsoft.com/office/drawing/2014/main" id="{ACD19DCE-8616-06FA-C157-52AF0F8A5FAB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040523" y="3410263"/>
                  <a:ext cx="133899" cy="8398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785" name="Rounded Rectangle 3784">
            <a:extLst>
              <a:ext uri="{FF2B5EF4-FFF2-40B4-BE49-F238E27FC236}">
                <a16:creationId xmlns:a16="http://schemas.microsoft.com/office/drawing/2014/main" id="{7CA37A1D-E004-F2BA-2E28-30A09CCA0ADC}"/>
              </a:ext>
            </a:extLst>
          </p:cNvPr>
          <p:cNvSpPr/>
          <p:nvPr/>
        </p:nvSpPr>
        <p:spPr>
          <a:xfrm>
            <a:off x="7379000" y="9945545"/>
            <a:ext cx="2118886" cy="353280"/>
          </a:xfrm>
          <a:prstGeom prst="roundRect">
            <a:avLst>
              <a:gd name="adj" fmla="val 32482"/>
            </a:avLst>
          </a:prstGeom>
          <a:solidFill>
            <a:srgbClr val="FFF8ED"/>
          </a:solidFill>
          <a:ln>
            <a:solidFill>
              <a:srgbClr val="E0C39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088"/>
          </a:p>
        </p:txBody>
      </p:sp>
      <p:sp>
        <p:nvSpPr>
          <p:cNvPr id="3786" name="Rounded Rectangle 3785">
            <a:extLst>
              <a:ext uri="{FF2B5EF4-FFF2-40B4-BE49-F238E27FC236}">
                <a16:creationId xmlns:a16="http://schemas.microsoft.com/office/drawing/2014/main" id="{3F3BF5AE-2A58-FACD-65B6-F225DFDA83DA}"/>
              </a:ext>
            </a:extLst>
          </p:cNvPr>
          <p:cNvSpPr/>
          <p:nvPr/>
        </p:nvSpPr>
        <p:spPr>
          <a:xfrm>
            <a:off x="7383264" y="10480007"/>
            <a:ext cx="2118886" cy="352549"/>
          </a:xfrm>
          <a:prstGeom prst="roundRect">
            <a:avLst>
              <a:gd name="adj" fmla="val 37122"/>
            </a:avLst>
          </a:prstGeom>
          <a:solidFill>
            <a:srgbClr val="FBF5FF"/>
          </a:solidFill>
          <a:ln>
            <a:solidFill>
              <a:srgbClr val="EDDA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088"/>
          </a:p>
        </p:txBody>
      </p:sp>
      <p:sp>
        <p:nvSpPr>
          <p:cNvPr id="3787" name="Rounded Rectangle 3786">
            <a:extLst>
              <a:ext uri="{FF2B5EF4-FFF2-40B4-BE49-F238E27FC236}">
                <a16:creationId xmlns:a16="http://schemas.microsoft.com/office/drawing/2014/main" id="{2B769412-F302-E8DB-208F-C0260F29FF1F}"/>
              </a:ext>
            </a:extLst>
          </p:cNvPr>
          <p:cNvSpPr/>
          <p:nvPr/>
        </p:nvSpPr>
        <p:spPr>
          <a:xfrm>
            <a:off x="8754716" y="10018822"/>
            <a:ext cx="266593" cy="205758"/>
          </a:xfrm>
          <a:prstGeom prst="roundRect">
            <a:avLst>
              <a:gd name="adj" fmla="val 32482"/>
            </a:avLst>
          </a:prstGeom>
          <a:solidFill>
            <a:srgbClr val="FFF8ED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CH" sz="928" dirty="0">
                <a:solidFill>
                  <a:schemeClr val="accent3"/>
                </a:solidFill>
              </a:rPr>
              <a:t>True</a:t>
            </a:r>
          </a:p>
        </p:txBody>
      </p:sp>
      <p:sp>
        <p:nvSpPr>
          <p:cNvPr id="3788" name="TextBox 3787">
            <a:extLst>
              <a:ext uri="{FF2B5EF4-FFF2-40B4-BE49-F238E27FC236}">
                <a16:creationId xmlns:a16="http://schemas.microsoft.com/office/drawing/2014/main" id="{FE27E054-921B-C3BD-B5D3-F1039C0950FA}"/>
              </a:ext>
            </a:extLst>
          </p:cNvPr>
          <p:cNvSpPr txBox="1"/>
          <p:nvPr/>
        </p:nvSpPr>
        <p:spPr>
          <a:xfrm>
            <a:off x="7379000" y="9997985"/>
            <a:ext cx="1432327" cy="244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160" dirty="0">
                <a:solidFill>
                  <a:srgbClr val="BA782F"/>
                </a:solidFill>
                <a:latin typeface="PT Mono" panose="02060509020205020204" pitchFamily="49" charset="77"/>
              </a:rPr>
              <a:t>i</a:t>
            </a:r>
            <a:r>
              <a:rPr lang="en-CH" sz="1160" dirty="0">
                <a:solidFill>
                  <a:srgbClr val="BA782F"/>
                </a:solidFill>
                <a:latin typeface="PT Mono" panose="02060509020205020204" pitchFamily="49" charset="77"/>
              </a:rPr>
              <a:t>s_bigger(3,1)</a:t>
            </a:r>
          </a:p>
        </p:txBody>
      </p:sp>
      <p:sp>
        <p:nvSpPr>
          <p:cNvPr id="3789" name="Rounded Rectangle 3788">
            <a:extLst>
              <a:ext uri="{FF2B5EF4-FFF2-40B4-BE49-F238E27FC236}">
                <a16:creationId xmlns:a16="http://schemas.microsoft.com/office/drawing/2014/main" id="{5C79D85B-CB2C-2216-2C74-B1E287D88BFB}"/>
              </a:ext>
            </a:extLst>
          </p:cNvPr>
          <p:cNvSpPr/>
          <p:nvPr/>
        </p:nvSpPr>
        <p:spPr>
          <a:xfrm>
            <a:off x="9067092" y="10018822"/>
            <a:ext cx="348137" cy="205758"/>
          </a:xfrm>
          <a:prstGeom prst="roundRect">
            <a:avLst>
              <a:gd name="adj" fmla="val 32482"/>
            </a:avLst>
          </a:prstGeom>
          <a:solidFill>
            <a:srgbClr val="FFF8ED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CH" sz="928" dirty="0">
                <a:solidFill>
                  <a:srgbClr val="6C7280"/>
                </a:solidFill>
              </a:rPr>
              <a:t>False</a:t>
            </a:r>
          </a:p>
        </p:txBody>
      </p:sp>
      <p:sp>
        <p:nvSpPr>
          <p:cNvPr id="3790" name="TextBox 3789">
            <a:extLst>
              <a:ext uri="{FF2B5EF4-FFF2-40B4-BE49-F238E27FC236}">
                <a16:creationId xmlns:a16="http://schemas.microsoft.com/office/drawing/2014/main" id="{24C3FF04-25B0-45D6-ECC4-AAE829B68C66}"/>
              </a:ext>
            </a:extLst>
          </p:cNvPr>
          <p:cNvSpPr txBox="1"/>
          <p:nvPr/>
        </p:nvSpPr>
        <p:spPr>
          <a:xfrm>
            <a:off x="7359825" y="10528813"/>
            <a:ext cx="1020998" cy="27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60" dirty="0">
                <a:solidFill>
                  <a:srgbClr val="9339E4"/>
                </a:solidFill>
                <a:latin typeface="PT Mono" panose="02060509020205020204" pitchFamily="49" charset="77"/>
              </a:rPr>
              <a:t>swap</a:t>
            </a:r>
            <a:r>
              <a:rPr lang="en-CH" sz="1160" dirty="0">
                <a:solidFill>
                  <a:srgbClr val="9339E4"/>
                </a:solidFill>
                <a:latin typeface="PT Mono" panose="02060509020205020204" pitchFamily="49" charset="77"/>
              </a:rPr>
              <a:t>(3,1)</a:t>
            </a:r>
          </a:p>
        </p:txBody>
      </p:sp>
      <p:sp>
        <p:nvSpPr>
          <p:cNvPr id="3791" name="Rounded Rectangle 3790">
            <a:extLst>
              <a:ext uri="{FF2B5EF4-FFF2-40B4-BE49-F238E27FC236}">
                <a16:creationId xmlns:a16="http://schemas.microsoft.com/office/drawing/2014/main" id="{AC8C8018-F87E-1343-A7AA-48FC897DE86E}"/>
              </a:ext>
            </a:extLst>
          </p:cNvPr>
          <p:cNvSpPr/>
          <p:nvPr/>
        </p:nvSpPr>
        <p:spPr>
          <a:xfrm>
            <a:off x="7379000" y="9399407"/>
            <a:ext cx="2118886" cy="352549"/>
          </a:xfrm>
          <a:prstGeom prst="roundRect">
            <a:avLst>
              <a:gd name="adj" fmla="val 37122"/>
            </a:avLst>
          </a:prstGeom>
          <a:solidFill>
            <a:srgbClr val="F9FAFB"/>
          </a:solidFill>
          <a:ln>
            <a:solidFill>
              <a:srgbClr val="CFD4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088"/>
          </a:p>
        </p:txBody>
      </p:sp>
      <p:sp>
        <p:nvSpPr>
          <p:cNvPr id="3792" name="TextBox 3791">
            <a:extLst>
              <a:ext uri="{FF2B5EF4-FFF2-40B4-BE49-F238E27FC236}">
                <a16:creationId xmlns:a16="http://schemas.microsoft.com/office/drawing/2014/main" id="{CE701AC3-1BC4-9A52-98E3-E5BCC9326260}"/>
              </a:ext>
            </a:extLst>
          </p:cNvPr>
          <p:cNvSpPr txBox="1"/>
          <p:nvPr/>
        </p:nvSpPr>
        <p:spPr>
          <a:xfrm>
            <a:off x="7303973" y="9441948"/>
            <a:ext cx="1137094" cy="27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60" dirty="0">
                <a:solidFill>
                  <a:srgbClr val="6C7180"/>
                </a:solidFill>
                <a:latin typeface="PT Mono" panose="02060509020205020204" pitchFamily="49" charset="77"/>
              </a:rPr>
              <a:t>[</a:t>
            </a:r>
            <a:r>
              <a:rPr lang="en-CH" sz="1160" dirty="0">
                <a:solidFill>
                  <a:srgbClr val="6C7180"/>
                </a:solidFill>
                <a:latin typeface="PT Mono" panose="02060509020205020204" pitchFamily="49" charset="77"/>
              </a:rPr>
              <a:t>3,1,</a:t>
            </a:r>
            <a:r>
              <a:rPr lang="en-US" altLang="zh-CN" sz="1160" dirty="0">
                <a:solidFill>
                  <a:srgbClr val="6C7180"/>
                </a:solidFill>
                <a:latin typeface="PT Mono" panose="02060509020205020204" pitchFamily="49" charset="77"/>
              </a:rPr>
              <a:t>7</a:t>
            </a:r>
            <a:r>
              <a:rPr lang="zh-CN" altLang="en-US" sz="1160" dirty="0">
                <a:solidFill>
                  <a:srgbClr val="6C7180"/>
                </a:solidFill>
                <a:latin typeface="PT Mono" panose="02060509020205020204" pitchFamily="49" charset="77"/>
              </a:rPr>
              <a:t>，</a:t>
            </a:r>
            <a:r>
              <a:rPr lang="en-CH" sz="1160" dirty="0">
                <a:solidFill>
                  <a:srgbClr val="6C7180"/>
                </a:solidFill>
                <a:latin typeface="PT Mono" panose="02060509020205020204" pitchFamily="49" charset="77"/>
              </a:rPr>
              <a:t>4]</a:t>
            </a:r>
          </a:p>
        </p:txBody>
      </p:sp>
      <p:cxnSp>
        <p:nvCxnSpPr>
          <p:cNvPr id="3793" name="Straight Connector 3792">
            <a:extLst>
              <a:ext uri="{FF2B5EF4-FFF2-40B4-BE49-F238E27FC236}">
                <a16:creationId xmlns:a16="http://schemas.microsoft.com/office/drawing/2014/main" id="{3B859C9F-079C-8E91-D7FB-70EABBE7DACD}"/>
              </a:ext>
            </a:extLst>
          </p:cNvPr>
          <p:cNvCxnSpPr>
            <a:cxnSpLocks/>
          </p:cNvCxnSpPr>
          <p:nvPr/>
        </p:nvCxnSpPr>
        <p:spPr>
          <a:xfrm>
            <a:off x="7284478" y="9371701"/>
            <a:ext cx="0" cy="2699669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94" name="Picture 3793" descr="A hand holding a pen&#10;&#10;AI-generated content may be incorrect.">
            <a:extLst>
              <a:ext uri="{FF2B5EF4-FFF2-40B4-BE49-F238E27FC236}">
                <a16:creationId xmlns:a16="http://schemas.microsoft.com/office/drawing/2014/main" id="{C878AA95-7AAD-A8F6-015B-75EC29D54F3E}"/>
              </a:ext>
            </a:extLst>
          </p:cNvPr>
          <p:cNvPicPr>
            <a:picLocks noChangeAspect="1"/>
          </p:cNvPicPr>
          <p:nvPr/>
        </p:nvPicPr>
        <p:blipFill>
          <a:blip r:embed="rId73"/>
          <a:srcRect l="46549" t="21261" r="4581" b="9747"/>
          <a:stretch>
            <a:fillRect/>
          </a:stretch>
        </p:blipFill>
        <p:spPr>
          <a:xfrm>
            <a:off x="4954294" y="9864191"/>
            <a:ext cx="2378924" cy="219584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3795" name="Ink 3794">
                <a:extLst>
                  <a:ext uri="{FF2B5EF4-FFF2-40B4-BE49-F238E27FC236}">
                    <a16:creationId xmlns:a16="http://schemas.microsoft.com/office/drawing/2014/main" id="{168AC365-1FBD-B456-109B-592689610067}"/>
                  </a:ext>
                </a:extLst>
              </p14:cNvPr>
              <p14:cNvContentPartPr/>
              <p14:nvPr/>
            </p14:nvContentPartPr>
            <p14:xfrm>
              <a:off x="4864736" y="10014506"/>
              <a:ext cx="445853" cy="249073"/>
            </p14:xfrm>
          </p:contentPart>
        </mc:Choice>
        <mc:Fallback xmlns="">
          <p:pic>
            <p:nvPicPr>
              <p:cNvPr id="3795" name="Ink 3794">
                <a:extLst>
                  <a:ext uri="{FF2B5EF4-FFF2-40B4-BE49-F238E27FC236}">
                    <a16:creationId xmlns:a16="http://schemas.microsoft.com/office/drawing/2014/main" id="{168AC365-1FBD-B456-109B-592689610067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4846744" y="9996509"/>
                <a:ext cx="481478" cy="284706"/>
              </a:xfrm>
              <a:prstGeom prst="rect">
                <a:avLst/>
              </a:prstGeom>
            </p:spPr>
          </p:pic>
        </mc:Fallback>
      </mc:AlternateContent>
      <p:grpSp>
        <p:nvGrpSpPr>
          <p:cNvPr id="3796" name="Group 3795">
            <a:extLst>
              <a:ext uri="{FF2B5EF4-FFF2-40B4-BE49-F238E27FC236}">
                <a16:creationId xmlns:a16="http://schemas.microsoft.com/office/drawing/2014/main" id="{9D484B19-BD0E-ADB7-631D-8092843CF9FA}"/>
              </a:ext>
            </a:extLst>
          </p:cNvPr>
          <p:cNvGrpSpPr/>
          <p:nvPr/>
        </p:nvGrpSpPr>
        <p:grpSpPr>
          <a:xfrm rot="21401648">
            <a:off x="2753760" y="4845207"/>
            <a:ext cx="5955193" cy="4048816"/>
            <a:chOff x="1681846" y="5263107"/>
            <a:chExt cx="6457767" cy="4476770"/>
          </a:xfrm>
        </p:grpSpPr>
        <p:pic>
          <p:nvPicPr>
            <p:cNvPr id="3797" name="Picture 3796" descr="A white rectangular object with a black border&#10;&#10;AI-generated content may be incorrect.">
              <a:extLst>
                <a:ext uri="{FF2B5EF4-FFF2-40B4-BE49-F238E27FC236}">
                  <a16:creationId xmlns:a16="http://schemas.microsoft.com/office/drawing/2014/main" id="{294C0547-935B-5FD0-4BB3-FA0B4CDB8B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2676" t="14802" r="13119" b="14086"/>
            <a:stretch>
              <a:fillRect/>
            </a:stretch>
          </p:blipFill>
          <p:spPr>
            <a:xfrm>
              <a:off x="1681846" y="5263107"/>
              <a:ext cx="6457767" cy="3920280"/>
            </a:xfrm>
            <a:prstGeom prst="rect">
              <a:avLst/>
            </a:prstGeom>
          </p:spPr>
        </p:pic>
        <p:grpSp>
          <p:nvGrpSpPr>
            <p:cNvPr id="3798" name="Group 3797">
              <a:extLst>
                <a:ext uri="{FF2B5EF4-FFF2-40B4-BE49-F238E27FC236}">
                  <a16:creationId xmlns:a16="http://schemas.microsoft.com/office/drawing/2014/main" id="{C6683382-CC89-8082-E407-77E5E831E5F0}"/>
                </a:ext>
              </a:extLst>
            </p:cNvPr>
            <p:cNvGrpSpPr/>
            <p:nvPr/>
          </p:nvGrpSpPr>
          <p:grpSpPr>
            <a:xfrm>
              <a:off x="2278597" y="5711227"/>
              <a:ext cx="748770" cy="330489"/>
              <a:chOff x="2042379" y="1492419"/>
              <a:chExt cx="843251" cy="345378"/>
            </a:xfrm>
          </p:grpSpPr>
          <p:sp>
            <p:nvSpPr>
              <p:cNvPr id="3823" name="Rounded Rectangle 3822">
                <a:extLst>
                  <a:ext uri="{FF2B5EF4-FFF2-40B4-BE49-F238E27FC236}">
                    <a16:creationId xmlns:a16="http://schemas.microsoft.com/office/drawing/2014/main" id="{9FD410D8-7931-49BE-CB42-970FDA170524}"/>
                  </a:ext>
                </a:extLst>
              </p:cNvPr>
              <p:cNvSpPr/>
              <p:nvPr/>
            </p:nvSpPr>
            <p:spPr>
              <a:xfrm>
                <a:off x="2042379" y="1492419"/>
                <a:ext cx="843251" cy="345378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rgbClr val="E2DFE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pic>
            <p:nvPicPr>
              <p:cNvPr id="3824" name="Graphic 3823" descr="Pencil with solid fill">
                <a:extLst>
                  <a:ext uri="{FF2B5EF4-FFF2-40B4-BE49-F238E27FC236}">
                    <a16:creationId xmlns:a16="http://schemas.microsoft.com/office/drawing/2014/main" id="{7CE690BB-DD61-7310-32D7-F5B26DAC06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116166" y="1547390"/>
                <a:ext cx="235436" cy="235436"/>
              </a:xfrm>
              <a:prstGeom prst="rect">
                <a:avLst/>
              </a:prstGeom>
            </p:spPr>
          </p:pic>
          <p:sp>
            <p:nvSpPr>
              <p:cNvPr id="3825" name="TextBox 3824">
                <a:extLst>
                  <a:ext uri="{FF2B5EF4-FFF2-40B4-BE49-F238E27FC236}">
                    <a16:creationId xmlns:a16="http://schemas.microsoft.com/office/drawing/2014/main" id="{D3CB8328-0C37-20B2-C498-4110CE0D5BFB}"/>
                  </a:ext>
                </a:extLst>
              </p:cNvPr>
              <p:cNvSpPr txBox="1"/>
              <p:nvPr/>
            </p:nvSpPr>
            <p:spPr>
              <a:xfrm>
                <a:off x="2427916" y="1571059"/>
                <a:ext cx="408438" cy="2133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CH" sz="1200" dirty="0"/>
                  <a:t>Data</a:t>
                </a:r>
              </a:p>
            </p:txBody>
          </p:sp>
        </p:grpSp>
        <p:grpSp>
          <p:nvGrpSpPr>
            <p:cNvPr id="3799" name="Group 3798">
              <a:extLst>
                <a:ext uri="{FF2B5EF4-FFF2-40B4-BE49-F238E27FC236}">
                  <a16:creationId xmlns:a16="http://schemas.microsoft.com/office/drawing/2014/main" id="{36BAECD9-6D95-A4DD-2BAC-B04DD1CDCF34}"/>
                </a:ext>
              </a:extLst>
            </p:cNvPr>
            <p:cNvGrpSpPr/>
            <p:nvPr/>
          </p:nvGrpSpPr>
          <p:grpSpPr>
            <a:xfrm>
              <a:off x="3077367" y="5711227"/>
              <a:ext cx="1147071" cy="330489"/>
              <a:chOff x="3745744" y="1492419"/>
              <a:chExt cx="1191508" cy="345378"/>
            </a:xfrm>
          </p:grpSpPr>
          <p:sp>
            <p:nvSpPr>
              <p:cNvPr id="3820" name="Rounded Rectangle 3819">
                <a:extLst>
                  <a:ext uri="{FF2B5EF4-FFF2-40B4-BE49-F238E27FC236}">
                    <a16:creationId xmlns:a16="http://schemas.microsoft.com/office/drawing/2014/main" id="{DA542EC9-AEB8-4F41-DE85-C82E7AAE7D75}"/>
                  </a:ext>
                </a:extLst>
              </p:cNvPr>
              <p:cNvSpPr/>
              <p:nvPr/>
            </p:nvSpPr>
            <p:spPr>
              <a:xfrm>
                <a:off x="3745744" y="1492419"/>
                <a:ext cx="1110342" cy="345378"/>
              </a:xfrm>
              <a:prstGeom prst="roundRect">
                <a:avLst>
                  <a:gd name="adj" fmla="val 50000"/>
                </a:avLst>
              </a:prstGeom>
              <a:solidFill>
                <a:srgbClr val="F7EEEC"/>
              </a:solidFill>
              <a:ln>
                <a:solidFill>
                  <a:srgbClr val="E2DFE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pic>
            <p:nvPicPr>
              <p:cNvPr id="3821" name="Graphic 3820" descr="Pencil with solid fill">
                <a:extLst>
                  <a:ext uri="{FF2B5EF4-FFF2-40B4-BE49-F238E27FC236}">
                    <a16:creationId xmlns:a16="http://schemas.microsoft.com/office/drawing/2014/main" id="{43CE04D2-2E6F-467C-369F-677ED61989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819531" y="1547390"/>
                <a:ext cx="235436" cy="235436"/>
              </a:xfrm>
              <a:prstGeom prst="rect">
                <a:avLst/>
              </a:prstGeom>
            </p:spPr>
          </p:pic>
          <p:sp>
            <p:nvSpPr>
              <p:cNvPr id="3822" name="TextBox 3821">
                <a:extLst>
                  <a:ext uri="{FF2B5EF4-FFF2-40B4-BE49-F238E27FC236}">
                    <a16:creationId xmlns:a16="http://schemas.microsoft.com/office/drawing/2014/main" id="{AFBC7647-6BCC-9B7C-412F-39A0A194250F}"/>
                  </a:ext>
                </a:extLst>
              </p:cNvPr>
              <p:cNvSpPr txBox="1"/>
              <p:nvPr/>
            </p:nvSpPr>
            <p:spPr>
              <a:xfrm>
                <a:off x="4090454" y="1526248"/>
                <a:ext cx="846798" cy="2133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CH" sz="1200" dirty="0">
                    <a:solidFill>
                      <a:srgbClr val="BA772C"/>
                    </a:solidFill>
                  </a:rPr>
                  <a:t>Compare</a:t>
                </a:r>
              </a:p>
            </p:txBody>
          </p:sp>
        </p:grpSp>
        <p:grpSp>
          <p:nvGrpSpPr>
            <p:cNvPr id="3800" name="Group 3799">
              <a:extLst>
                <a:ext uri="{FF2B5EF4-FFF2-40B4-BE49-F238E27FC236}">
                  <a16:creationId xmlns:a16="http://schemas.microsoft.com/office/drawing/2014/main" id="{4B2B28FD-97E8-05AD-713D-3934B9BE5820}"/>
                </a:ext>
              </a:extLst>
            </p:cNvPr>
            <p:cNvGrpSpPr/>
            <p:nvPr/>
          </p:nvGrpSpPr>
          <p:grpSpPr>
            <a:xfrm>
              <a:off x="4232510" y="5714364"/>
              <a:ext cx="877792" cy="327352"/>
              <a:chOff x="5849146" y="1492419"/>
              <a:chExt cx="846517" cy="345378"/>
            </a:xfrm>
          </p:grpSpPr>
          <p:sp>
            <p:nvSpPr>
              <p:cNvPr id="3817" name="Rounded Rectangle 3816">
                <a:extLst>
                  <a:ext uri="{FF2B5EF4-FFF2-40B4-BE49-F238E27FC236}">
                    <a16:creationId xmlns:a16="http://schemas.microsoft.com/office/drawing/2014/main" id="{3D9D3FC3-13F1-55E4-FABF-7E75825A4782}"/>
                  </a:ext>
                </a:extLst>
              </p:cNvPr>
              <p:cNvSpPr/>
              <p:nvPr/>
            </p:nvSpPr>
            <p:spPr>
              <a:xfrm>
                <a:off x="5849146" y="1492419"/>
                <a:ext cx="846517" cy="345378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rgbClr val="E2DFE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pic>
            <p:nvPicPr>
              <p:cNvPr id="3818" name="Graphic 3817" descr="Pencil with solid fill">
                <a:extLst>
                  <a:ext uri="{FF2B5EF4-FFF2-40B4-BE49-F238E27FC236}">
                    <a16:creationId xmlns:a16="http://schemas.microsoft.com/office/drawing/2014/main" id="{7CA95E07-5B7A-5E0D-2BB6-2F2848A493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922933" y="1547390"/>
                <a:ext cx="235436" cy="235436"/>
              </a:xfrm>
              <a:prstGeom prst="rect">
                <a:avLst/>
              </a:prstGeom>
            </p:spPr>
          </p:pic>
          <p:sp>
            <p:nvSpPr>
              <p:cNvPr id="3819" name="TextBox 3818">
                <a:extLst>
                  <a:ext uri="{FF2B5EF4-FFF2-40B4-BE49-F238E27FC236}">
                    <a16:creationId xmlns:a16="http://schemas.microsoft.com/office/drawing/2014/main" id="{C05B5BC8-218C-858D-C567-03CBA74D2FDE}"/>
                  </a:ext>
                </a:extLst>
              </p:cNvPr>
              <p:cNvSpPr txBox="1"/>
              <p:nvPr/>
            </p:nvSpPr>
            <p:spPr>
              <a:xfrm>
                <a:off x="6228482" y="1564776"/>
                <a:ext cx="391822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CH" sz="1200" dirty="0">
                    <a:solidFill>
                      <a:srgbClr val="973B83"/>
                    </a:solidFill>
                  </a:rPr>
                  <a:t>Swap</a:t>
                </a:r>
              </a:p>
            </p:txBody>
          </p:sp>
        </p:grpSp>
        <p:grpSp>
          <p:nvGrpSpPr>
            <p:cNvPr id="3801" name="Group 3800">
              <a:extLst>
                <a:ext uri="{FF2B5EF4-FFF2-40B4-BE49-F238E27FC236}">
                  <a16:creationId xmlns:a16="http://schemas.microsoft.com/office/drawing/2014/main" id="{CC4F0860-4562-752A-428C-470B454ABED6}"/>
                </a:ext>
              </a:extLst>
            </p:cNvPr>
            <p:cNvGrpSpPr/>
            <p:nvPr/>
          </p:nvGrpSpPr>
          <p:grpSpPr>
            <a:xfrm rot="389916">
              <a:off x="2452076" y="6695401"/>
              <a:ext cx="1197317" cy="805535"/>
              <a:chOff x="2308174" y="3440501"/>
              <a:chExt cx="1275120" cy="8578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81">
                <p14:nvContentPartPr>
                  <p14:cNvPr id="3814" name="Ink 3813">
                    <a:extLst>
                      <a:ext uri="{FF2B5EF4-FFF2-40B4-BE49-F238E27FC236}">
                        <a16:creationId xmlns:a16="http://schemas.microsoft.com/office/drawing/2014/main" id="{82F5CCDF-E00D-F6C0-BC16-C414D438B111}"/>
                      </a:ext>
                    </a:extLst>
                  </p14:cNvPr>
                  <p14:cNvContentPartPr/>
                  <p14:nvPr/>
                </p14:nvContentPartPr>
                <p14:xfrm>
                  <a:off x="2308174" y="3616181"/>
                  <a:ext cx="477360" cy="682200"/>
                </p14:xfrm>
              </p:contentPart>
            </mc:Choice>
            <mc:Fallback xmlns="">
              <p:pic>
                <p:nvPicPr>
                  <p:cNvPr id="1674" name="Ink 1673">
                    <a:extLst>
                      <a:ext uri="{FF2B5EF4-FFF2-40B4-BE49-F238E27FC236}">
                        <a16:creationId xmlns:a16="http://schemas.microsoft.com/office/drawing/2014/main" id="{C394A50B-6D1D-5249-64F0-DA8F59D9C514}"/>
                      </a:ext>
                    </a:extLst>
                  </p:cNvPr>
                  <p:cNvPicPr/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2289018" y="3597391"/>
                    <a:ext cx="515288" cy="72016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2">
                <p14:nvContentPartPr>
                  <p14:cNvPr id="3815" name="Ink 3814">
                    <a:extLst>
                      <a:ext uri="{FF2B5EF4-FFF2-40B4-BE49-F238E27FC236}">
                        <a16:creationId xmlns:a16="http://schemas.microsoft.com/office/drawing/2014/main" id="{459CAF50-805E-EFF3-E3F0-F6B3C41D3E64}"/>
                      </a:ext>
                    </a:extLst>
                  </p14:cNvPr>
                  <p14:cNvContentPartPr/>
                  <p14:nvPr/>
                </p14:nvContentPartPr>
                <p14:xfrm>
                  <a:off x="2995414" y="3596381"/>
                  <a:ext cx="66240" cy="587160"/>
                </p14:xfrm>
              </p:contentPart>
            </mc:Choice>
            <mc:Fallback xmlns="">
              <p:pic>
                <p:nvPicPr>
                  <p:cNvPr id="1675" name="Ink 1674">
                    <a:extLst>
                      <a:ext uri="{FF2B5EF4-FFF2-40B4-BE49-F238E27FC236}">
                        <a16:creationId xmlns:a16="http://schemas.microsoft.com/office/drawing/2014/main" id="{443D8D52-8C26-BC80-1108-B62FA1303DA3}"/>
                      </a:ext>
                    </a:extLst>
                  </p:cNvPr>
                  <p:cNvPicPr/>
                  <p:nvPr/>
                </p:nvPicPr>
                <p:blipFill>
                  <a:blip r:embed="rId24"/>
                  <a:stretch>
                    <a:fillRect/>
                  </a:stretch>
                </p:blipFill>
                <p:spPr>
                  <a:xfrm>
                    <a:off x="2976269" y="3577601"/>
                    <a:ext cx="104146" cy="62510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3">
                <p14:nvContentPartPr>
                  <p14:cNvPr id="3816" name="Ink 3815">
                    <a:extLst>
                      <a:ext uri="{FF2B5EF4-FFF2-40B4-BE49-F238E27FC236}">
                        <a16:creationId xmlns:a16="http://schemas.microsoft.com/office/drawing/2014/main" id="{EECFB59E-F545-3132-9B40-F5C5D0B92366}"/>
                      </a:ext>
                    </a:extLst>
                  </p14:cNvPr>
                  <p14:cNvContentPartPr/>
                  <p14:nvPr/>
                </p14:nvContentPartPr>
                <p14:xfrm>
                  <a:off x="3187654" y="3440501"/>
                  <a:ext cx="395640" cy="762840"/>
                </p14:xfrm>
              </p:contentPart>
            </mc:Choice>
            <mc:Fallback xmlns="">
              <p:pic>
                <p:nvPicPr>
                  <p:cNvPr id="1676" name="Ink 1675">
                    <a:extLst>
                      <a:ext uri="{FF2B5EF4-FFF2-40B4-BE49-F238E27FC236}">
                        <a16:creationId xmlns:a16="http://schemas.microsoft.com/office/drawing/2014/main" id="{23AF9CDA-91E9-0C38-03D6-0C9231DE3052}"/>
                      </a:ext>
                    </a:extLst>
                  </p:cNvPr>
                  <p:cNvPicPr/>
                  <p:nvPr/>
                </p:nvPicPr>
                <p:blipFill>
                  <a:blip r:embed="rId26"/>
                  <a:stretch>
                    <a:fillRect/>
                  </a:stretch>
                </p:blipFill>
                <p:spPr>
                  <a:xfrm>
                    <a:off x="3168869" y="3421334"/>
                    <a:ext cx="433594" cy="80079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3802" name="Group 3801">
              <a:extLst>
                <a:ext uri="{FF2B5EF4-FFF2-40B4-BE49-F238E27FC236}">
                  <a16:creationId xmlns:a16="http://schemas.microsoft.com/office/drawing/2014/main" id="{169842AB-0CE7-3598-6971-2D880E8514BE}"/>
                </a:ext>
              </a:extLst>
            </p:cNvPr>
            <p:cNvGrpSpPr/>
            <p:nvPr/>
          </p:nvGrpSpPr>
          <p:grpSpPr>
            <a:xfrm rot="389916">
              <a:off x="3933163" y="6684754"/>
              <a:ext cx="534276" cy="818112"/>
              <a:chOff x="3804694" y="3331061"/>
              <a:chExt cx="587520" cy="8996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84">
                <p14:nvContentPartPr>
                  <p14:cNvPr id="3812" name="Ink 3811">
                    <a:extLst>
                      <a:ext uri="{FF2B5EF4-FFF2-40B4-BE49-F238E27FC236}">
                        <a16:creationId xmlns:a16="http://schemas.microsoft.com/office/drawing/2014/main" id="{3239F4B9-381C-21D3-CA93-0C938E12CCE9}"/>
                      </a:ext>
                    </a:extLst>
                  </p14:cNvPr>
                  <p14:cNvContentPartPr/>
                  <p14:nvPr/>
                </p14:nvContentPartPr>
                <p14:xfrm>
                  <a:off x="3804694" y="3331061"/>
                  <a:ext cx="587520" cy="681840"/>
                </p14:xfrm>
              </p:contentPart>
            </mc:Choice>
            <mc:Fallback xmlns="">
              <p:pic>
                <p:nvPicPr>
                  <p:cNvPr id="1672" name="Ink 1671">
                    <a:extLst>
                      <a:ext uri="{FF2B5EF4-FFF2-40B4-BE49-F238E27FC236}">
                        <a16:creationId xmlns:a16="http://schemas.microsoft.com/office/drawing/2014/main" id="{74FE8E66-9C8C-21F6-0B8C-A549C124B199}"/>
                      </a:ext>
                    </a:extLst>
                  </p:cNvPr>
                  <p:cNvPicPr/>
                  <p:nvPr/>
                </p:nvPicPr>
                <p:blipFill>
                  <a:blip r:embed="rId28"/>
                  <a:stretch>
                    <a:fillRect/>
                  </a:stretch>
                </p:blipFill>
                <p:spPr>
                  <a:xfrm>
                    <a:off x="3784899" y="3311275"/>
                    <a:ext cx="626714" cy="72101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5">
                <p14:nvContentPartPr>
                  <p14:cNvPr id="3813" name="Ink 3812">
                    <a:extLst>
                      <a:ext uri="{FF2B5EF4-FFF2-40B4-BE49-F238E27FC236}">
                        <a16:creationId xmlns:a16="http://schemas.microsoft.com/office/drawing/2014/main" id="{366A6EE9-10C1-B282-7F22-451D0249C392}"/>
                      </a:ext>
                    </a:extLst>
                  </p14:cNvPr>
                  <p14:cNvContentPartPr/>
                  <p14:nvPr/>
                </p14:nvContentPartPr>
                <p14:xfrm>
                  <a:off x="4059934" y="3430061"/>
                  <a:ext cx="94680" cy="800640"/>
                </p14:xfrm>
              </p:contentPart>
            </mc:Choice>
            <mc:Fallback xmlns="">
              <p:pic>
                <p:nvPicPr>
                  <p:cNvPr id="1673" name="Ink 1672">
                    <a:extLst>
                      <a:ext uri="{FF2B5EF4-FFF2-40B4-BE49-F238E27FC236}">
                        <a16:creationId xmlns:a16="http://schemas.microsoft.com/office/drawing/2014/main" id="{54E41052-D4A8-35BA-EB05-D96CD2B56B37}"/>
                      </a:ext>
                    </a:extLst>
                  </p:cNvPr>
                  <p:cNvPicPr/>
                  <p:nvPr/>
                </p:nvPicPr>
                <p:blipFill>
                  <a:blip r:embed="rId30"/>
                  <a:stretch>
                    <a:fillRect/>
                  </a:stretch>
                </p:blipFill>
                <p:spPr>
                  <a:xfrm>
                    <a:off x="4040523" y="3410263"/>
                    <a:ext cx="133899" cy="83984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3803" name="Ink 3802">
                  <a:extLst>
                    <a:ext uri="{FF2B5EF4-FFF2-40B4-BE49-F238E27FC236}">
                      <a16:creationId xmlns:a16="http://schemas.microsoft.com/office/drawing/2014/main" id="{7A740010-EB9D-713C-E4AC-B157802511AE}"/>
                    </a:ext>
                  </a:extLst>
                </p14:cNvPr>
                <p14:cNvContentPartPr/>
                <p14:nvPr/>
              </p14:nvContentPartPr>
              <p14:xfrm>
                <a:off x="2656626" y="7587720"/>
                <a:ext cx="468720" cy="113400"/>
              </p14:xfrm>
            </p:contentPart>
          </mc:Choice>
          <mc:Fallback xmlns="">
            <p:pic>
              <p:nvPicPr>
                <p:cNvPr id="1663" name="Ink 1662">
                  <a:extLst>
                    <a:ext uri="{FF2B5EF4-FFF2-40B4-BE49-F238E27FC236}">
                      <a16:creationId xmlns:a16="http://schemas.microsoft.com/office/drawing/2014/main" id="{7FBA3C9A-7469-C7B6-5F30-E3A950FD73B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638986" y="7570080"/>
                  <a:ext cx="504360" cy="14904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3804" name="Rounded Rectangle 3803">
              <a:extLst>
                <a:ext uri="{FF2B5EF4-FFF2-40B4-BE49-F238E27FC236}">
                  <a16:creationId xmlns:a16="http://schemas.microsoft.com/office/drawing/2014/main" id="{C4D5EA87-98FF-6E73-BC2C-E7036011DF42}"/>
                </a:ext>
              </a:extLst>
            </p:cNvPr>
            <p:cNvSpPr/>
            <p:nvPr/>
          </p:nvSpPr>
          <p:spPr>
            <a:xfrm>
              <a:off x="5312695" y="6345725"/>
              <a:ext cx="2297704" cy="390621"/>
            </a:xfrm>
            <a:prstGeom prst="roundRect">
              <a:avLst>
                <a:gd name="adj" fmla="val 32482"/>
              </a:avLst>
            </a:prstGeom>
            <a:solidFill>
              <a:srgbClr val="FFF8ED"/>
            </a:solidFill>
            <a:ln>
              <a:solidFill>
                <a:srgbClr val="E0C39F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2088"/>
            </a:p>
          </p:txBody>
        </p:sp>
        <p:sp>
          <p:nvSpPr>
            <p:cNvPr id="3805" name="Rounded Rectangle 3804">
              <a:extLst>
                <a:ext uri="{FF2B5EF4-FFF2-40B4-BE49-F238E27FC236}">
                  <a16:creationId xmlns:a16="http://schemas.microsoft.com/office/drawing/2014/main" id="{005995F5-8F1F-8263-A6C4-3AAE23C09B31}"/>
                </a:ext>
              </a:extLst>
            </p:cNvPr>
            <p:cNvSpPr/>
            <p:nvPr/>
          </p:nvSpPr>
          <p:spPr>
            <a:xfrm>
              <a:off x="6804511" y="6426747"/>
              <a:ext cx="289092" cy="227506"/>
            </a:xfrm>
            <a:prstGeom prst="roundRect">
              <a:avLst>
                <a:gd name="adj" fmla="val 32482"/>
              </a:avLst>
            </a:prstGeom>
            <a:solidFill>
              <a:srgbClr val="FFF8ED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CH" sz="928" dirty="0">
                  <a:solidFill>
                    <a:schemeClr val="accent3"/>
                  </a:solidFill>
                </a:rPr>
                <a:t>True</a:t>
              </a:r>
            </a:p>
          </p:txBody>
        </p:sp>
        <p:sp>
          <p:nvSpPr>
            <p:cNvPr id="3806" name="TextBox 3805">
              <a:extLst>
                <a:ext uri="{FF2B5EF4-FFF2-40B4-BE49-F238E27FC236}">
                  <a16:creationId xmlns:a16="http://schemas.microsoft.com/office/drawing/2014/main" id="{7A63AEE5-49E6-C264-2A20-B8F9970229B3}"/>
                </a:ext>
              </a:extLst>
            </p:cNvPr>
            <p:cNvSpPr txBox="1"/>
            <p:nvPr/>
          </p:nvSpPr>
          <p:spPr>
            <a:xfrm>
              <a:off x="5312695" y="6403708"/>
              <a:ext cx="1553205" cy="2708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160" dirty="0">
                  <a:solidFill>
                    <a:srgbClr val="BA782F"/>
                  </a:solidFill>
                  <a:latin typeface="PT Mono" panose="02060509020205020204" pitchFamily="49" charset="77"/>
                </a:rPr>
                <a:t>i</a:t>
              </a:r>
              <a:r>
                <a:rPr lang="en-CH" sz="1160" dirty="0">
                  <a:solidFill>
                    <a:srgbClr val="BA782F"/>
                  </a:solidFill>
                  <a:latin typeface="PT Mono" panose="02060509020205020204" pitchFamily="49" charset="77"/>
                </a:rPr>
                <a:t>s_bigger(3,1)</a:t>
              </a:r>
            </a:p>
          </p:txBody>
        </p:sp>
        <p:sp>
          <p:nvSpPr>
            <p:cNvPr id="3807" name="Rounded Rectangle 3806">
              <a:extLst>
                <a:ext uri="{FF2B5EF4-FFF2-40B4-BE49-F238E27FC236}">
                  <a16:creationId xmlns:a16="http://schemas.microsoft.com/office/drawing/2014/main" id="{B8586D12-6E2F-8041-84AE-61D4454882B4}"/>
                </a:ext>
              </a:extLst>
            </p:cNvPr>
            <p:cNvSpPr/>
            <p:nvPr/>
          </p:nvSpPr>
          <p:spPr>
            <a:xfrm>
              <a:off x="7143249" y="6426747"/>
              <a:ext cx="377517" cy="227506"/>
            </a:xfrm>
            <a:prstGeom prst="roundRect">
              <a:avLst>
                <a:gd name="adj" fmla="val 32482"/>
              </a:avLst>
            </a:prstGeom>
            <a:solidFill>
              <a:srgbClr val="FFF8ED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CH" sz="928" dirty="0">
                  <a:solidFill>
                    <a:srgbClr val="6C7280"/>
                  </a:solidFill>
                </a:rPr>
                <a:t>False</a:t>
              </a:r>
            </a:p>
          </p:txBody>
        </p:sp>
        <p:sp>
          <p:nvSpPr>
            <p:cNvPr id="3808" name="Rounded Rectangle 3807">
              <a:extLst>
                <a:ext uri="{FF2B5EF4-FFF2-40B4-BE49-F238E27FC236}">
                  <a16:creationId xmlns:a16="http://schemas.microsoft.com/office/drawing/2014/main" id="{2B1FE88F-623F-7274-F585-25741FF3E2C8}"/>
                </a:ext>
              </a:extLst>
            </p:cNvPr>
            <p:cNvSpPr/>
            <p:nvPr/>
          </p:nvSpPr>
          <p:spPr>
            <a:xfrm>
              <a:off x="5312695" y="5741861"/>
              <a:ext cx="2297704" cy="389813"/>
            </a:xfrm>
            <a:prstGeom prst="roundRect">
              <a:avLst>
                <a:gd name="adj" fmla="val 37122"/>
              </a:avLst>
            </a:prstGeom>
            <a:solidFill>
              <a:srgbClr val="F9FAFB"/>
            </a:solidFill>
            <a:ln>
              <a:solidFill>
                <a:srgbClr val="CFD4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2088"/>
            </a:p>
          </p:txBody>
        </p:sp>
        <p:sp>
          <p:nvSpPr>
            <p:cNvPr id="3809" name="TextBox 3808">
              <a:extLst>
                <a:ext uri="{FF2B5EF4-FFF2-40B4-BE49-F238E27FC236}">
                  <a16:creationId xmlns:a16="http://schemas.microsoft.com/office/drawing/2014/main" id="{AF5F2FBE-8312-BE57-4096-477A38EB7406}"/>
                </a:ext>
              </a:extLst>
            </p:cNvPr>
            <p:cNvSpPr txBox="1"/>
            <p:nvPr/>
          </p:nvSpPr>
          <p:spPr>
            <a:xfrm>
              <a:off x="5231336" y="5774586"/>
              <a:ext cx="1157274" cy="2994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160" dirty="0">
                  <a:solidFill>
                    <a:srgbClr val="6C7180"/>
                  </a:solidFill>
                  <a:latin typeface="PT Mono" panose="02060509020205020204" pitchFamily="49" charset="77"/>
                </a:rPr>
                <a:t>[</a:t>
              </a:r>
              <a:r>
                <a:rPr lang="en-CH" sz="1160" dirty="0">
                  <a:solidFill>
                    <a:srgbClr val="6C7180"/>
                  </a:solidFill>
                  <a:latin typeface="PT Mono" panose="02060509020205020204" pitchFamily="49" charset="77"/>
                </a:rPr>
                <a:t>3,1,</a:t>
              </a:r>
              <a:r>
                <a:rPr lang="en-US" altLang="zh-CN" sz="1160" dirty="0">
                  <a:solidFill>
                    <a:srgbClr val="6C7180"/>
                  </a:solidFill>
                  <a:latin typeface="PT Mono" panose="02060509020205020204" pitchFamily="49" charset="77"/>
                </a:rPr>
                <a:t>7</a:t>
              </a:r>
              <a:r>
                <a:rPr lang="zh-CN" altLang="en-US" sz="1160" dirty="0">
                  <a:solidFill>
                    <a:srgbClr val="6C7180"/>
                  </a:solidFill>
                  <a:latin typeface="PT Mono" panose="02060509020205020204" pitchFamily="49" charset="77"/>
                </a:rPr>
                <a:t>，</a:t>
              </a:r>
              <a:r>
                <a:rPr lang="en-CH" sz="1160" dirty="0">
                  <a:solidFill>
                    <a:srgbClr val="6C7180"/>
                  </a:solidFill>
                  <a:latin typeface="PT Mono" panose="02060509020205020204" pitchFamily="49" charset="77"/>
                </a:rPr>
                <a:t>4]</a:t>
              </a:r>
            </a:p>
          </p:txBody>
        </p:sp>
        <p:cxnSp>
          <p:nvCxnSpPr>
            <p:cNvPr id="3810" name="Straight Connector 3809">
              <a:extLst>
                <a:ext uri="{FF2B5EF4-FFF2-40B4-BE49-F238E27FC236}">
                  <a16:creationId xmlns:a16="http://schemas.microsoft.com/office/drawing/2014/main" id="{C74B7929-3CB2-CC4D-9BED-ABBE58A4208F}"/>
                </a:ext>
              </a:extLst>
            </p:cNvPr>
            <p:cNvCxnSpPr>
              <a:cxnSpLocks/>
            </p:cNvCxnSpPr>
            <p:nvPr/>
          </p:nvCxnSpPr>
          <p:spPr>
            <a:xfrm>
              <a:off x="5196919" y="5691214"/>
              <a:ext cx="0" cy="298502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811" name="Picture 3810" descr="A hand holding a pen&#10;&#10;AI-generated content may be incorrect.">
              <a:extLst>
                <a:ext uri="{FF2B5EF4-FFF2-40B4-BE49-F238E27FC236}">
                  <a16:creationId xmlns:a16="http://schemas.microsoft.com/office/drawing/2014/main" id="{C88BF54B-2497-E390-1B9C-2140DF414E42}"/>
                </a:ext>
              </a:extLst>
            </p:cNvPr>
            <p:cNvPicPr>
              <a:picLocks noChangeAspect="1"/>
            </p:cNvPicPr>
            <p:nvPr/>
          </p:nvPicPr>
          <p:blipFill>
            <a:blip r:embed="rId73"/>
            <a:srcRect l="46549" t="21261" r="4581" b="9747"/>
            <a:stretch>
              <a:fillRect/>
            </a:stretch>
          </p:blipFill>
          <p:spPr>
            <a:xfrm>
              <a:off x="3069992" y="7311940"/>
              <a:ext cx="2579687" cy="2427937"/>
            </a:xfrm>
            <a:prstGeom prst="rect">
              <a:avLst/>
            </a:prstGeom>
          </p:spPr>
        </p:pic>
      </p:grpSp>
      <p:sp>
        <p:nvSpPr>
          <p:cNvPr id="3826" name="Freeform 3825">
            <a:extLst>
              <a:ext uri="{FF2B5EF4-FFF2-40B4-BE49-F238E27FC236}">
                <a16:creationId xmlns:a16="http://schemas.microsoft.com/office/drawing/2014/main" id="{3299B0E3-D0A4-E7FB-89E2-1E1C5A60D2AE}"/>
              </a:ext>
            </a:extLst>
          </p:cNvPr>
          <p:cNvSpPr/>
          <p:nvPr/>
        </p:nvSpPr>
        <p:spPr>
          <a:xfrm rot="21054290">
            <a:off x="2213597" y="3477130"/>
            <a:ext cx="273287" cy="1814040"/>
          </a:xfrm>
          <a:custGeom>
            <a:avLst/>
            <a:gdLst>
              <a:gd name="connsiteX0" fmla="*/ 0 w 296350"/>
              <a:gd name="connsiteY0" fmla="*/ 0 h 2005781"/>
              <a:gd name="connsiteX1" fmla="*/ 294968 w 296350"/>
              <a:gd name="connsiteY1" fmla="*/ 648929 h 2005781"/>
              <a:gd name="connsiteX2" fmla="*/ 117987 w 296350"/>
              <a:gd name="connsiteY2" fmla="*/ 1297858 h 2005781"/>
              <a:gd name="connsiteX3" fmla="*/ 294968 w 296350"/>
              <a:gd name="connsiteY3" fmla="*/ 2005781 h 2005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6350" h="2005781">
                <a:moveTo>
                  <a:pt x="0" y="0"/>
                </a:moveTo>
                <a:cubicBezTo>
                  <a:pt x="137652" y="216309"/>
                  <a:pt x="275304" y="432619"/>
                  <a:pt x="294968" y="648929"/>
                </a:cubicBezTo>
                <a:cubicBezTo>
                  <a:pt x="314632" y="865239"/>
                  <a:pt x="117987" y="1071716"/>
                  <a:pt x="117987" y="1297858"/>
                </a:cubicBezTo>
                <a:cubicBezTo>
                  <a:pt x="117987" y="1524000"/>
                  <a:pt x="206477" y="1764890"/>
                  <a:pt x="294968" y="2005781"/>
                </a:cubicBezTo>
              </a:path>
            </a:pathLst>
          </a:custGeom>
          <a:noFill/>
          <a:ln>
            <a:solidFill>
              <a:schemeClr val="tx1">
                <a:lumMod val="50000"/>
                <a:lumOff val="50000"/>
              </a:schemeClr>
            </a:solidFill>
            <a:tailEnd type="arrow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3827" name="Freeform 3826">
            <a:extLst>
              <a:ext uri="{FF2B5EF4-FFF2-40B4-BE49-F238E27FC236}">
                <a16:creationId xmlns:a16="http://schemas.microsoft.com/office/drawing/2014/main" id="{0E7377A1-670F-F996-02A6-E536DEC0517E}"/>
              </a:ext>
            </a:extLst>
          </p:cNvPr>
          <p:cNvSpPr/>
          <p:nvPr/>
        </p:nvSpPr>
        <p:spPr>
          <a:xfrm rot="20753000">
            <a:off x="3857927" y="7874171"/>
            <a:ext cx="544023" cy="1147113"/>
          </a:xfrm>
          <a:custGeom>
            <a:avLst/>
            <a:gdLst>
              <a:gd name="connsiteX0" fmla="*/ 0 w 589935"/>
              <a:gd name="connsiteY0" fmla="*/ 0 h 1268361"/>
              <a:gd name="connsiteX1" fmla="*/ 353961 w 589935"/>
              <a:gd name="connsiteY1" fmla="*/ 412955 h 1268361"/>
              <a:gd name="connsiteX2" fmla="*/ 412955 w 589935"/>
              <a:gd name="connsiteY2" fmla="*/ 1032387 h 1268361"/>
              <a:gd name="connsiteX3" fmla="*/ 589935 w 589935"/>
              <a:gd name="connsiteY3" fmla="*/ 1268361 h 1268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9935" h="1268361">
                <a:moveTo>
                  <a:pt x="0" y="0"/>
                </a:moveTo>
                <a:cubicBezTo>
                  <a:pt x="142567" y="120445"/>
                  <a:pt x="285135" y="240891"/>
                  <a:pt x="353961" y="412955"/>
                </a:cubicBezTo>
                <a:cubicBezTo>
                  <a:pt x="422787" y="585019"/>
                  <a:pt x="373626" y="889819"/>
                  <a:pt x="412955" y="1032387"/>
                </a:cubicBezTo>
                <a:cubicBezTo>
                  <a:pt x="452284" y="1174955"/>
                  <a:pt x="521109" y="1221658"/>
                  <a:pt x="589935" y="1268361"/>
                </a:cubicBezTo>
              </a:path>
            </a:pathLst>
          </a:custGeom>
          <a:noFill/>
          <a:ln>
            <a:solidFill>
              <a:schemeClr val="tx1">
                <a:lumMod val="50000"/>
                <a:lumOff val="50000"/>
              </a:schemeClr>
            </a:solidFill>
            <a:tailEnd type="arrow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3828" name="Oval 3827">
            <a:extLst>
              <a:ext uri="{FF2B5EF4-FFF2-40B4-BE49-F238E27FC236}">
                <a16:creationId xmlns:a16="http://schemas.microsoft.com/office/drawing/2014/main" id="{2E069978-B3C7-E256-065A-2CD2112E5780}"/>
              </a:ext>
            </a:extLst>
          </p:cNvPr>
          <p:cNvSpPr/>
          <p:nvPr/>
        </p:nvSpPr>
        <p:spPr>
          <a:xfrm>
            <a:off x="2191218" y="10632237"/>
            <a:ext cx="1077706" cy="1060522"/>
          </a:xfrm>
          <a:prstGeom prst="ellipse">
            <a:avLst/>
          </a:prstGeom>
          <a:solidFill>
            <a:srgbClr val="7030A0">
              <a:alpha val="5032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8000" dirty="0"/>
              <a:t>a</a:t>
            </a:r>
            <a:endParaRPr lang="en-CH" sz="3600" dirty="0"/>
          </a:p>
        </p:txBody>
      </p:sp>
      <p:sp>
        <p:nvSpPr>
          <p:cNvPr id="3829" name="Rounded Rectangle 3828">
            <a:extLst>
              <a:ext uri="{FF2B5EF4-FFF2-40B4-BE49-F238E27FC236}">
                <a16:creationId xmlns:a16="http://schemas.microsoft.com/office/drawing/2014/main" id="{325AD0EB-DFD0-821B-797B-34092CE1DCE4}"/>
              </a:ext>
            </a:extLst>
          </p:cNvPr>
          <p:cNvSpPr/>
          <p:nvPr/>
        </p:nvSpPr>
        <p:spPr>
          <a:xfrm>
            <a:off x="5344968" y="11162626"/>
            <a:ext cx="935226" cy="83711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047274" sx="95464" sy="95464" algn="ctr" rotWithShape="0">
              <a:prstClr val="black">
                <a:alpha val="14259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grpSp>
        <p:nvGrpSpPr>
          <p:cNvPr id="3830" name="Group 3829">
            <a:extLst>
              <a:ext uri="{FF2B5EF4-FFF2-40B4-BE49-F238E27FC236}">
                <a16:creationId xmlns:a16="http://schemas.microsoft.com/office/drawing/2014/main" id="{BEFFF0BD-3305-1CED-BC9E-D360F44D1CF2}"/>
              </a:ext>
            </a:extLst>
          </p:cNvPr>
          <p:cNvGrpSpPr/>
          <p:nvPr/>
        </p:nvGrpSpPr>
        <p:grpSpPr>
          <a:xfrm rot="389916">
            <a:off x="4979756" y="11258130"/>
            <a:ext cx="633943" cy="592695"/>
            <a:chOff x="2432355" y="3534720"/>
            <a:chExt cx="764173" cy="700261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3831" name="Ink 3830">
                  <a:extLst>
                    <a:ext uri="{FF2B5EF4-FFF2-40B4-BE49-F238E27FC236}">
                      <a16:creationId xmlns:a16="http://schemas.microsoft.com/office/drawing/2014/main" id="{9E622CE9-445E-B29F-5BFF-E146F1B3BCCB}"/>
                    </a:ext>
                  </a:extLst>
                </p14:cNvPr>
                <p14:cNvContentPartPr/>
                <p14:nvPr/>
              </p14:nvContentPartPr>
              <p14:xfrm>
                <a:off x="2719168" y="3534720"/>
                <a:ext cx="477360" cy="682200"/>
              </p14:xfrm>
            </p:contentPart>
          </mc:Choice>
          <mc:Fallback xmlns="">
            <p:pic>
              <p:nvPicPr>
                <p:cNvPr id="1766" name="Ink 1765">
                  <a:extLst>
                    <a:ext uri="{FF2B5EF4-FFF2-40B4-BE49-F238E27FC236}">
                      <a16:creationId xmlns:a16="http://schemas.microsoft.com/office/drawing/2014/main" id="{BFD7C7E6-0671-227A-C8DA-6A8FE5156F2A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699161" y="3515877"/>
                  <a:ext cx="516973" cy="7202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3832" name="Ink 3831">
                  <a:extLst>
                    <a:ext uri="{FF2B5EF4-FFF2-40B4-BE49-F238E27FC236}">
                      <a16:creationId xmlns:a16="http://schemas.microsoft.com/office/drawing/2014/main" id="{E964943B-4F99-358C-C4BF-FCD489CF4484}"/>
                    </a:ext>
                  </a:extLst>
                </p14:cNvPr>
                <p14:cNvContentPartPr/>
                <p14:nvPr/>
              </p14:nvContentPartPr>
              <p14:xfrm>
                <a:off x="2432355" y="3647821"/>
                <a:ext cx="66240" cy="587160"/>
              </p14:xfrm>
            </p:contentPart>
          </mc:Choice>
          <mc:Fallback xmlns="">
            <p:pic>
              <p:nvPicPr>
                <p:cNvPr id="1767" name="Ink 1766">
                  <a:extLst>
                    <a:ext uri="{FF2B5EF4-FFF2-40B4-BE49-F238E27FC236}">
                      <a16:creationId xmlns:a16="http://schemas.microsoft.com/office/drawing/2014/main" id="{C194FBF1-6156-B7CB-4DE7-D5965CC45644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412282" y="3628980"/>
                  <a:ext cx="105984" cy="625227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833" name="Rounded Rectangle 3832">
            <a:extLst>
              <a:ext uri="{FF2B5EF4-FFF2-40B4-BE49-F238E27FC236}">
                <a16:creationId xmlns:a16="http://schemas.microsoft.com/office/drawing/2014/main" id="{16715090-722A-C355-F4B3-B37F739EE54D}"/>
              </a:ext>
            </a:extLst>
          </p:cNvPr>
          <p:cNvSpPr/>
          <p:nvPr/>
        </p:nvSpPr>
        <p:spPr>
          <a:xfrm>
            <a:off x="14112340" y="10516800"/>
            <a:ext cx="1014152" cy="92560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047274" sx="95464" sy="95464" algn="ctr" rotWithShape="0">
              <a:prstClr val="black">
                <a:alpha val="14259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3834" name="Ink 3833">
                <a:extLst>
                  <a:ext uri="{FF2B5EF4-FFF2-40B4-BE49-F238E27FC236}">
                    <a16:creationId xmlns:a16="http://schemas.microsoft.com/office/drawing/2014/main" id="{C635EFF6-5ADF-A0B1-C0F6-12B900509393}"/>
                  </a:ext>
                </a:extLst>
              </p14:cNvPr>
              <p14:cNvContentPartPr/>
              <p14:nvPr/>
            </p14:nvContentPartPr>
            <p14:xfrm rot="389916">
              <a:off x="14571281" y="10641747"/>
              <a:ext cx="418417" cy="638297"/>
            </p14:xfrm>
          </p:contentPart>
        </mc:Choice>
        <mc:Fallback xmlns="">
          <p:pic>
            <p:nvPicPr>
              <p:cNvPr id="3834" name="Ink 3833">
                <a:extLst>
                  <a:ext uri="{FF2B5EF4-FFF2-40B4-BE49-F238E27FC236}">
                    <a16:creationId xmlns:a16="http://schemas.microsoft.com/office/drawing/2014/main" id="{C635EFF6-5ADF-A0B1-C0F6-12B900509393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 rot="389916">
                <a:off x="14553277" y="10623757"/>
                <a:ext cx="454065" cy="673918"/>
              </a:xfrm>
              <a:prstGeom prst="rect">
                <a:avLst/>
              </a:prstGeom>
            </p:spPr>
          </p:pic>
        </mc:Fallback>
      </mc:AlternateContent>
      <p:grpSp>
        <p:nvGrpSpPr>
          <p:cNvPr id="3835" name="Group 3834">
            <a:extLst>
              <a:ext uri="{FF2B5EF4-FFF2-40B4-BE49-F238E27FC236}">
                <a16:creationId xmlns:a16="http://schemas.microsoft.com/office/drawing/2014/main" id="{7DE60F8A-AAB7-9811-2C3E-DD457485CF20}"/>
              </a:ext>
            </a:extLst>
          </p:cNvPr>
          <p:cNvGrpSpPr/>
          <p:nvPr/>
        </p:nvGrpSpPr>
        <p:grpSpPr>
          <a:xfrm rot="389916">
            <a:off x="14251104" y="10640885"/>
            <a:ext cx="403439" cy="642671"/>
            <a:chOff x="3804694" y="3331061"/>
            <a:chExt cx="587520" cy="89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3836" name="Ink 3835">
                  <a:extLst>
                    <a:ext uri="{FF2B5EF4-FFF2-40B4-BE49-F238E27FC236}">
                      <a16:creationId xmlns:a16="http://schemas.microsoft.com/office/drawing/2014/main" id="{2C9D3BFA-C9CC-7C39-F665-8DE32E0AC5CB}"/>
                    </a:ext>
                  </a:extLst>
                </p14:cNvPr>
                <p14:cNvContentPartPr/>
                <p14:nvPr/>
              </p14:nvContentPartPr>
              <p14:xfrm>
                <a:off x="3804694" y="3331061"/>
                <a:ext cx="587520" cy="681840"/>
              </p14:xfrm>
            </p:contentPart>
          </mc:Choice>
          <mc:Fallback xmlns="">
            <p:pic>
              <p:nvPicPr>
                <p:cNvPr id="1771" name="Ink 1770">
                  <a:extLst>
                    <a:ext uri="{FF2B5EF4-FFF2-40B4-BE49-F238E27FC236}">
                      <a16:creationId xmlns:a16="http://schemas.microsoft.com/office/drawing/2014/main" id="{F9AB3FC1-1101-DBF1-7E7D-6635FD8D7788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3778489" y="3305882"/>
                  <a:ext cx="639406" cy="7316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3837" name="Ink 3836">
                  <a:extLst>
                    <a:ext uri="{FF2B5EF4-FFF2-40B4-BE49-F238E27FC236}">
                      <a16:creationId xmlns:a16="http://schemas.microsoft.com/office/drawing/2014/main" id="{25AC6776-4648-2E67-7C00-0C84F7DD3EA9}"/>
                    </a:ext>
                  </a:extLst>
                </p14:cNvPr>
                <p14:cNvContentPartPr/>
                <p14:nvPr/>
              </p14:nvContentPartPr>
              <p14:xfrm>
                <a:off x="4059934" y="3430061"/>
                <a:ext cx="94680" cy="800640"/>
              </p14:xfrm>
            </p:contentPart>
          </mc:Choice>
          <mc:Fallback xmlns="">
            <p:pic>
              <p:nvPicPr>
                <p:cNvPr id="1772" name="Ink 1771">
                  <a:extLst>
                    <a:ext uri="{FF2B5EF4-FFF2-40B4-BE49-F238E27FC236}">
                      <a16:creationId xmlns:a16="http://schemas.microsoft.com/office/drawing/2014/main" id="{7AAD153A-4DD0-9F8A-52CC-8EC86915DE6D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4033779" y="3404868"/>
                  <a:ext cx="146466" cy="850523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3838" name="Picture 3837" descr="A white rectangular object with a black border&#10;&#10;AI-generated content may be incorrect.">
            <a:extLst>
              <a:ext uri="{FF2B5EF4-FFF2-40B4-BE49-F238E27FC236}">
                <a16:creationId xmlns:a16="http://schemas.microsoft.com/office/drawing/2014/main" id="{9A1C6A2D-D071-6403-24ED-79C0454FA4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676" t="14802" r="13119" b="14086"/>
          <a:stretch>
            <a:fillRect/>
          </a:stretch>
        </p:blipFill>
        <p:spPr>
          <a:xfrm>
            <a:off x="32133947" y="773371"/>
            <a:ext cx="7273339" cy="4593374"/>
          </a:xfrm>
          <a:prstGeom prst="rect">
            <a:avLst/>
          </a:prstGeom>
        </p:spPr>
      </p:pic>
      <p:grpSp>
        <p:nvGrpSpPr>
          <p:cNvPr id="3839" name="Group 3838">
            <a:extLst>
              <a:ext uri="{FF2B5EF4-FFF2-40B4-BE49-F238E27FC236}">
                <a16:creationId xmlns:a16="http://schemas.microsoft.com/office/drawing/2014/main" id="{9B8B9ECB-3683-A275-F18C-FF0F792E5E16}"/>
              </a:ext>
            </a:extLst>
          </p:cNvPr>
          <p:cNvGrpSpPr/>
          <p:nvPr/>
        </p:nvGrpSpPr>
        <p:grpSpPr>
          <a:xfrm rot="389916">
            <a:off x="32822046" y="2494287"/>
            <a:ext cx="808167" cy="770429"/>
            <a:chOff x="2432355" y="3534720"/>
            <a:chExt cx="764173" cy="700261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3840" name="Ink 3839">
                  <a:extLst>
                    <a:ext uri="{FF2B5EF4-FFF2-40B4-BE49-F238E27FC236}">
                      <a16:creationId xmlns:a16="http://schemas.microsoft.com/office/drawing/2014/main" id="{40D50BC9-9101-6D2A-D311-009372C17993}"/>
                    </a:ext>
                  </a:extLst>
                </p14:cNvPr>
                <p14:cNvContentPartPr/>
                <p14:nvPr/>
              </p14:nvContentPartPr>
              <p14:xfrm>
                <a:off x="2719168" y="3534720"/>
                <a:ext cx="477360" cy="682200"/>
              </p14:xfrm>
            </p:contentPart>
          </mc:Choice>
          <mc:Fallback xmlns="">
            <p:pic>
              <p:nvPicPr>
                <p:cNvPr id="1776" name="Ink 1775">
                  <a:extLst>
                    <a:ext uri="{FF2B5EF4-FFF2-40B4-BE49-F238E27FC236}">
                      <a16:creationId xmlns:a16="http://schemas.microsoft.com/office/drawing/2014/main" id="{EADD3476-1ED6-65C1-58D7-486F5FC542B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702156" y="3518687"/>
                  <a:ext cx="511044" cy="7145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3841" name="Ink 3840">
                  <a:extLst>
                    <a:ext uri="{FF2B5EF4-FFF2-40B4-BE49-F238E27FC236}">
                      <a16:creationId xmlns:a16="http://schemas.microsoft.com/office/drawing/2014/main" id="{871F1504-1C3A-6A0E-93B3-0DCA584809BA}"/>
                    </a:ext>
                  </a:extLst>
                </p14:cNvPr>
                <p14:cNvContentPartPr/>
                <p14:nvPr/>
              </p14:nvContentPartPr>
              <p14:xfrm>
                <a:off x="2432355" y="3647821"/>
                <a:ext cx="66240" cy="587160"/>
              </p14:xfrm>
            </p:contentPart>
          </mc:Choice>
          <mc:Fallback xmlns="">
            <p:pic>
              <p:nvPicPr>
                <p:cNvPr id="1777" name="Ink 1776">
                  <a:extLst>
                    <a:ext uri="{FF2B5EF4-FFF2-40B4-BE49-F238E27FC236}">
                      <a16:creationId xmlns:a16="http://schemas.microsoft.com/office/drawing/2014/main" id="{43686B4A-F93F-B0E6-E789-AE7B3FCC810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415283" y="3631784"/>
                  <a:ext cx="100043" cy="619562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3842" name="Straight Connector 3841">
            <a:extLst>
              <a:ext uri="{FF2B5EF4-FFF2-40B4-BE49-F238E27FC236}">
                <a16:creationId xmlns:a16="http://schemas.microsoft.com/office/drawing/2014/main" id="{859B69B7-4527-923F-6128-A1A0F6BE8977}"/>
              </a:ext>
            </a:extLst>
          </p:cNvPr>
          <p:cNvCxnSpPr>
            <a:cxnSpLocks/>
          </p:cNvCxnSpPr>
          <p:nvPr/>
        </p:nvCxnSpPr>
        <p:spPr>
          <a:xfrm>
            <a:off x="34852713" y="1307135"/>
            <a:ext cx="0" cy="3497534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43" name="Rounded Rectangle 3842">
            <a:extLst>
              <a:ext uri="{FF2B5EF4-FFF2-40B4-BE49-F238E27FC236}">
                <a16:creationId xmlns:a16="http://schemas.microsoft.com/office/drawing/2014/main" id="{FB9758C5-11DA-9BAD-14F8-F7EA0BD8724C}"/>
              </a:ext>
            </a:extLst>
          </p:cNvPr>
          <p:cNvSpPr/>
          <p:nvPr/>
        </p:nvSpPr>
        <p:spPr>
          <a:xfrm>
            <a:off x="32992646" y="1264535"/>
            <a:ext cx="1600981" cy="334758"/>
          </a:xfrm>
          <a:prstGeom prst="roundRect">
            <a:avLst>
              <a:gd name="adj" fmla="val 50000"/>
            </a:avLst>
          </a:prstGeom>
          <a:solidFill>
            <a:srgbClr val="EFF4FF"/>
          </a:solidFill>
          <a:ln>
            <a:solidFill>
              <a:srgbClr val="E2DF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000"/>
          </a:p>
        </p:txBody>
      </p:sp>
      <p:pic>
        <p:nvPicPr>
          <p:cNvPr id="3844" name="Graphic 3843" descr="Pencil with solid fill">
            <a:extLst>
              <a:ext uri="{FF2B5EF4-FFF2-40B4-BE49-F238E27FC236}">
                <a16:creationId xmlns:a16="http://schemas.microsoft.com/office/drawing/2014/main" id="{135FBC54-CA4F-441C-366F-E7D2E203D9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33078221" y="1317599"/>
            <a:ext cx="273047" cy="253814"/>
          </a:xfrm>
          <a:prstGeom prst="rect">
            <a:avLst/>
          </a:prstGeom>
        </p:spPr>
      </p:pic>
      <p:sp>
        <p:nvSpPr>
          <p:cNvPr id="3845" name="TextBox 3844">
            <a:extLst>
              <a:ext uri="{FF2B5EF4-FFF2-40B4-BE49-F238E27FC236}">
                <a16:creationId xmlns:a16="http://schemas.microsoft.com/office/drawing/2014/main" id="{A5398266-7B6D-2650-5976-39F404178F32}"/>
              </a:ext>
            </a:extLst>
          </p:cNvPr>
          <p:cNvSpPr txBox="1"/>
          <p:nvPr/>
        </p:nvSpPr>
        <p:spPr>
          <a:xfrm>
            <a:off x="33397350" y="1339581"/>
            <a:ext cx="143326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CH" sz="1200" dirty="0">
                <a:solidFill>
                  <a:srgbClr val="6466F2"/>
                </a:solidFill>
              </a:rPr>
              <a:t>Compare &amp; Swap</a:t>
            </a:r>
          </a:p>
        </p:txBody>
      </p:sp>
      <p:sp>
        <p:nvSpPr>
          <p:cNvPr id="3846" name="Rounded Rectangle 3845">
            <a:extLst>
              <a:ext uri="{FF2B5EF4-FFF2-40B4-BE49-F238E27FC236}">
                <a16:creationId xmlns:a16="http://schemas.microsoft.com/office/drawing/2014/main" id="{6E3667F5-F80B-8260-AE1C-792122648A73}"/>
              </a:ext>
            </a:extLst>
          </p:cNvPr>
          <p:cNvSpPr/>
          <p:nvPr/>
        </p:nvSpPr>
        <p:spPr>
          <a:xfrm>
            <a:off x="36488354" y="1352555"/>
            <a:ext cx="2159443" cy="501748"/>
          </a:xfrm>
          <a:prstGeom prst="roundRect">
            <a:avLst>
              <a:gd name="adj" fmla="val 37122"/>
            </a:avLst>
          </a:prstGeom>
          <a:solidFill>
            <a:srgbClr val="EFF6FE"/>
          </a:solidFill>
          <a:ln>
            <a:solidFill>
              <a:srgbClr val="C4CC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400"/>
          </a:p>
        </p:txBody>
      </p:sp>
      <p:sp>
        <p:nvSpPr>
          <p:cNvPr id="3847" name="TextBox 3846">
            <a:extLst>
              <a:ext uri="{FF2B5EF4-FFF2-40B4-BE49-F238E27FC236}">
                <a16:creationId xmlns:a16="http://schemas.microsoft.com/office/drawing/2014/main" id="{14527657-8087-AD1A-174A-470E5B78BBFE}"/>
              </a:ext>
            </a:extLst>
          </p:cNvPr>
          <p:cNvSpPr txBox="1"/>
          <p:nvPr/>
        </p:nvSpPr>
        <p:spPr>
          <a:xfrm>
            <a:off x="36491758" y="1476625"/>
            <a:ext cx="21594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200" dirty="0">
                <a:solidFill>
                  <a:srgbClr val="5048DE"/>
                </a:solidFill>
                <a:latin typeface="PT Mono" panose="02060509020205020204" pitchFamily="49" charset="77"/>
              </a:rPr>
              <a:t>c</a:t>
            </a:r>
            <a:r>
              <a:rPr lang="en-CH" sz="1200" dirty="0">
                <a:solidFill>
                  <a:srgbClr val="5048DE"/>
                </a:solidFill>
                <a:latin typeface="PT Mono" panose="02060509020205020204" pitchFamily="49" charset="77"/>
              </a:rPr>
              <a:t>ompare_and_swap(3,1)</a:t>
            </a:r>
          </a:p>
        </p:txBody>
      </p:sp>
      <p:sp>
        <p:nvSpPr>
          <p:cNvPr id="3848" name="Rounded Rectangle 3847">
            <a:extLst>
              <a:ext uri="{FF2B5EF4-FFF2-40B4-BE49-F238E27FC236}">
                <a16:creationId xmlns:a16="http://schemas.microsoft.com/office/drawing/2014/main" id="{E3BDF4E9-112A-53C2-B41C-D5F5CD5ACA15}"/>
              </a:ext>
            </a:extLst>
          </p:cNvPr>
          <p:cNvSpPr/>
          <p:nvPr/>
        </p:nvSpPr>
        <p:spPr>
          <a:xfrm>
            <a:off x="36488356" y="2013061"/>
            <a:ext cx="2159443" cy="529986"/>
          </a:xfrm>
          <a:prstGeom prst="roundRect">
            <a:avLst>
              <a:gd name="adj" fmla="val 37122"/>
            </a:avLst>
          </a:prstGeom>
          <a:solidFill>
            <a:srgbClr val="EFF6FE"/>
          </a:solidFill>
          <a:ln>
            <a:solidFill>
              <a:srgbClr val="C4CC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400"/>
          </a:p>
        </p:txBody>
      </p:sp>
      <p:sp>
        <p:nvSpPr>
          <p:cNvPr id="3849" name="TextBox 3848">
            <a:extLst>
              <a:ext uri="{FF2B5EF4-FFF2-40B4-BE49-F238E27FC236}">
                <a16:creationId xmlns:a16="http://schemas.microsoft.com/office/drawing/2014/main" id="{409154B1-436B-E6F4-EFCA-C533DB9D3A18}"/>
              </a:ext>
            </a:extLst>
          </p:cNvPr>
          <p:cNvSpPr txBox="1"/>
          <p:nvPr/>
        </p:nvSpPr>
        <p:spPr>
          <a:xfrm>
            <a:off x="36514680" y="2141186"/>
            <a:ext cx="21594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200" dirty="0">
                <a:solidFill>
                  <a:srgbClr val="5048DE"/>
                </a:solidFill>
                <a:latin typeface="PT Mono" panose="02060509020205020204" pitchFamily="49" charset="77"/>
              </a:rPr>
              <a:t>c</a:t>
            </a:r>
            <a:r>
              <a:rPr lang="en-CH" sz="1200" dirty="0">
                <a:solidFill>
                  <a:srgbClr val="5048DE"/>
                </a:solidFill>
                <a:latin typeface="PT Mono" panose="02060509020205020204" pitchFamily="49" charset="77"/>
              </a:rPr>
              <a:t>ompare_and_swap(</a:t>
            </a:r>
            <a:r>
              <a:rPr lang="en-US" altLang="zh-CN" sz="1200" dirty="0">
                <a:solidFill>
                  <a:srgbClr val="5048DE"/>
                </a:solidFill>
                <a:latin typeface="PT Mono" panose="02060509020205020204" pitchFamily="49" charset="77"/>
              </a:rPr>
              <a:t>3</a:t>
            </a:r>
            <a:r>
              <a:rPr lang="en-CH" sz="1200" dirty="0">
                <a:solidFill>
                  <a:srgbClr val="5048DE"/>
                </a:solidFill>
                <a:latin typeface="PT Mono" panose="02060509020205020204" pitchFamily="49" charset="77"/>
              </a:rPr>
              <a:t>,</a:t>
            </a:r>
            <a:r>
              <a:rPr lang="en-US" altLang="zh-CN" sz="1200" dirty="0">
                <a:solidFill>
                  <a:srgbClr val="5048DE"/>
                </a:solidFill>
                <a:latin typeface="PT Mono" panose="02060509020205020204" pitchFamily="49" charset="77"/>
              </a:rPr>
              <a:t>7</a:t>
            </a:r>
            <a:r>
              <a:rPr lang="en-CH" sz="1200" dirty="0">
                <a:solidFill>
                  <a:srgbClr val="5048DE"/>
                </a:solidFill>
                <a:latin typeface="PT Mono" panose="02060509020205020204" pitchFamily="49" charset="77"/>
              </a:rPr>
              <a:t>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3850" name="Ink 3849">
                <a:extLst>
                  <a:ext uri="{FF2B5EF4-FFF2-40B4-BE49-F238E27FC236}">
                    <a16:creationId xmlns:a16="http://schemas.microsoft.com/office/drawing/2014/main" id="{B034D268-B0C9-69AE-B9F1-4FF7E72EFACB}"/>
                  </a:ext>
                </a:extLst>
              </p14:cNvPr>
              <p14:cNvContentPartPr/>
              <p14:nvPr/>
            </p14:nvContentPartPr>
            <p14:xfrm rot="389916">
              <a:off x="34281173" y="2542722"/>
              <a:ext cx="418417" cy="638297"/>
            </p14:xfrm>
          </p:contentPart>
        </mc:Choice>
        <mc:Fallback xmlns="">
          <p:pic>
            <p:nvPicPr>
              <p:cNvPr id="3850" name="Ink 3849">
                <a:extLst>
                  <a:ext uri="{FF2B5EF4-FFF2-40B4-BE49-F238E27FC236}">
                    <a16:creationId xmlns:a16="http://schemas.microsoft.com/office/drawing/2014/main" id="{B034D268-B0C9-69AE-B9F1-4FF7E72EFACB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 rot="389916">
                <a:off x="34263169" y="2524732"/>
                <a:ext cx="454065" cy="673918"/>
              </a:xfrm>
              <a:prstGeom prst="rect">
                <a:avLst/>
              </a:prstGeom>
            </p:spPr>
          </p:pic>
        </mc:Fallback>
      </mc:AlternateContent>
      <p:grpSp>
        <p:nvGrpSpPr>
          <p:cNvPr id="3851" name="Group 3850">
            <a:extLst>
              <a:ext uri="{FF2B5EF4-FFF2-40B4-BE49-F238E27FC236}">
                <a16:creationId xmlns:a16="http://schemas.microsoft.com/office/drawing/2014/main" id="{4E4F57A3-535C-5199-B05E-FD334757998E}"/>
              </a:ext>
            </a:extLst>
          </p:cNvPr>
          <p:cNvGrpSpPr/>
          <p:nvPr/>
        </p:nvGrpSpPr>
        <p:grpSpPr>
          <a:xfrm rot="389916">
            <a:off x="33827529" y="2513142"/>
            <a:ext cx="403439" cy="642671"/>
            <a:chOff x="3804694" y="3331061"/>
            <a:chExt cx="587520" cy="89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3852" name="Ink 3851">
                  <a:extLst>
                    <a:ext uri="{FF2B5EF4-FFF2-40B4-BE49-F238E27FC236}">
                      <a16:creationId xmlns:a16="http://schemas.microsoft.com/office/drawing/2014/main" id="{30E7ADDE-362D-2B29-F201-4D1449CFA16B}"/>
                    </a:ext>
                  </a:extLst>
                </p14:cNvPr>
                <p14:cNvContentPartPr/>
                <p14:nvPr/>
              </p14:nvContentPartPr>
              <p14:xfrm>
                <a:off x="3804694" y="3331061"/>
                <a:ext cx="587520" cy="681840"/>
              </p14:xfrm>
            </p:contentPart>
          </mc:Choice>
          <mc:Fallback xmlns="">
            <p:pic>
              <p:nvPicPr>
                <p:cNvPr id="1797" name="Ink 1796">
                  <a:extLst>
                    <a:ext uri="{FF2B5EF4-FFF2-40B4-BE49-F238E27FC236}">
                      <a16:creationId xmlns:a16="http://schemas.microsoft.com/office/drawing/2014/main" id="{6668A086-D413-405D-E012-EC88CE6347FA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3778489" y="3305882"/>
                  <a:ext cx="639406" cy="7316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3853" name="Ink 3852">
                  <a:extLst>
                    <a:ext uri="{FF2B5EF4-FFF2-40B4-BE49-F238E27FC236}">
                      <a16:creationId xmlns:a16="http://schemas.microsoft.com/office/drawing/2014/main" id="{2BC58062-4E30-8F38-0560-8A6E3D6FAE20}"/>
                    </a:ext>
                  </a:extLst>
                </p14:cNvPr>
                <p14:cNvContentPartPr/>
                <p14:nvPr/>
              </p14:nvContentPartPr>
              <p14:xfrm>
                <a:off x="4059934" y="3430061"/>
                <a:ext cx="94680" cy="800640"/>
              </p14:xfrm>
            </p:contentPart>
          </mc:Choice>
          <mc:Fallback xmlns="">
            <p:pic>
              <p:nvPicPr>
                <p:cNvPr id="1798" name="Ink 1797">
                  <a:extLst>
                    <a:ext uri="{FF2B5EF4-FFF2-40B4-BE49-F238E27FC236}">
                      <a16:creationId xmlns:a16="http://schemas.microsoft.com/office/drawing/2014/main" id="{5F3A344A-C253-20A5-70CA-7859B4D3C367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4033779" y="3404868"/>
                  <a:ext cx="146466" cy="850523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854" name="Rounded Rectangle 3853">
            <a:extLst>
              <a:ext uri="{FF2B5EF4-FFF2-40B4-BE49-F238E27FC236}">
                <a16:creationId xmlns:a16="http://schemas.microsoft.com/office/drawing/2014/main" id="{EA9DAF67-8CA3-D503-4D7B-19937DF273C1}"/>
              </a:ext>
            </a:extLst>
          </p:cNvPr>
          <p:cNvSpPr/>
          <p:nvPr/>
        </p:nvSpPr>
        <p:spPr>
          <a:xfrm>
            <a:off x="37641459" y="4119275"/>
            <a:ext cx="950954" cy="59076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solidFill>
                  <a:schemeClr val="accent3"/>
                </a:solidFill>
              </a:rPr>
              <a:t>Done</a:t>
            </a:r>
          </a:p>
        </p:txBody>
      </p:sp>
      <p:pic>
        <p:nvPicPr>
          <p:cNvPr id="3855" name="Picture 3854" descr="A finger pointing at something&#10;&#10;AI-generated content may be incorrect.">
            <a:extLst>
              <a:ext uri="{FF2B5EF4-FFF2-40B4-BE49-F238E27FC236}">
                <a16:creationId xmlns:a16="http://schemas.microsoft.com/office/drawing/2014/main" id="{F6F51684-90CC-59F8-7176-4E6C4A90F4B0}"/>
              </a:ext>
            </a:extLst>
          </p:cNvPr>
          <p:cNvPicPr>
            <a:picLocks noChangeAspect="1"/>
          </p:cNvPicPr>
          <p:nvPr/>
        </p:nvPicPr>
        <p:blipFill>
          <a:blip r:embed="rId105"/>
          <a:srcRect l="35177" t="18118" r="14261" b="11858"/>
          <a:stretch>
            <a:fillRect/>
          </a:stretch>
        </p:blipFill>
        <p:spPr>
          <a:xfrm rot="947945">
            <a:off x="37781534" y="4514872"/>
            <a:ext cx="3193435" cy="2948369"/>
          </a:xfrm>
          <a:prstGeom prst="rect">
            <a:avLst/>
          </a:prstGeom>
        </p:spPr>
      </p:pic>
      <p:pic>
        <p:nvPicPr>
          <p:cNvPr id="3856" name="Picture 3855">
            <a:extLst>
              <a:ext uri="{FF2B5EF4-FFF2-40B4-BE49-F238E27FC236}">
                <a16:creationId xmlns:a16="http://schemas.microsoft.com/office/drawing/2014/main" id="{99F7E3A3-F24E-2D53-B08F-D61ABCDB4344}"/>
              </a:ext>
            </a:extLst>
          </p:cNvPr>
          <p:cNvPicPr>
            <a:picLocks noChangeAspect="1"/>
          </p:cNvPicPr>
          <p:nvPr/>
        </p:nvPicPr>
        <p:blipFill>
          <a:blip r:embed="rId106"/>
          <a:stretch>
            <a:fillRect/>
          </a:stretch>
        </p:blipFill>
        <p:spPr>
          <a:xfrm>
            <a:off x="15451348" y="8237385"/>
            <a:ext cx="704263" cy="1180336"/>
          </a:xfrm>
          <a:prstGeom prst="rect">
            <a:avLst/>
          </a:prstGeom>
        </p:spPr>
      </p:pic>
      <p:pic>
        <p:nvPicPr>
          <p:cNvPr id="3857" name="Picture 3856">
            <a:extLst>
              <a:ext uri="{FF2B5EF4-FFF2-40B4-BE49-F238E27FC236}">
                <a16:creationId xmlns:a16="http://schemas.microsoft.com/office/drawing/2014/main" id="{48D4DED5-F80E-6A9A-62BD-5F37A63CA2B8}"/>
              </a:ext>
            </a:extLst>
          </p:cNvPr>
          <p:cNvPicPr>
            <a:picLocks noChangeAspect="1"/>
          </p:cNvPicPr>
          <p:nvPr/>
        </p:nvPicPr>
        <p:blipFill>
          <a:blip r:embed="rId106"/>
          <a:stretch>
            <a:fillRect/>
          </a:stretch>
        </p:blipFill>
        <p:spPr>
          <a:xfrm>
            <a:off x="35069792" y="2088178"/>
            <a:ext cx="1216581" cy="2085568"/>
          </a:xfrm>
          <a:prstGeom prst="rect">
            <a:avLst/>
          </a:prstGeom>
        </p:spPr>
      </p:pic>
      <p:sp>
        <p:nvSpPr>
          <p:cNvPr id="3858" name="Rounded Rectangle 3857">
            <a:extLst>
              <a:ext uri="{FF2B5EF4-FFF2-40B4-BE49-F238E27FC236}">
                <a16:creationId xmlns:a16="http://schemas.microsoft.com/office/drawing/2014/main" id="{9F73FF15-6D25-9A3E-6334-FD4120126EB1}"/>
              </a:ext>
            </a:extLst>
          </p:cNvPr>
          <p:cNvSpPr/>
          <p:nvPr/>
        </p:nvSpPr>
        <p:spPr>
          <a:xfrm>
            <a:off x="36518096" y="3373646"/>
            <a:ext cx="2155711" cy="469299"/>
          </a:xfrm>
          <a:prstGeom prst="roundRect">
            <a:avLst>
              <a:gd name="adj" fmla="val 37122"/>
            </a:avLst>
          </a:prstGeom>
          <a:solidFill>
            <a:srgbClr val="FFFDE9"/>
          </a:solidFill>
          <a:ln>
            <a:solidFill>
              <a:srgbClr val="EBB3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088"/>
          </a:p>
        </p:txBody>
      </p:sp>
      <p:pic>
        <p:nvPicPr>
          <p:cNvPr id="3859" name="Picture 3858">
            <a:extLst>
              <a:ext uri="{FF2B5EF4-FFF2-40B4-BE49-F238E27FC236}">
                <a16:creationId xmlns:a16="http://schemas.microsoft.com/office/drawing/2014/main" id="{CDBFB1A3-6978-41AE-C4D7-3EFD006B37A5}"/>
              </a:ext>
            </a:extLst>
          </p:cNvPr>
          <p:cNvPicPr>
            <a:picLocks noChangeAspect="1"/>
          </p:cNvPicPr>
          <p:nvPr/>
        </p:nvPicPr>
        <p:blipFill>
          <a:blip r:embed="rId107"/>
          <a:stretch>
            <a:fillRect/>
          </a:stretch>
        </p:blipFill>
        <p:spPr>
          <a:xfrm>
            <a:off x="37908841" y="3645735"/>
            <a:ext cx="701364" cy="163822"/>
          </a:xfrm>
          <a:prstGeom prst="rect">
            <a:avLst/>
          </a:prstGeom>
        </p:spPr>
      </p:pic>
      <p:sp>
        <p:nvSpPr>
          <p:cNvPr id="3860" name="TextBox 3859">
            <a:extLst>
              <a:ext uri="{FF2B5EF4-FFF2-40B4-BE49-F238E27FC236}">
                <a16:creationId xmlns:a16="http://schemas.microsoft.com/office/drawing/2014/main" id="{50F34968-F06B-0CC2-EE03-AACF588B0FE7}"/>
              </a:ext>
            </a:extLst>
          </p:cNvPr>
          <p:cNvSpPr txBox="1"/>
          <p:nvPr/>
        </p:nvSpPr>
        <p:spPr>
          <a:xfrm>
            <a:off x="36488354" y="3419869"/>
            <a:ext cx="16285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C7180"/>
                </a:solidFill>
                <a:latin typeface="PT Mono" panose="02060509020205020204" pitchFamily="49" charset="77"/>
              </a:rPr>
              <a:t>[1, 3, 4, 7]</a:t>
            </a:r>
            <a:endParaRPr lang="en-CH" sz="1400" dirty="0">
              <a:solidFill>
                <a:srgbClr val="6C7180"/>
              </a:solidFill>
              <a:latin typeface="PT Mono" panose="02060509020205020204" pitchFamily="49" charset="77"/>
            </a:endParaRPr>
          </a:p>
        </p:txBody>
      </p:sp>
      <p:pic>
        <p:nvPicPr>
          <p:cNvPr id="3861" name="Picture 3860">
            <a:extLst>
              <a:ext uri="{FF2B5EF4-FFF2-40B4-BE49-F238E27FC236}">
                <a16:creationId xmlns:a16="http://schemas.microsoft.com/office/drawing/2014/main" id="{99141537-8C9D-43CD-835F-95FD8F4BB6A1}"/>
              </a:ext>
            </a:extLst>
          </p:cNvPr>
          <p:cNvPicPr>
            <a:picLocks noChangeAspect="1"/>
          </p:cNvPicPr>
          <p:nvPr/>
        </p:nvPicPr>
        <p:blipFill>
          <a:blip r:embed="rId108"/>
          <a:srcRect t="25662"/>
          <a:stretch>
            <a:fillRect/>
          </a:stretch>
        </p:blipFill>
        <p:spPr>
          <a:xfrm>
            <a:off x="35101661" y="2098185"/>
            <a:ext cx="1130654" cy="2447618"/>
          </a:xfrm>
          <a:prstGeom prst="rect">
            <a:avLst/>
          </a:prstGeom>
        </p:spPr>
      </p:pic>
      <p:pic>
        <p:nvPicPr>
          <p:cNvPr id="3862" name="Picture 3861">
            <a:extLst>
              <a:ext uri="{FF2B5EF4-FFF2-40B4-BE49-F238E27FC236}">
                <a16:creationId xmlns:a16="http://schemas.microsoft.com/office/drawing/2014/main" id="{74C682C9-4E64-6C0E-02ED-BB06E909826E}"/>
              </a:ext>
            </a:extLst>
          </p:cNvPr>
          <p:cNvPicPr>
            <a:picLocks noChangeAspect="1"/>
          </p:cNvPicPr>
          <p:nvPr/>
        </p:nvPicPr>
        <p:blipFill>
          <a:blip r:embed="rId109"/>
          <a:stretch>
            <a:fillRect/>
          </a:stretch>
        </p:blipFill>
        <p:spPr>
          <a:xfrm>
            <a:off x="32976041" y="5842112"/>
            <a:ext cx="2122059" cy="2122059"/>
          </a:xfrm>
          <a:prstGeom prst="rect">
            <a:avLst/>
          </a:prstGeom>
        </p:spPr>
      </p:pic>
      <p:pic>
        <p:nvPicPr>
          <p:cNvPr id="3863" name="Picture 3862">
            <a:extLst>
              <a:ext uri="{FF2B5EF4-FFF2-40B4-BE49-F238E27FC236}">
                <a16:creationId xmlns:a16="http://schemas.microsoft.com/office/drawing/2014/main" id="{8058C3DB-1787-6C47-3B15-844B9EAB7403}"/>
              </a:ext>
            </a:extLst>
          </p:cNvPr>
          <p:cNvPicPr>
            <a:picLocks noChangeAspect="1"/>
          </p:cNvPicPr>
          <p:nvPr/>
        </p:nvPicPr>
        <p:blipFill>
          <a:blip r:embed="rId110"/>
          <a:stretch>
            <a:fillRect/>
          </a:stretch>
        </p:blipFill>
        <p:spPr>
          <a:xfrm>
            <a:off x="35203254" y="5837685"/>
            <a:ext cx="2122060" cy="2171411"/>
          </a:xfrm>
          <a:prstGeom prst="rect">
            <a:avLst/>
          </a:prstGeom>
        </p:spPr>
      </p:pic>
      <p:cxnSp>
        <p:nvCxnSpPr>
          <p:cNvPr id="3864" name="Curved Connector 3863">
            <a:extLst>
              <a:ext uri="{FF2B5EF4-FFF2-40B4-BE49-F238E27FC236}">
                <a16:creationId xmlns:a16="http://schemas.microsoft.com/office/drawing/2014/main" id="{E94AA74F-53E8-A0A7-4F36-14123D7CBEA1}"/>
              </a:ext>
            </a:extLst>
          </p:cNvPr>
          <p:cNvCxnSpPr>
            <a:cxnSpLocks/>
          </p:cNvCxnSpPr>
          <p:nvPr/>
        </p:nvCxnSpPr>
        <p:spPr>
          <a:xfrm rot="5400000">
            <a:off x="37111624" y="4845889"/>
            <a:ext cx="871890" cy="717963"/>
          </a:xfrm>
          <a:prstGeom prst="curvedConnector3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tailEnd type="arrow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3865" name="Picture 3864" descr="A white rectangular object with a black border&#10;&#10;AI-generated content may be incorrect.">
            <a:extLst>
              <a:ext uri="{FF2B5EF4-FFF2-40B4-BE49-F238E27FC236}">
                <a16:creationId xmlns:a16="http://schemas.microsoft.com/office/drawing/2014/main" id="{D8077F5B-3451-4228-184E-2F94BACC33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676" t="14802" r="13119" b="14086"/>
          <a:stretch>
            <a:fillRect/>
          </a:stretch>
        </p:blipFill>
        <p:spPr>
          <a:xfrm>
            <a:off x="30439288" y="8772908"/>
            <a:ext cx="11293516" cy="698034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3866" name="Ink 3865">
                <a:extLst>
                  <a:ext uri="{FF2B5EF4-FFF2-40B4-BE49-F238E27FC236}">
                    <a16:creationId xmlns:a16="http://schemas.microsoft.com/office/drawing/2014/main" id="{AE1E41C8-FBBE-740C-8A72-12681769A62A}"/>
                  </a:ext>
                </a:extLst>
              </p14:cNvPr>
              <p14:cNvContentPartPr/>
              <p14:nvPr/>
            </p14:nvContentPartPr>
            <p14:xfrm rot="389916">
              <a:off x="32366738" y="12037763"/>
              <a:ext cx="783882" cy="1177640"/>
            </p14:xfrm>
          </p:contentPart>
        </mc:Choice>
        <mc:Fallback xmlns="">
          <p:pic>
            <p:nvPicPr>
              <p:cNvPr id="3866" name="Ink 3865">
                <a:extLst>
                  <a:ext uri="{FF2B5EF4-FFF2-40B4-BE49-F238E27FC236}">
                    <a16:creationId xmlns:a16="http://schemas.microsoft.com/office/drawing/2014/main" id="{AE1E41C8-FBBE-740C-8A72-12681769A62A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 rot="389916">
                <a:off x="32348734" y="12019762"/>
                <a:ext cx="819529" cy="12132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3867" name="Ink 3866">
                <a:extLst>
                  <a:ext uri="{FF2B5EF4-FFF2-40B4-BE49-F238E27FC236}">
                    <a16:creationId xmlns:a16="http://schemas.microsoft.com/office/drawing/2014/main" id="{D040CB90-824C-8D90-8630-21B4E01E2693}"/>
                  </a:ext>
                </a:extLst>
              </p14:cNvPr>
              <p14:cNvContentPartPr/>
              <p14:nvPr/>
            </p14:nvContentPartPr>
            <p14:xfrm rot="389916">
              <a:off x="31835963" y="12027831"/>
              <a:ext cx="108774" cy="1013578"/>
            </p14:xfrm>
          </p:contentPart>
        </mc:Choice>
        <mc:Fallback xmlns="">
          <p:pic>
            <p:nvPicPr>
              <p:cNvPr id="3867" name="Ink 3866">
                <a:extLst>
                  <a:ext uri="{FF2B5EF4-FFF2-40B4-BE49-F238E27FC236}">
                    <a16:creationId xmlns:a16="http://schemas.microsoft.com/office/drawing/2014/main" id="{D040CB90-824C-8D90-8630-21B4E01E2693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 rot="389916">
                <a:off x="31817954" y="12009828"/>
                <a:ext cx="144432" cy="10492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3868" name="Ink 3867">
                <a:extLst>
                  <a:ext uri="{FF2B5EF4-FFF2-40B4-BE49-F238E27FC236}">
                    <a16:creationId xmlns:a16="http://schemas.microsoft.com/office/drawing/2014/main" id="{1FD9B473-C6E0-FAE6-044C-3AD602CBFA3C}"/>
                  </a:ext>
                </a:extLst>
              </p14:cNvPr>
              <p14:cNvContentPartPr/>
              <p14:nvPr/>
            </p14:nvContentPartPr>
            <p14:xfrm rot="389916">
              <a:off x="34093979" y="11835822"/>
              <a:ext cx="649688" cy="1316843"/>
            </p14:xfrm>
          </p:contentPart>
        </mc:Choice>
        <mc:Fallback xmlns="">
          <p:pic>
            <p:nvPicPr>
              <p:cNvPr id="3868" name="Ink 3867">
                <a:extLst>
                  <a:ext uri="{FF2B5EF4-FFF2-40B4-BE49-F238E27FC236}">
                    <a16:creationId xmlns:a16="http://schemas.microsoft.com/office/drawing/2014/main" id="{1FD9B473-C6E0-FAE6-044C-3AD602CBFA3C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 rot="389916">
                <a:off x="34075972" y="11817818"/>
                <a:ext cx="685342" cy="1352492"/>
              </a:xfrm>
              <a:prstGeom prst="rect">
                <a:avLst/>
              </a:prstGeom>
            </p:spPr>
          </p:pic>
        </mc:Fallback>
      </mc:AlternateContent>
      <p:cxnSp>
        <p:nvCxnSpPr>
          <p:cNvPr id="3872" name="Straight Connector 3871">
            <a:extLst>
              <a:ext uri="{FF2B5EF4-FFF2-40B4-BE49-F238E27FC236}">
                <a16:creationId xmlns:a16="http://schemas.microsoft.com/office/drawing/2014/main" id="{8B2C73D7-E54F-9691-3E03-6DB6362988E4}"/>
              </a:ext>
            </a:extLst>
          </p:cNvPr>
          <p:cNvCxnSpPr>
            <a:cxnSpLocks/>
          </p:cNvCxnSpPr>
          <p:nvPr/>
        </p:nvCxnSpPr>
        <p:spPr>
          <a:xfrm>
            <a:off x="35309544" y="9397292"/>
            <a:ext cx="0" cy="5487694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73" name="Rounded Rectangle 3872">
            <a:extLst>
              <a:ext uri="{FF2B5EF4-FFF2-40B4-BE49-F238E27FC236}">
                <a16:creationId xmlns:a16="http://schemas.microsoft.com/office/drawing/2014/main" id="{986D5BD5-8325-9CF3-C6AC-53EE3DBF5018}"/>
              </a:ext>
            </a:extLst>
          </p:cNvPr>
          <p:cNvSpPr/>
          <p:nvPr/>
        </p:nvSpPr>
        <p:spPr>
          <a:xfrm>
            <a:off x="37123859" y="9899297"/>
            <a:ext cx="3706204" cy="699910"/>
          </a:xfrm>
          <a:prstGeom prst="roundRect">
            <a:avLst>
              <a:gd name="adj" fmla="val 37122"/>
            </a:avLst>
          </a:prstGeom>
          <a:solidFill>
            <a:srgbClr val="EFF6FE"/>
          </a:solidFill>
          <a:ln>
            <a:solidFill>
              <a:srgbClr val="C4CC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8000"/>
          </a:p>
        </p:txBody>
      </p:sp>
      <p:sp>
        <p:nvSpPr>
          <p:cNvPr id="3874" name="TextBox 3873">
            <a:extLst>
              <a:ext uri="{FF2B5EF4-FFF2-40B4-BE49-F238E27FC236}">
                <a16:creationId xmlns:a16="http://schemas.microsoft.com/office/drawing/2014/main" id="{8CCDD69C-A895-F918-20B5-CF8E9D8DB20B}"/>
              </a:ext>
            </a:extLst>
          </p:cNvPr>
          <p:cNvSpPr txBox="1"/>
          <p:nvPr/>
        </p:nvSpPr>
        <p:spPr>
          <a:xfrm>
            <a:off x="37170972" y="10074382"/>
            <a:ext cx="37062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5048DE"/>
                </a:solidFill>
                <a:latin typeface="PT Mono" panose="02060509020205020204" pitchFamily="49" charset="77"/>
              </a:rPr>
              <a:t>c</a:t>
            </a:r>
            <a:r>
              <a:rPr lang="en-CH" sz="2000" dirty="0">
                <a:solidFill>
                  <a:srgbClr val="5048DE"/>
                </a:solidFill>
                <a:latin typeface="PT Mono" panose="02060509020205020204" pitchFamily="49" charset="77"/>
              </a:rPr>
              <a:t>ompare_and_swap(</a:t>
            </a:r>
            <a:r>
              <a:rPr lang="en-US" altLang="zh-CN" sz="2000" dirty="0">
                <a:solidFill>
                  <a:srgbClr val="5048DE"/>
                </a:solidFill>
                <a:latin typeface="PT Mono" panose="02060509020205020204" pitchFamily="49" charset="77"/>
              </a:rPr>
              <a:t>3</a:t>
            </a:r>
            <a:r>
              <a:rPr lang="en-CH" sz="2000" dirty="0">
                <a:solidFill>
                  <a:srgbClr val="5048DE"/>
                </a:solidFill>
                <a:latin typeface="PT Mono" panose="02060509020205020204" pitchFamily="49" charset="77"/>
              </a:rPr>
              <a:t>,1)</a:t>
            </a:r>
          </a:p>
        </p:txBody>
      </p:sp>
      <p:sp>
        <p:nvSpPr>
          <p:cNvPr id="3875" name="Rounded Rectangle 3874">
            <a:extLst>
              <a:ext uri="{FF2B5EF4-FFF2-40B4-BE49-F238E27FC236}">
                <a16:creationId xmlns:a16="http://schemas.microsoft.com/office/drawing/2014/main" id="{6A925218-2D83-471A-D33E-140C5550CDA0}"/>
              </a:ext>
            </a:extLst>
          </p:cNvPr>
          <p:cNvSpPr/>
          <p:nvPr/>
        </p:nvSpPr>
        <p:spPr>
          <a:xfrm>
            <a:off x="37139002" y="10832842"/>
            <a:ext cx="3706204" cy="699910"/>
          </a:xfrm>
          <a:prstGeom prst="roundRect">
            <a:avLst>
              <a:gd name="adj" fmla="val 37122"/>
            </a:avLst>
          </a:prstGeom>
          <a:solidFill>
            <a:srgbClr val="EFF6FE"/>
          </a:solidFill>
          <a:ln>
            <a:solidFill>
              <a:srgbClr val="C4CC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8000"/>
          </a:p>
        </p:txBody>
      </p:sp>
      <p:sp>
        <p:nvSpPr>
          <p:cNvPr id="3876" name="TextBox 3875">
            <a:extLst>
              <a:ext uri="{FF2B5EF4-FFF2-40B4-BE49-F238E27FC236}">
                <a16:creationId xmlns:a16="http://schemas.microsoft.com/office/drawing/2014/main" id="{403FD875-6AC2-3E89-F7E7-3A811E82C015}"/>
              </a:ext>
            </a:extLst>
          </p:cNvPr>
          <p:cNvSpPr txBox="1"/>
          <p:nvPr/>
        </p:nvSpPr>
        <p:spPr>
          <a:xfrm>
            <a:off x="37138999" y="10982742"/>
            <a:ext cx="37062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5048DE"/>
                </a:solidFill>
                <a:latin typeface="PT Mono" panose="02060509020205020204" pitchFamily="49" charset="77"/>
              </a:rPr>
              <a:t>c</a:t>
            </a:r>
            <a:r>
              <a:rPr lang="en-CH" sz="2000" dirty="0">
                <a:solidFill>
                  <a:srgbClr val="5048DE"/>
                </a:solidFill>
                <a:latin typeface="PT Mono" panose="02060509020205020204" pitchFamily="49" charset="77"/>
              </a:rPr>
              <a:t>ompare_and_swap(</a:t>
            </a:r>
            <a:r>
              <a:rPr lang="en-US" altLang="zh-CN" sz="2000" dirty="0">
                <a:solidFill>
                  <a:srgbClr val="5048DE"/>
                </a:solidFill>
                <a:latin typeface="PT Mono" panose="02060509020205020204" pitchFamily="49" charset="77"/>
              </a:rPr>
              <a:t>3</a:t>
            </a:r>
            <a:r>
              <a:rPr lang="en-CH" sz="2000" dirty="0">
                <a:solidFill>
                  <a:srgbClr val="5048DE"/>
                </a:solidFill>
                <a:latin typeface="PT Mono" panose="02060509020205020204" pitchFamily="49" charset="77"/>
              </a:rPr>
              <a:t>,</a:t>
            </a:r>
            <a:r>
              <a:rPr lang="en-US" altLang="zh-CN" sz="2000" dirty="0">
                <a:solidFill>
                  <a:srgbClr val="5048DE"/>
                </a:solidFill>
                <a:latin typeface="PT Mono" panose="02060509020205020204" pitchFamily="49" charset="77"/>
              </a:rPr>
              <a:t>7</a:t>
            </a:r>
            <a:r>
              <a:rPr lang="en-CH" sz="2000" dirty="0">
                <a:solidFill>
                  <a:srgbClr val="5048DE"/>
                </a:solidFill>
                <a:latin typeface="PT Mono" panose="02060509020205020204" pitchFamily="49" charset="77"/>
              </a:rPr>
              <a:t>)</a:t>
            </a:r>
          </a:p>
        </p:txBody>
      </p:sp>
      <p:pic>
        <p:nvPicPr>
          <p:cNvPr id="3877" name="Picture 3876">
            <a:extLst>
              <a:ext uri="{FF2B5EF4-FFF2-40B4-BE49-F238E27FC236}">
                <a16:creationId xmlns:a16="http://schemas.microsoft.com/office/drawing/2014/main" id="{E26698DE-5B70-5BCD-5A06-38F2F282DD52}"/>
              </a:ext>
            </a:extLst>
          </p:cNvPr>
          <p:cNvPicPr>
            <a:picLocks noChangeAspect="1"/>
          </p:cNvPicPr>
          <p:nvPr/>
        </p:nvPicPr>
        <p:blipFill>
          <a:blip r:embed="rId117"/>
          <a:srcRect l="-1" t="24127" r="3816"/>
          <a:stretch>
            <a:fillRect/>
          </a:stretch>
        </p:blipFill>
        <p:spPr>
          <a:xfrm>
            <a:off x="35428185" y="9587241"/>
            <a:ext cx="1662577" cy="4267850"/>
          </a:xfrm>
          <a:prstGeom prst="rect">
            <a:avLst/>
          </a:prstGeom>
        </p:spPr>
      </p:pic>
      <p:grpSp>
        <p:nvGrpSpPr>
          <p:cNvPr id="3878" name="Group 3877">
            <a:extLst>
              <a:ext uri="{FF2B5EF4-FFF2-40B4-BE49-F238E27FC236}">
                <a16:creationId xmlns:a16="http://schemas.microsoft.com/office/drawing/2014/main" id="{A3DF745F-1F0B-0A40-4339-6BFCDD1D91EA}"/>
              </a:ext>
            </a:extLst>
          </p:cNvPr>
          <p:cNvGrpSpPr/>
          <p:nvPr/>
        </p:nvGrpSpPr>
        <p:grpSpPr>
          <a:xfrm>
            <a:off x="31518063" y="9543728"/>
            <a:ext cx="2411322" cy="400055"/>
            <a:chOff x="26675415" y="1088315"/>
            <a:chExt cx="1837973" cy="334758"/>
          </a:xfrm>
        </p:grpSpPr>
        <p:sp>
          <p:nvSpPr>
            <p:cNvPr id="3879" name="Rounded Rectangle 3878">
              <a:extLst>
                <a:ext uri="{FF2B5EF4-FFF2-40B4-BE49-F238E27FC236}">
                  <a16:creationId xmlns:a16="http://schemas.microsoft.com/office/drawing/2014/main" id="{9F89569E-B5C2-ACC1-574A-4F7E8DC67EFA}"/>
                </a:ext>
              </a:extLst>
            </p:cNvPr>
            <p:cNvSpPr/>
            <p:nvPr/>
          </p:nvSpPr>
          <p:spPr>
            <a:xfrm>
              <a:off x="26675415" y="1088315"/>
              <a:ext cx="1600981" cy="334758"/>
            </a:xfrm>
            <a:prstGeom prst="roundRect">
              <a:avLst>
                <a:gd name="adj" fmla="val 50000"/>
              </a:avLst>
            </a:prstGeom>
            <a:solidFill>
              <a:srgbClr val="EFF4FF"/>
            </a:solidFill>
            <a:ln>
              <a:solidFill>
                <a:srgbClr val="E2DFE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2800"/>
            </a:p>
          </p:txBody>
        </p:sp>
        <p:pic>
          <p:nvPicPr>
            <p:cNvPr id="3880" name="Graphic 3879" descr="Pencil with solid fill">
              <a:extLst>
                <a:ext uri="{FF2B5EF4-FFF2-40B4-BE49-F238E27FC236}">
                  <a16:creationId xmlns:a16="http://schemas.microsoft.com/office/drawing/2014/main" id="{0C405FF1-4E75-968C-D2F0-6D7849F4BBD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4"/>
                </a:ext>
              </a:extLst>
            </a:blip>
            <a:stretch>
              <a:fillRect/>
            </a:stretch>
          </p:blipFill>
          <p:spPr>
            <a:xfrm>
              <a:off x="26760990" y="1141379"/>
              <a:ext cx="273047" cy="253814"/>
            </a:xfrm>
            <a:prstGeom prst="rect">
              <a:avLst/>
            </a:prstGeom>
          </p:spPr>
        </p:pic>
        <p:sp>
          <p:nvSpPr>
            <p:cNvPr id="3881" name="TextBox 3880">
              <a:extLst>
                <a:ext uri="{FF2B5EF4-FFF2-40B4-BE49-F238E27FC236}">
                  <a16:creationId xmlns:a16="http://schemas.microsoft.com/office/drawing/2014/main" id="{D2D5D335-693F-DEB6-36D9-DAD7BC4E985F}"/>
                </a:ext>
              </a:extLst>
            </p:cNvPr>
            <p:cNvSpPr txBox="1"/>
            <p:nvPr/>
          </p:nvSpPr>
          <p:spPr>
            <a:xfrm>
              <a:off x="27080119" y="1163361"/>
              <a:ext cx="1433269" cy="2060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CH" sz="1600" dirty="0">
                  <a:solidFill>
                    <a:srgbClr val="6466F2"/>
                  </a:solidFill>
                </a:rPr>
                <a:t>Compare &amp; Swap</a:t>
              </a:r>
            </a:p>
          </p:txBody>
        </p:sp>
      </p:grpSp>
      <p:grpSp>
        <p:nvGrpSpPr>
          <p:cNvPr id="3882" name="Group 3881">
            <a:extLst>
              <a:ext uri="{FF2B5EF4-FFF2-40B4-BE49-F238E27FC236}">
                <a16:creationId xmlns:a16="http://schemas.microsoft.com/office/drawing/2014/main" id="{1691A3A3-3845-BBC3-120C-DE2D459FC903}"/>
              </a:ext>
            </a:extLst>
          </p:cNvPr>
          <p:cNvGrpSpPr/>
          <p:nvPr/>
        </p:nvGrpSpPr>
        <p:grpSpPr>
          <a:xfrm>
            <a:off x="37137549" y="12660378"/>
            <a:ext cx="3641824" cy="808086"/>
            <a:chOff x="30135838" y="3066879"/>
            <a:chExt cx="2185453" cy="404621"/>
          </a:xfrm>
        </p:grpSpPr>
        <p:sp>
          <p:nvSpPr>
            <p:cNvPr id="3883" name="Rounded Rectangle 3882">
              <a:extLst>
                <a:ext uri="{FF2B5EF4-FFF2-40B4-BE49-F238E27FC236}">
                  <a16:creationId xmlns:a16="http://schemas.microsoft.com/office/drawing/2014/main" id="{AE831CAA-4BD4-01D0-048C-F9A9006BE964}"/>
                </a:ext>
              </a:extLst>
            </p:cNvPr>
            <p:cNvSpPr/>
            <p:nvPr/>
          </p:nvSpPr>
          <p:spPr>
            <a:xfrm>
              <a:off x="30165580" y="3066879"/>
              <a:ext cx="2155711" cy="404621"/>
            </a:xfrm>
            <a:prstGeom prst="roundRect">
              <a:avLst>
                <a:gd name="adj" fmla="val 37122"/>
              </a:avLst>
            </a:prstGeom>
            <a:solidFill>
              <a:srgbClr val="FFFDE9"/>
            </a:solidFill>
            <a:ln>
              <a:solidFill>
                <a:srgbClr val="EBB30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3600"/>
            </a:p>
          </p:txBody>
        </p:sp>
        <p:pic>
          <p:nvPicPr>
            <p:cNvPr id="3884" name="Picture 3883">
              <a:extLst>
                <a:ext uri="{FF2B5EF4-FFF2-40B4-BE49-F238E27FC236}">
                  <a16:creationId xmlns:a16="http://schemas.microsoft.com/office/drawing/2014/main" id="{FBE40EE8-37AC-BF7A-FA85-E877392A502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7"/>
            <a:stretch>
              <a:fillRect/>
            </a:stretch>
          </p:blipFill>
          <p:spPr>
            <a:xfrm>
              <a:off x="31489693" y="3335610"/>
              <a:ext cx="681352" cy="127859"/>
            </a:xfrm>
            <a:prstGeom prst="rect">
              <a:avLst/>
            </a:prstGeom>
          </p:spPr>
        </p:pic>
        <p:sp>
          <p:nvSpPr>
            <p:cNvPr id="3885" name="TextBox 3884">
              <a:extLst>
                <a:ext uri="{FF2B5EF4-FFF2-40B4-BE49-F238E27FC236}">
                  <a16:creationId xmlns:a16="http://schemas.microsoft.com/office/drawing/2014/main" id="{591009EC-CED4-1BAB-A0C7-458986B43D04}"/>
                </a:ext>
              </a:extLst>
            </p:cNvPr>
            <p:cNvSpPr txBox="1"/>
            <p:nvPr/>
          </p:nvSpPr>
          <p:spPr>
            <a:xfrm>
              <a:off x="30135838" y="3113102"/>
              <a:ext cx="1872727" cy="2619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800" dirty="0">
                  <a:solidFill>
                    <a:srgbClr val="6C7180"/>
                  </a:solidFill>
                  <a:latin typeface="PT Mono" panose="02060509020205020204" pitchFamily="49" charset="77"/>
                </a:rPr>
                <a:t>[1, </a:t>
              </a:r>
              <a:r>
                <a:rPr lang="en-US" altLang="zh-CN" sz="2800" dirty="0">
                  <a:solidFill>
                    <a:srgbClr val="6C7180"/>
                  </a:solidFill>
                  <a:latin typeface="PT Mono" panose="02060509020205020204" pitchFamily="49" charset="77"/>
                </a:rPr>
                <a:t>3</a:t>
              </a:r>
              <a:r>
                <a:rPr lang="en-US" sz="2800" dirty="0">
                  <a:solidFill>
                    <a:srgbClr val="6C7180"/>
                  </a:solidFill>
                  <a:latin typeface="PT Mono" panose="02060509020205020204" pitchFamily="49" charset="77"/>
                </a:rPr>
                <a:t>, </a:t>
              </a:r>
              <a:r>
                <a:rPr lang="en-US" altLang="zh-CN" sz="2800" dirty="0">
                  <a:solidFill>
                    <a:srgbClr val="6C7180"/>
                  </a:solidFill>
                  <a:latin typeface="PT Mono" panose="02060509020205020204" pitchFamily="49" charset="77"/>
                </a:rPr>
                <a:t>2</a:t>
              </a:r>
              <a:r>
                <a:rPr lang="en-US" sz="2800" dirty="0">
                  <a:solidFill>
                    <a:srgbClr val="6C7180"/>
                  </a:solidFill>
                  <a:latin typeface="PT Mono" panose="02060509020205020204" pitchFamily="49" charset="77"/>
                </a:rPr>
                <a:t>, 7]</a:t>
              </a:r>
              <a:endParaRPr lang="en-CH" sz="2800" dirty="0">
                <a:solidFill>
                  <a:srgbClr val="6C7180"/>
                </a:solidFill>
                <a:latin typeface="PT Mono" panose="02060509020205020204" pitchFamily="49" charset="77"/>
              </a:endParaRPr>
            </a:p>
          </p:txBody>
        </p:sp>
      </p:grpSp>
      <p:cxnSp>
        <p:nvCxnSpPr>
          <p:cNvPr id="3886" name="Curved Connector 3885">
            <a:extLst>
              <a:ext uri="{FF2B5EF4-FFF2-40B4-BE49-F238E27FC236}">
                <a16:creationId xmlns:a16="http://schemas.microsoft.com/office/drawing/2014/main" id="{F3C468A9-6D31-3856-0801-0268A199840B}"/>
              </a:ext>
            </a:extLst>
          </p:cNvPr>
          <p:cNvCxnSpPr>
            <a:cxnSpLocks/>
          </p:cNvCxnSpPr>
          <p:nvPr/>
        </p:nvCxnSpPr>
        <p:spPr>
          <a:xfrm rot="5400000">
            <a:off x="34406828" y="8444544"/>
            <a:ext cx="1636107" cy="1309430"/>
          </a:xfrm>
          <a:prstGeom prst="curvedConnector3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tailEnd type="arrow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887" name="Rounded Rectangle 3886">
            <a:extLst>
              <a:ext uri="{FF2B5EF4-FFF2-40B4-BE49-F238E27FC236}">
                <a16:creationId xmlns:a16="http://schemas.microsoft.com/office/drawing/2014/main" id="{50C11AC2-E985-6B2A-3D04-0BF04CC6CD8D}"/>
              </a:ext>
            </a:extLst>
          </p:cNvPr>
          <p:cNvSpPr/>
          <p:nvPr/>
        </p:nvSpPr>
        <p:spPr>
          <a:xfrm>
            <a:off x="22189746" y="5484595"/>
            <a:ext cx="6883757" cy="4697120"/>
          </a:xfrm>
          <a:prstGeom prst="roundRect">
            <a:avLst>
              <a:gd name="adj" fmla="val 13260"/>
            </a:avLst>
          </a:prstGeom>
          <a:solidFill>
            <a:srgbClr val="FBFBFB"/>
          </a:solidFill>
          <a:ln>
            <a:noFill/>
          </a:ln>
          <a:effectLst>
            <a:outerShdw blurRad="1047274" sx="95464" sy="95464" algn="ctr" rotWithShape="0">
              <a:prstClr val="black">
                <a:alpha val="14259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3888" name="Rounded Rectangle 3887">
            <a:extLst>
              <a:ext uri="{FF2B5EF4-FFF2-40B4-BE49-F238E27FC236}">
                <a16:creationId xmlns:a16="http://schemas.microsoft.com/office/drawing/2014/main" id="{864AFFA6-062D-6C14-4149-AB9B6198F056}"/>
              </a:ext>
            </a:extLst>
          </p:cNvPr>
          <p:cNvSpPr/>
          <p:nvPr/>
        </p:nvSpPr>
        <p:spPr>
          <a:xfrm>
            <a:off x="24227932" y="6570337"/>
            <a:ext cx="4313662" cy="895365"/>
          </a:xfrm>
          <a:prstGeom prst="roundRect">
            <a:avLst>
              <a:gd name="adj" fmla="val 37122"/>
            </a:avLst>
          </a:prstGeom>
          <a:solidFill>
            <a:srgbClr val="EFF6FE"/>
          </a:solidFill>
          <a:ln>
            <a:solidFill>
              <a:srgbClr val="C4CC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8000"/>
          </a:p>
        </p:txBody>
      </p:sp>
      <p:sp>
        <p:nvSpPr>
          <p:cNvPr id="3889" name="TextBox 3888">
            <a:extLst>
              <a:ext uri="{FF2B5EF4-FFF2-40B4-BE49-F238E27FC236}">
                <a16:creationId xmlns:a16="http://schemas.microsoft.com/office/drawing/2014/main" id="{45664D95-0B0F-00A1-23DC-13E6D5BF8EBE}"/>
              </a:ext>
            </a:extLst>
          </p:cNvPr>
          <p:cNvSpPr txBox="1"/>
          <p:nvPr/>
        </p:nvSpPr>
        <p:spPr>
          <a:xfrm>
            <a:off x="24227932" y="6842324"/>
            <a:ext cx="4313662" cy="400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5048DE"/>
                </a:solidFill>
                <a:latin typeface="PT Mono" panose="02060509020205020204" pitchFamily="49" charset="77"/>
              </a:rPr>
              <a:t>c</a:t>
            </a:r>
            <a:r>
              <a:rPr lang="en-CH" sz="2000" dirty="0">
                <a:solidFill>
                  <a:srgbClr val="5048DE"/>
                </a:solidFill>
                <a:latin typeface="PT Mono" panose="02060509020205020204" pitchFamily="49" charset="77"/>
              </a:rPr>
              <a:t>ompare_and_swap(</a:t>
            </a:r>
            <a:r>
              <a:rPr lang="en-US" sz="2000" dirty="0">
                <a:solidFill>
                  <a:srgbClr val="6C7180"/>
                </a:solidFill>
                <a:latin typeface="PT Mono" panose="02060509020205020204" pitchFamily="49" charset="77"/>
              </a:rPr>
              <a:t>a[0]</a:t>
            </a:r>
            <a:r>
              <a:rPr lang="en-CH" sz="2000" dirty="0">
                <a:solidFill>
                  <a:srgbClr val="6C7180"/>
                </a:solidFill>
                <a:latin typeface="PT Mono" panose="02060509020205020204" pitchFamily="49" charset="77"/>
              </a:rPr>
              <a:t>,a[1]</a:t>
            </a:r>
            <a:r>
              <a:rPr lang="en-CH" sz="2000" dirty="0">
                <a:solidFill>
                  <a:srgbClr val="5048DE"/>
                </a:solidFill>
                <a:latin typeface="PT Mono" panose="02060509020205020204" pitchFamily="49" charset="77"/>
              </a:rPr>
              <a:t>)</a:t>
            </a:r>
          </a:p>
        </p:txBody>
      </p:sp>
      <p:sp>
        <p:nvSpPr>
          <p:cNvPr id="3890" name="Rounded Rectangle 3889">
            <a:extLst>
              <a:ext uri="{FF2B5EF4-FFF2-40B4-BE49-F238E27FC236}">
                <a16:creationId xmlns:a16="http://schemas.microsoft.com/office/drawing/2014/main" id="{C62049CA-214E-ED1F-1E57-7134522DD91F}"/>
              </a:ext>
            </a:extLst>
          </p:cNvPr>
          <p:cNvSpPr/>
          <p:nvPr/>
        </p:nvSpPr>
        <p:spPr>
          <a:xfrm>
            <a:off x="24227936" y="7755139"/>
            <a:ext cx="4313662" cy="887873"/>
          </a:xfrm>
          <a:prstGeom prst="roundRect">
            <a:avLst>
              <a:gd name="adj" fmla="val 37122"/>
            </a:avLst>
          </a:prstGeom>
          <a:solidFill>
            <a:srgbClr val="EFF6FE"/>
          </a:solidFill>
          <a:ln>
            <a:solidFill>
              <a:srgbClr val="C4CC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8000"/>
          </a:p>
        </p:txBody>
      </p:sp>
      <p:sp>
        <p:nvSpPr>
          <p:cNvPr id="3891" name="TextBox 3890">
            <a:extLst>
              <a:ext uri="{FF2B5EF4-FFF2-40B4-BE49-F238E27FC236}">
                <a16:creationId xmlns:a16="http://schemas.microsoft.com/office/drawing/2014/main" id="{51426391-E2F0-86B9-702A-6EB14DF4E8EE}"/>
              </a:ext>
            </a:extLst>
          </p:cNvPr>
          <p:cNvSpPr txBox="1"/>
          <p:nvPr/>
        </p:nvSpPr>
        <p:spPr>
          <a:xfrm>
            <a:off x="24287256" y="8003729"/>
            <a:ext cx="4313662" cy="400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5048DE"/>
                </a:solidFill>
                <a:latin typeface="PT Mono" panose="02060509020205020204" pitchFamily="49" charset="77"/>
              </a:rPr>
              <a:t>c</a:t>
            </a:r>
            <a:r>
              <a:rPr lang="en-CH" sz="2000" dirty="0">
                <a:solidFill>
                  <a:srgbClr val="5048DE"/>
                </a:solidFill>
                <a:latin typeface="PT Mono" panose="02060509020205020204" pitchFamily="49" charset="77"/>
              </a:rPr>
              <a:t>ompare_and_swap(</a:t>
            </a:r>
            <a:r>
              <a:rPr lang="en-CH" sz="2000" dirty="0">
                <a:solidFill>
                  <a:srgbClr val="6C7180"/>
                </a:solidFill>
                <a:latin typeface="PT Mono" panose="02060509020205020204" pitchFamily="49" charset="77"/>
              </a:rPr>
              <a:t>a[</a:t>
            </a:r>
            <a:r>
              <a:rPr lang="en-US" altLang="zh-CN" sz="2000" dirty="0">
                <a:solidFill>
                  <a:srgbClr val="6C7180"/>
                </a:solidFill>
                <a:latin typeface="PT Mono" panose="02060509020205020204" pitchFamily="49" charset="77"/>
              </a:rPr>
              <a:t>1]</a:t>
            </a:r>
            <a:r>
              <a:rPr lang="en-CH" sz="2000" dirty="0">
                <a:solidFill>
                  <a:srgbClr val="6C7180"/>
                </a:solidFill>
                <a:latin typeface="PT Mono" panose="02060509020205020204" pitchFamily="49" charset="77"/>
              </a:rPr>
              <a:t>,a[</a:t>
            </a:r>
            <a:r>
              <a:rPr lang="en-US" altLang="zh-CN" sz="2000" dirty="0">
                <a:solidFill>
                  <a:srgbClr val="6C7180"/>
                </a:solidFill>
                <a:latin typeface="PT Mono" panose="02060509020205020204" pitchFamily="49" charset="77"/>
              </a:rPr>
              <a:t>2]</a:t>
            </a:r>
            <a:r>
              <a:rPr lang="en-CH" sz="2000" dirty="0">
                <a:solidFill>
                  <a:srgbClr val="5048DE"/>
                </a:solidFill>
                <a:latin typeface="PT Mono" panose="02060509020205020204" pitchFamily="49" charset="77"/>
              </a:rPr>
              <a:t>)</a:t>
            </a:r>
          </a:p>
        </p:txBody>
      </p:sp>
      <p:grpSp>
        <p:nvGrpSpPr>
          <p:cNvPr id="3892" name="Group 3891">
            <a:extLst>
              <a:ext uri="{FF2B5EF4-FFF2-40B4-BE49-F238E27FC236}">
                <a16:creationId xmlns:a16="http://schemas.microsoft.com/office/drawing/2014/main" id="{8A7F33B8-BBC6-DBB8-5B90-9AA311FC4D30}"/>
              </a:ext>
            </a:extLst>
          </p:cNvPr>
          <p:cNvGrpSpPr/>
          <p:nvPr/>
        </p:nvGrpSpPr>
        <p:grpSpPr>
          <a:xfrm>
            <a:off x="24235806" y="5850264"/>
            <a:ext cx="4319676" cy="498554"/>
            <a:chOff x="37025328" y="3069485"/>
            <a:chExt cx="2162454" cy="309843"/>
          </a:xfrm>
        </p:grpSpPr>
        <p:sp>
          <p:nvSpPr>
            <p:cNvPr id="3893" name="Rounded Rectangle 3892">
              <a:extLst>
                <a:ext uri="{FF2B5EF4-FFF2-40B4-BE49-F238E27FC236}">
                  <a16:creationId xmlns:a16="http://schemas.microsoft.com/office/drawing/2014/main" id="{BF13A3CC-42EE-632C-2063-5401B452F93C}"/>
                </a:ext>
              </a:extLst>
            </p:cNvPr>
            <p:cNvSpPr/>
            <p:nvPr/>
          </p:nvSpPr>
          <p:spPr>
            <a:xfrm>
              <a:off x="37713401" y="3080792"/>
              <a:ext cx="746886" cy="268311"/>
            </a:xfrm>
            <a:prstGeom prst="roundRect">
              <a:avLst/>
            </a:prstGeom>
            <a:solidFill>
              <a:srgbClr val="A855F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4400"/>
            </a:p>
          </p:txBody>
        </p:sp>
        <p:sp>
          <p:nvSpPr>
            <p:cNvPr id="3894" name="Rounded Rectangle 3893">
              <a:extLst>
                <a:ext uri="{FF2B5EF4-FFF2-40B4-BE49-F238E27FC236}">
                  <a16:creationId xmlns:a16="http://schemas.microsoft.com/office/drawing/2014/main" id="{CB42BA0D-FA85-33F9-A3B1-F9A5A5BDDDD7}"/>
                </a:ext>
              </a:extLst>
            </p:cNvPr>
            <p:cNvSpPr/>
            <p:nvPr/>
          </p:nvSpPr>
          <p:spPr>
            <a:xfrm>
              <a:off x="37025328" y="3069485"/>
              <a:ext cx="2162454" cy="309843"/>
            </a:xfrm>
            <a:prstGeom prst="roundRect">
              <a:avLst>
                <a:gd name="adj" fmla="val 25758"/>
              </a:avLst>
            </a:prstGeom>
            <a:noFill/>
            <a:ln>
              <a:solidFill>
                <a:srgbClr val="E6E7EC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4400">
                <a:solidFill>
                  <a:srgbClr val="6C7180"/>
                </a:solidFill>
              </a:endParaRPr>
            </a:p>
          </p:txBody>
        </p:sp>
        <p:sp>
          <p:nvSpPr>
            <p:cNvPr id="3895" name="TextBox 3894">
              <a:extLst>
                <a:ext uri="{FF2B5EF4-FFF2-40B4-BE49-F238E27FC236}">
                  <a16:creationId xmlns:a16="http://schemas.microsoft.com/office/drawing/2014/main" id="{77EBEC00-5412-3332-0B66-6A88AE4B0BD7}"/>
                </a:ext>
              </a:extLst>
            </p:cNvPr>
            <p:cNvSpPr txBox="1"/>
            <p:nvPr/>
          </p:nvSpPr>
          <p:spPr>
            <a:xfrm>
              <a:off x="38444781" y="3096017"/>
              <a:ext cx="578079" cy="24866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000" dirty="0">
                  <a:solidFill>
                    <a:srgbClr val="6C7180"/>
                  </a:solidFill>
                  <a:latin typeface="PT Mono" panose="02060509020205020204" pitchFamily="49" charset="77"/>
                </a:rPr>
                <a:t>param</a:t>
              </a:r>
              <a:endParaRPr lang="en-CH" sz="2000" dirty="0">
                <a:solidFill>
                  <a:srgbClr val="6C7180"/>
                </a:solidFill>
                <a:latin typeface="PT Mono" panose="02060509020205020204" pitchFamily="49" charset="77"/>
              </a:endParaRPr>
            </a:p>
          </p:txBody>
        </p:sp>
        <p:sp>
          <p:nvSpPr>
            <p:cNvPr id="3896" name="TextBox 3895">
              <a:extLst>
                <a:ext uri="{FF2B5EF4-FFF2-40B4-BE49-F238E27FC236}">
                  <a16:creationId xmlns:a16="http://schemas.microsoft.com/office/drawing/2014/main" id="{D2566BA1-850A-BF43-E346-9336FBCF3AB7}"/>
                </a:ext>
              </a:extLst>
            </p:cNvPr>
            <p:cNvSpPr txBox="1"/>
            <p:nvPr/>
          </p:nvSpPr>
          <p:spPr>
            <a:xfrm>
              <a:off x="37815723" y="3103229"/>
              <a:ext cx="578079" cy="24866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  <a:latin typeface="PT Mono" panose="02060509020205020204" pitchFamily="49" charset="77"/>
                </a:rPr>
                <a:t>index</a:t>
              </a:r>
              <a:endParaRPr lang="en-CH" sz="2000" dirty="0">
                <a:solidFill>
                  <a:schemeClr val="bg1"/>
                </a:solidFill>
                <a:latin typeface="PT Mono" panose="02060509020205020204" pitchFamily="49" charset="77"/>
              </a:endParaRPr>
            </a:p>
          </p:txBody>
        </p:sp>
      </p:grpSp>
      <p:pic>
        <p:nvPicPr>
          <p:cNvPr id="3897" name="Picture 3896">
            <a:extLst>
              <a:ext uri="{FF2B5EF4-FFF2-40B4-BE49-F238E27FC236}">
                <a16:creationId xmlns:a16="http://schemas.microsoft.com/office/drawing/2014/main" id="{78426265-7711-E021-5DE1-F33AEDDD6CEC}"/>
              </a:ext>
            </a:extLst>
          </p:cNvPr>
          <p:cNvPicPr>
            <a:picLocks noChangeAspect="1"/>
          </p:cNvPicPr>
          <p:nvPr/>
        </p:nvPicPr>
        <p:blipFill>
          <a:blip r:embed="rId117"/>
          <a:srcRect l="-1" t="24127" r="3816" b="25259"/>
          <a:stretch>
            <a:fillRect/>
          </a:stretch>
        </p:blipFill>
        <p:spPr>
          <a:xfrm>
            <a:off x="22388853" y="6442143"/>
            <a:ext cx="1613585" cy="2404312"/>
          </a:xfrm>
          <a:prstGeom prst="rect">
            <a:avLst/>
          </a:prstGeom>
        </p:spPr>
      </p:pic>
      <p:sp>
        <p:nvSpPr>
          <p:cNvPr id="3898" name="TextBox 3897">
            <a:extLst>
              <a:ext uri="{FF2B5EF4-FFF2-40B4-BE49-F238E27FC236}">
                <a16:creationId xmlns:a16="http://schemas.microsoft.com/office/drawing/2014/main" id="{1C78F6A4-1D1D-E550-2245-65C8D10FC552}"/>
              </a:ext>
            </a:extLst>
          </p:cNvPr>
          <p:cNvSpPr txBox="1"/>
          <p:nvPr/>
        </p:nvSpPr>
        <p:spPr>
          <a:xfrm>
            <a:off x="24528192" y="5883652"/>
            <a:ext cx="11547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6C7180"/>
                </a:solidFill>
                <a:latin typeface="PT Mono" panose="02060509020205020204" pitchFamily="49" charset="77"/>
              </a:rPr>
              <a:t>value</a:t>
            </a:r>
            <a:endParaRPr lang="en-CH" sz="2000" dirty="0">
              <a:solidFill>
                <a:srgbClr val="6C7180"/>
              </a:solidFill>
              <a:latin typeface="PT Mono" panose="02060509020205020204" pitchFamily="49" charset="77"/>
            </a:endParaRPr>
          </a:p>
        </p:txBody>
      </p:sp>
      <p:cxnSp>
        <p:nvCxnSpPr>
          <p:cNvPr id="3899" name="Curved Connector 3898">
            <a:extLst>
              <a:ext uri="{FF2B5EF4-FFF2-40B4-BE49-F238E27FC236}">
                <a16:creationId xmlns:a16="http://schemas.microsoft.com/office/drawing/2014/main" id="{2A0334AF-1A75-F441-76D0-CD4C6296FFBF}"/>
              </a:ext>
            </a:extLst>
          </p:cNvPr>
          <p:cNvCxnSpPr>
            <a:cxnSpLocks/>
            <a:stCxn id="3895" idx="0"/>
          </p:cNvCxnSpPr>
          <p:nvPr/>
        </p:nvCxnSpPr>
        <p:spPr>
          <a:xfrm rot="16200000" flipV="1">
            <a:off x="27094563" y="5338859"/>
            <a:ext cx="770020" cy="338171"/>
          </a:xfrm>
          <a:prstGeom prst="curvedConnector3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tailEnd type="arrow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900" name="Rounded Rectangle 3899">
            <a:extLst>
              <a:ext uri="{FF2B5EF4-FFF2-40B4-BE49-F238E27FC236}">
                <a16:creationId xmlns:a16="http://schemas.microsoft.com/office/drawing/2014/main" id="{27AC1376-ED94-C87A-3423-D7C03CEAFEFF}"/>
              </a:ext>
            </a:extLst>
          </p:cNvPr>
          <p:cNvSpPr/>
          <p:nvPr/>
        </p:nvSpPr>
        <p:spPr>
          <a:xfrm>
            <a:off x="22435664" y="37003"/>
            <a:ext cx="7402659" cy="4947387"/>
          </a:xfrm>
          <a:prstGeom prst="roundRect">
            <a:avLst/>
          </a:prstGeom>
          <a:solidFill>
            <a:srgbClr val="FBFBFB"/>
          </a:solidFill>
          <a:ln>
            <a:noFill/>
          </a:ln>
          <a:effectLst>
            <a:outerShdw blurRad="1047274" sx="95464" sy="95464" algn="ctr" rotWithShape="0">
              <a:prstClr val="black">
                <a:alpha val="14259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3901" name="Rounded Rectangle 3900">
            <a:extLst>
              <a:ext uri="{FF2B5EF4-FFF2-40B4-BE49-F238E27FC236}">
                <a16:creationId xmlns:a16="http://schemas.microsoft.com/office/drawing/2014/main" id="{7FB53174-5080-7258-F675-81B197DA6200}"/>
              </a:ext>
            </a:extLst>
          </p:cNvPr>
          <p:cNvSpPr/>
          <p:nvPr/>
        </p:nvSpPr>
        <p:spPr>
          <a:xfrm>
            <a:off x="24627491" y="1127336"/>
            <a:ext cx="4638829" cy="934455"/>
          </a:xfrm>
          <a:prstGeom prst="roundRect">
            <a:avLst>
              <a:gd name="adj" fmla="val 37122"/>
            </a:avLst>
          </a:prstGeom>
          <a:solidFill>
            <a:srgbClr val="EFF6FE"/>
          </a:solidFill>
          <a:ln>
            <a:solidFill>
              <a:srgbClr val="C4CC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8000" dirty="0"/>
          </a:p>
        </p:txBody>
      </p:sp>
      <p:sp>
        <p:nvSpPr>
          <p:cNvPr id="3902" name="TextBox 3901">
            <a:extLst>
              <a:ext uri="{FF2B5EF4-FFF2-40B4-BE49-F238E27FC236}">
                <a16:creationId xmlns:a16="http://schemas.microsoft.com/office/drawing/2014/main" id="{FEAFA873-DF45-76C5-2743-B3CE7555125D}"/>
              </a:ext>
            </a:extLst>
          </p:cNvPr>
          <p:cNvSpPr txBox="1"/>
          <p:nvPr/>
        </p:nvSpPr>
        <p:spPr>
          <a:xfrm>
            <a:off x="24659360" y="1437545"/>
            <a:ext cx="4638829" cy="400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5048DE"/>
                </a:solidFill>
                <a:latin typeface="PT Mono" panose="02060509020205020204" pitchFamily="49" charset="77"/>
              </a:rPr>
              <a:t>c</a:t>
            </a:r>
            <a:r>
              <a:rPr lang="en-CH" sz="2000" dirty="0">
                <a:solidFill>
                  <a:srgbClr val="5048DE"/>
                </a:solidFill>
                <a:latin typeface="PT Mono" panose="02060509020205020204" pitchFamily="49" charset="77"/>
              </a:rPr>
              <a:t>ompare_and_swap(</a:t>
            </a:r>
            <a:r>
              <a:rPr lang="en-US" sz="2000" dirty="0">
                <a:solidFill>
                  <a:srgbClr val="6C7180"/>
                </a:solidFill>
                <a:latin typeface="PT Mono" panose="02060509020205020204" pitchFamily="49" charset="77"/>
              </a:rPr>
              <a:t>a[</a:t>
            </a:r>
            <a:r>
              <a:rPr lang="en-US" sz="2000" dirty="0" err="1">
                <a:solidFill>
                  <a:srgbClr val="6C7180"/>
                </a:solidFill>
                <a:latin typeface="PT Mono" panose="02060509020205020204" pitchFamily="49" charset="77"/>
              </a:rPr>
              <a:t>i</a:t>
            </a:r>
            <a:r>
              <a:rPr lang="en-US" sz="2000" dirty="0">
                <a:solidFill>
                  <a:srgbClr val="6C7180"/>
                </a:solidFill>
                <a:latin typeface="PT Mono" panose="02060509020205020204" pitchFamily="49" charset="77"/>
              </a:rPr>
              <a:t>]</a:t>
            </a:r>
            <a:r>
              <a:rPr lang="en-CH" sz="2000" dirty="0">
                <a:solidFill>
                  <a:srgbClr val="6C7180"/>
                </a:solidFill>
                <a:latin typeface="PT Mono" panose="02060509020205020204" pitchFamily="49" charset="77"/>
              </a:rPr>
              <a:t>,a[i+1]</a:t>
            </a:r>
            <a:r>
              <a:rPr lang="en-CH" sz="2000" dirty="0">
                <a:solidFill>
                  <a:srgbClr val="5048DE"/>
                </a:solidFill>
                <a:latin typeface="PT Mono" panose="02060509020205020204" pitchFamily="49" charset="77"/>
              </a:rPr>
              <a:t>)</a:t>
            </a:r>
          </a:p>
        </p:txBody>
      </p:sp>
      <p:sp>
        <p:nvSpPr>
          <p:cNvPr id="3903" name="Rounded Rectangle 3902">
            <a:extLst>
              <a:ext uri="{FF2B5EF4-FFF2-40B4-BE49-F238E27FC236}">
                <a16:creationId xmlns:a16="http://schemas.microsoft.com/office/drawing/2014/main" id="{B906F710-35AB-0E98-F6B8-81CC25170AC1}"/>
              </a:ext>
            </a:extLst>
          </p:cNvPr>
          <p:cNvSpPr/>
          <p:nvPr/>
        </p:nvSpPr>
        <p:spPr>
          <a:xfrm>
            <a:off x="24627495" y="2471833"/>
            <a:ext cx="4638829" cy="984537"/>
          </a:xfrm>
          <a:prstGeom prst="roundRect">
            <a:avLst>
              <a:gd name="adj" fmla="val 37122"/>
            </a:avLst>
          </a:prstGeom>
          <a:solidFill>
            <a:srgbClr val="EFF6FE"/>
          </a:solidFill>
          <a:ln>
            <a:solidFill>
              <a:srgbClr val="C4CC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8000"/>
          </a:p>
        </p:txBody>
      </p:sp>
      <p:sp>
        <p:nvSpPr>
          <p:cNvPr id="3904" name="TextBox 3903">
            <a:extLst>
              <a:ext uri="{FF2B5EF4-FFF2-40B4-BE49-F238E27FC236}">
                <a16:creationId xmlns:a16="http://schemas.microsoft.com/office/drawing/2014/main" id="{58A307C1-96F3-FFE2-8830-6FD53ACBD5DE}"/>
              </a:ext>
            </a:extLst>
          </p:cNvPr>
          <p:cNvSpPr txBox="1"/>
          <p:nvPr/>
        </p:nvSpPr>
        <p:spPr>
          <a:xfrm>
            <a:off x="24681387" y="2836570"/>
            <a:ext cx="4638829" cy="400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5048DE"/>
                </a:solidFill>
                <a:latin typeface="PT Mono" panose="02060509020205020204" pitchFamily="49" charset="77"/>
              </a:rPr>
              <a:t>c</a:t>
            </a:r>
            <a:r>
              <a:rPr lang="en-CH" sz="2000" dirty="0">
                <a:solidFill>
                  <a:srgbClr val="5048DE"/>
                </a:solidFill>
                <a:latin typeface="PT Mono" panose="02060509020205020204" pitchFamily="49" charset="77"/>
              </a:rPr>
              <a:t>ompare_and_swap(</a:t>
            </a:r>
            <a:r>
              <a:rPr lang="en-CH" sz="2000" dirty="0">
                <a:solidFill>
                  <a:srgbClr val="6C7180"/>
                </a:solidFill>
                <a:latin typeface="PT Mono" panose="02060509020205020204" pitchFamily="49" charset="77"/>
              </a:rPr>
              <a:t>a[</a:t>
            </a:r>
            <a:r>
              <a:rPr lang="en-US" sz="2000" dirty="0" err="1">
                <a:solidFill>
                  <a:srgbClr val="6C7180"/>
                </a:solidFill>
                <a:latin typeface="PT Mono" panose="02060509020205020204" pitchFamily="49" charset="77"/>
              </a:rPr>
              <a:t>i</a:t>
            </a:r>
            <a:r>
              <a:rPr lang="en-US" altLang="zh-CN" sz="2000" dirty="0">
                <a:solidFill>
                  <a:srgbClr val="6C7180"/>
                </a:solidFill>
                <a:latin typeface="PT Mono" panose="02060509020205020204" pitchFamily="49" charset="77"/>
              </a:rPr>
              <a:t>]</a:t>
            </a:r>
            <a:r>
              <a:rPr lang="en-CH" sz="2000" dirty="0">
                <a:solidFill>
                  <a:srgbClr val="6C7180"/>
                </a:solidFill>
                <a:latin typeface="PT Mono" panose="02060509020205020204" pitchFamily="49" charset="77"/>
              </a:rPr>
              <a:t>,a[</a:t>
            </a:r>
            <a:r>
              <a:rPr lang="en-US" sz="2000" dirty="0">
                <a:solidFill>
                  <a:srgbClr val="6C7180"/>
                </a:solidFill>
                <a:latin typeface="PT Mono" panose="02060509020205020204" pitchFamily="49" charset="77"/>
              </a:rPr>
              <a:t>i+1</a:t>
            </a:r>
            <a:r>
              <a:rPr lang="en-US" altLang="zh-CN" sz="2000" dirty="0">
                <a:solidFill>
                  <a:srgbClr val="6C7180"/>
                </a:solidFill>
                <a:latin typeface="PT Mono" panose="02060509020205020204" pitchFamily="49" charset="77"/>
              </a:rPr>
              <a:t>]</a:t>
            </a:r>
            <a:r>
              <a:rPr lang="en-CH" sz="2000" dirty="0">
                <a:solidFill>
                  <a:srgbClr val="5048DE"/>
                </a:solidFill>
                <a:latin typeface="PT Mono" panose="02060509020205020204" pitchFamily="49" charset="77"/>
              </a:rPr>
              <a:t>)</a:t>
            </a:r>
          </a:p>
        </p:txBody>
      </p:sp>
      <p:grpSp>
        <p:nvGrpSpPr>
          <p:cNvPr id="3905" name="Group 3904">
            <a:extLst>
              <a:ext uri="{FF2B5EF4-FFF2-40B4-BE49-F238E27FC236}">
                <a16:creationId xmlns:a16="http://schemas.microsoft.com/office/drawing/2014/main" id="{97B1B4C5-6D73-F32F-2BFC-88D10717757B}"/>
              </a:ext>
            </a:extLst>
          </p:cNvPr>
          <p:cNvGrpSpPr/>
          <p:nvPr/>
        </p:nvGrpSpPr>
        <p:grpSpPr>
          <a:xfrm>
            <a:off x="24635958" y="320688"/>
            <a:ext cx="4645296" cy="511012"/>
            <a:chOff x="37025328" y="3069485"/>
            <a:chExt cx="2162454" cy="309843"/>
          </a:xfrm>
        </p:grpSpPr>
        <p:sp>
          <p:nvSpPr>
            <p:cNvPr id="3906" name="Rounded Rectangle 3905">
              <a:extLst>
                <a:ext uri="{FF2B5EF4-FFF2-40B4-BE49-F238E27FC236}">
                  <a16:creationId xmlns:a16="http://schemas.microsoft.com/office/drawing/2014/main" id="{ED240D13-D6BD-DEEF-A8B5-9A1830E98157}"/>
                </a:ext>
              </a:extLst>
            </p:cNvPr>
            <p:cNvSpPr/>
            <p:nvPr/>
          </p:nvSpPr>
          <p:spPr>
            <a:xfrm>
              <a:off x="38401154" y="3078140"/>
              <a:ext cx="746886" cy="268311"/>
            </a:xfrm>
            <a:prstGeom prst="roundRect">
              <a:avLst/>
            </a:prstGeom>
            <a:solidFill>
              <a:srgbClr val="A855F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4400"/>
            </a:p>
          </p:txBody>
        </p:sp>
        <p:sp>
          <p:nvSpPr>
            <p:cNvPr id="3907" name="Rounded Rectangle 3906">
              <a:extLst>
                <a:ext uri="{FF2B5EF4-FFF2-40B4-BE49-F238E27FC236}">
                  <a16:creationId xmlns:a16="http://schemas.microsoft.com/office/drawing/2014/main" id="{FE77A391-B8F2-4846-0AEA-897D3079F7A4}"/>
                </a:ext>
              </a:extLst>
            </p:cNvPr>
            <p:cNvSpPr/>
            <p:nvPr/>
          </p:nvSpPr>
          <p:spPr>
            <a:xfrm>
              <a:off x="37025328" y="3069485"/>
              <a:ext cx="2162454" cy="309843"/>
            </a:xfrm>
            <a:prstGeom prst="roundRect">
              <a:avLst>
                <a:gd name="adj" fmla="val 25758"/>
              </a:avLst>
            </a:prstGeom>
            <a:noFill/>
            <a:ln>
              <a:solidFill>
                <a:srgbClr val="E6E7EC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4400">
                <a:solidFill>
                  <a:srgbClr val="6C7180"/>
                </a:solidFill>
              </a:endParaRPr>
            </a:p>
          </p:txBody>
        </p:sp>
        <p:sp>
          <p:nvSpPr>
            <p:cNvPr id="3908" name="TextBox 3907">
              <a:extLst>
                <a:ext uri="{FF2B5EF4-FFF2-40B4-BE49-F238E27FC236}">
                  <a16:creationId xmlns:a16="http://schemas.microsoft.com/office/drawing/2014/main" id="{1E2B37B7-8EF7-A776-7101-9DF495FDF98D}"/>
                </a:ext>
              </a:extLst>
            </p:cNvPr>
            <p:cNvSpPr txBox="1"/>
            <p:nvPr/>
          </p:nvSpPr>
          <p:spPr>
            <a:xfrm>
              <a:off x="38444781" y="3096017"/>
              <a:ext cx="578079" cy="24866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  <a:latin typeface="PT Mono" panose="02060509020205020204" pitchFamily="49" charset="77"/>
                </a:rPr>
                <a:t>param</a:t>
              </a:r>
              <a:endParaRPr lang="en-CH" sz="2000" dirty="0">
                <a:solidFill>
                  <a:schemeClr val="bg1"/>
                </a:solidFill>
                <a:latin typeface="PT Mono" panose="02060509020205020204" pitchFamily="49" charset="77"/>
              </a:endParaRPr>
            </a:p>
          </p:txBody>
        </p:sp>
      </p:grpSp>
      <p:pic>
        <p:nvPicPr>
          <p:cNvPr id="3909" name="Picture 3908">
            <a:extLst>
              <a:ext uri="{FF2B5EF4-FFF2-40B4-BE49-F238E27FC236}">
                <a16:creationId xmlns:a16="http://schemas.microsoft.com/office/drawing/2014/main" id="{6C5681A1-DC2B-77D0-D380-8DFFC815B32D}"/>
              </a:ext>
            </a:extLst>
          </p:cNvPr>
          <p:cNvPicPr>
            <a:picLocks noChangeAspect="1"/>
          </p:cNvPicPr>
          <p:nvPr/>
        </p:nvPicPr>
        <p:blipFill>
          <a:blip r:embed="rId117"/>
          <a:srcRect l="-1" t="24127" r="3816" b="25259"/>
          <a:stretch>
            <a:fillRect/>
          </a:stretch>
        </p:blipFill>
        <p:spPr>
          <a:xfrm>
            <a:off x="22787592" y="1041540"/>
            <a:ext cx="1687552" cy="2396694"/>
          </a:xfrm>
          <a:prstGeom prst="rect">
            <a:avLst/>
          </a:prstGeom>
        </p:spPr>
      </p:pic>
      <p:sp>
        <p:nvSpPr>
          <p:cNvPr id="3910" name="TextBox 3909">
            <a:extLst>
              <a:ext uri="{FF2B5EF4-FFF2-40B4-BE49-F238E27FC236}">
                <a16:creationId xmlns:a16="http://schemas.microsoft.com/office/drawing/2014/main" id="{3F6FAB1F-3258-480B-1D7B-B6CBB4B8CC5E}"/>
              </a:ext>
            </a:extLst>
          </p:cNvPr>
          <p:cNvSpPr txBox="1"/>
          <p:nvPr/>
        </p:nvSpPr>
        <p:spPr>
          <a:xfrm>
            <a:off x="24950384" y="367928"/>
            <a:ext cx="1241806" cy="410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6C7180"/>
                </a:solidFill>
                <a:latin typeface="PT Mono" panose="02060509020205020204" pitchFamily="49" charset="77"/>
              </a:rPr>
              <a:t>value</a:t>
            </a:r>
            <a:endParaRPr lang="en-CH" sz="2000" dirty="0">
              <a:solidFill>
                <a:srgbClr val="6C7180"/>
              </a:solidFill>
              <a:latin typeface="PT Mono" panose="02060509020205020204" pitchFamily="49" charset="77"/>
            </a:endParaRPr>
          </a:p>
        </p:txBody>
      </p:sp>
      <p:sp>
        <p:nvSpPr>
          <p:cNvPr id="3911" name="TextBox 3910">
            <a:extLst>
              <a:ext uri="{FF2B5EF4-FFF2-40B4-BE49-F238E27FC236}">
                <a16:creationId xmlns:a16="http://schemas.microsoft.com/office/drawing/2014/main" id="{BC73F111-8D0B-A507-5347-EB53CCC1C62D}"/>
              </a:ext>
            </a:extLst>
          </p:cNvPr>
          <p:cNvSpPr txBox="1"/>
          <p:nvPr/>
        </p:nvSpPr>
        <p:spPr>
          <a:xfrm>
            <a:off x="26333852" y="376341"/>
            <a:ext cx="1241806" cy="410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6C7180"/>
                </a:solidFill>
                <a:latin typeface="PT Mono" panose="02060509020205020204" pitchFamily="49" charset="77"/>
              </a:rPr>
              <a:t>index</a:t>
            </a:r>
            <a:endParaRPr lang="en-CH" sz="2000" dirty="0">
              <a:solidFill>
                <a:srgbClr val="6C7180"/>
              </a:solidFill>
              <a:latin typeface="PT Mono" panose="02060509020205020204" pitchFamily="49" charset="77"/>
            </a:endParaRPr>
          </a:p>
        </p:txBody>
      </p:sp>
      <p:grpSp>
        <p:nvGrpSpPr>
          <p:cNvPr id="3912" name="Group 3911">
            <a:extLst>
              <a:ext uri="{FF2B5EF4-FFF2-40B4-BE49-F238E27FC236}">
                <a16:creationId xmlns:a16="http://schemas.microsoft.com/office/drawing/2014/main" id="{9E8B0963-1A86-38EB-3C6F-2AD5F2A626EB}"/>
              </a:ext>
            </a:extLst>
          </p:cNvPr>
          <p:cNvGrpSpPr/>
          <p:nvPr/>
        </p:nvGrpSpPr>
        <p:grpSpPr>
          <a:xfrm>
            <a:off x="26481447" y="930955"/>
            <a:ext cx="850662" cy="369331"/>
            <a:chOff x="27901170" y="168115"/>
            <a:chExt cx="422326" cy="207519"/>
          </a:xfrm>
        </p:grpSpPr>
        <p:sp>
          <p:nvSpPr>
            <p:cNvPr id="3913" name="Rounded Rectangle 3912">
              <a:extLst>
                <a:ext uri="{FF2B5EF4-FFF2-40B4-BE49-F238E27FC236}">
                  <a16:creationId xmlns:a16="http://schemas.microsoft.com/office/drawing/2014/main" id="{DD21B7F0-CEB4-7174-BCCE-D5CC0CF73CDC}"/>
                </a:ext>
              </a:extLst>
            </p:cNvPr>
            <p:cNvSpPr/>
            <p:nvPr/>
          </p:nvSpPr>
          <p:spPr>
            <a:xfrm>
              <a:off x="27901170" y="178079"/>
              <a:ext cx="399929" cy="195513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rgbClr val="C5CCF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4800" dirty="0"/>
            </a:p>
          </p:txBody>
        </p:sp>
        <p:sp>
          <p:nvSpPr>
            <p:cNvPr id="3914" name="TextBox 3913">
              <a:extLst>
                <a:ext uri="{FF2B5EF4-FFF2-40B4-BE49-F238E27FC236}">
                  <a16:creationId xmlns:a16="http://schemas.microsoft.com/office/drawing/2014/main" id="{5B8D7A10-158C-B4FF-D199-894687516455}"/>
                </a:ext>
              </a:extLst>
            </p:cNvPr>
            <p:cNvSpPr txBox="1"/>
            <p:nvPr/>
          </p:nvSpPr>
          <p:spPr>
            <a:xfrm>
              <a:off x="27904409" y="168115"/>
              <a:ext cx="419087" cy="2075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H" dirty="0">
                  <a:solidFill>
                    <a:srgbClr val="6466F2"/>
                  </a:solidFill>
                  <a:latin typeface="PT Mono" panose="02060509020205020204" pitchFamily="49" charset="77"/>
                </a:rPr>
                <a:t>i=0</a:t>
              </a:r>
              <a:endParaRPr lang="en-CH" dirty="0">
                <a:solidFill>
                  <a:srgbClr val="6466F2"/>
                </a:solidFill>
              </a:endParaRPr>
            </a:p>
          </p:txBody>
        </p:sp>
      </p:grpSp>
      <p:grpSp>
        <p:nvGrpSpPr>
          <p:cNvPr id="3915" name="Group 3914">
            <a:extLst>
              <a:ext uri="{FF2B5EF4-FFF2-40B4-BE49-F238E27FC236}">
                <a16:creationId xmlns:a16="http://schemas.microsoft.com/office/drawing/2014/main" id="{B9C280A3-5C05-2CED-F6FB-9C2E9C32A6F3}"/>
              </a:ext>
            </a:extLst>
          </p:cNvPr>
          <p:cNvGrpSpPr/>
          <p:nvPr/>
        </p:nvGrpSpPr>
        <p:grpSpPr>
          <a:xfrm>
            <a:off x="26516695" y="2331327"/>
            <a:ext cx="848234" cy="369333"/>
            <a:chOff x="27901170" y="168114"/>
            <a:chExt cx="421121" cy="207520"/>
          </a:xfrm>
        </p:grpSpPr>
        <p:sp>
          <p:nvSpPr>
            <p:cNvPr id="3916" name="Rounded Rectangle 3915">
              <a:extLst>
                <a:ext uri="{FF2B5EF4-FFF2-40B4-BE49-F238E27FC236}">
                  <a16:creationId xmlns:a16="http://schemas.microsoft.com/office/drawing/2014/main" id="{C4382230-AFD8-E226-BB64-053E879207CB}"/>
                </a:ext>
              </a:extLst>
            </p:cNvPr>
            <p:cNvSpPr/>
            <p:nvPr/>
          </p:nvSpPr>
          <p:spPr>
            <a:xfrm>
              <a:off x="27901170" y="178079"/>
              <a:ext cx="399929" cy="195513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rgbClr val="C5CCF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4800" dirty="0"/>
            </a:p>
          </p:txBody>
        </p:sp>
        <p:sp>
          <p:nvSpPr>
            <p:cNvPr id="3917" name="TextBox 3916">
              <a:extLst>
                <a:ext uri="{FF2B5EF4-FFF2-40B4-BE49-F238E27FC236}">
                  <a16:creationId xmlns:a16="http://schemas.microsoft.com/office/drawing/2014/main" id="{EC087AF0-FFF2-2E41-A70F-20EEC8B81AD9}"/>
                </a:ext>
              </a:extLst>
            </p:cNvPr>
            <p:cNvSpPr txBox="1"/>
            <p:nvPr/>
          </p:nvSpPr>
          <p:spPr>
            <a:xfrm>
              <a:off x="27904409" y="168114"/>
              <a:ext cx="417882" cy="2075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H" dirty="0">
                  <a:solidFill>
                    <a:srgbClr val="6466F2"/>
                  </a:solidFill>
                  <a:latin typeface="PT Mono" panose="02060509020205020204" pitchFamily="49" charset="77"/>
                </a:rPr>
                <a:t>i=</a:t>
              </a:r>
              <a:r>
                <a:rPr lang="en-US" altLang="zh-CN" dirty="0">
                  <a:solidFill>
                    <a:srgbClr val="6466F2"/>
                  </a:solidFill>
                  <a:latin typeface="PT Mono" panose="02060509020205020204" pitchFamily="49" charset="77"/>
                </a:rPr>
                <a:t>1</a:t>
              </a:r>
              <a:endParaRPr lang="en-CH" dirty="0">
                <a:solidFill>
                  <a:srgbClr val="6466F2"/>
                </a:solidFill>
              </a:endParaRPr>
            </a:p>
          </p:txBody>
        </p:sp>
      </p:grpSp>
      <p:sp>
        <p:nvSpPr>
          <p:cNvPr id="3918" name="Oval 3917">
            <a:extLst>
              <a:ext uri="{FF2B5EF4-FFF2-40B4-BE49-F238E27FC236}">
                <a16:creationId xmlns:a16="http://schemas.microsoft.com/office/drawing/2014/main" id="{EC0822D2-E45C-009A-88CF-AE9A0BFBF5D5}"/>
              </a:ext>
            </a:extLst>
          </p:cNvPr>
          <p:cNvSpPr/>
          <p:nvPr/>
        </p:nvSpPr>
        <p:spPr>
          <a:xfrm>
            <a:off x="31436651" y="6301292"/>
            <a:ext cx="1168656" cy="1172618"/>
          </a:xfrm>
          <a:prstGeom prst="ellipse">
            <a:avLst/>
          </a:prstGeom>
          <a:solidFill>
            <a:srgbClr val="7030A0">
              <a:alpha val="5032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0" dirty="0"/>
              <a:t>d</a:t>
            </a:r>
            <a:endParaRPr lang="en-CH" sz="8000" dirty="0"/>
          </a:p>
        </p:txBody>
      </p:sp>
      <p:pic>
        <p:nvPicPr>
          <p:cNvPr id="3919" name="Picture 3918" descr="A white rectangular object with a black border&#10;&#10;AI-generated content may be incorrect.">
            <a:extLst>
              <a:ext uri="{FF2B5EF4-FFF2-40B4-BE49-F238E27FC236}">
                <a16:creationId xmlns:a16="http://schemas.microsoft.com/office/drawing/2014/main" id="{4D63EA48-5697-69F4-7F5A-719353D316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676" t="14802" r="13119" b="14086"/>
          <a:stretch>
            <a:fillRect/>
          </a:stretch>
        </p:blipFill>
        <p:spPr>
          <a:xfrm>
            <a:off x="5124503" y="12704071"/>
            <a:ext cx="5955193" cy="3545524"/>
          </a:xfrm>
          <a:prstGeom prst="rect">
            <a:avLst/>
          </a:prstGeom>
        </p:spPr>
      </p:pic>
      <p:grpSp>
        <p:nvGrpSpPr>
          <p:cNvPr id="3920" name="Group 3919">
            <a:extLst>
              <a:ext uri="{FF2B5EF4-FFF2-40B4-BE49-F238E27FC236}">
                <a16:creationId xmlns:a16="http://schemas.microsoft.com/office/drawing/2014/main" id="{E35F590D-04A8-1CD6-F68D-A173211A421F}"/>
              </a:ext>
            </a:extLst>
          </p:cNvPr>
          <p:cNvGrpSpPr/>
          <p:nvPr/>
        </p:nvGrpSpPr>
        <p:grpSpPr>
          <a:xfrm>
            <a:off x="5674812" y="13109353"/>
            <a:ext cx="690497" cy="298896"/>
            <a:chOff x="2042379" y="1492419"/>
            <a:chExt cx="843251" cy="345378"/>
          </a:xfrm>
        </p:grpSpPr>
        <p:sp>
          <p:nvSpPr>
            <p:cNvPr id="3921" name="Rounded Rectangle 3920">
              <a:extLst>
                <a:ext uri="{FF2B5EF4-FFF2-40B4-BE49-F238E27FC236}">
                  <a16:creationId xmlns:a16="http://schemas.microsoft.com/office/drawing/2014/main" id="{CD75DF7F-1DB0-1E19-9647-36B086130FD1}"/>
                </a:ext>
              </a:extLst>
            </p:cNvPr>
            <p:cNvSpPr/>
            <p:nvPr/>
          </p:nvSpPr>
          <p:spPr>
            <a:xfrm>
              <a:off x="2042379" y="1492419"/>
              <a:ext cx="843251" cy="345378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E2DFE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pic>
          <p:nvPicPr>
            <p:cNvPr id="3922" name="Graphic 3921" descr="Pencil with solid fill">
              <a:extLst>
                <a:ext uri="{FF2B5EF4-FFF2-40B4-BE49-F238E27FC236}">
                  <a16:creationId xmlns:a16="http://schemas.microsoft.com/office/drawing/2014/main" id="{ED6B3BEB-3FDF-1896-E8C8-A3CE75C66C7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116166" y="1547390"/>
              <a:ext cx="235436" cy="235436"/>
            </a:xfrm>
            <a:prstGeom prst="rect">
              <a:avLst/>
            </a:prstGeom>
          </p:spPr>
        </p:pic>
        <p:sp>
          <p:nvSpPr>
            <p:cNvPr id="3923" name="TextBox 3922">
              <a:extLst>
                <a:ext uri="{FF2B5EF4-FFF2-40B4-BE49-F238E27FC236}">
                  <a16:creationId xmlns:a16="http://schemas.microsoft.com/office/drawing/2014/main" id="{36E67D0C-5EC0-DBA9-714A-00BF394724F6}"/>
                </a:ext>
              </a:extLst>
            </p:cNvPr>
            <p:cNvSpPr txBox="1"/>
            <p:nvPr/>
          </p:nvSpPr>
          <p:spPr>
            <a:xfrm>
              <a:off x="2425389" y="1572774"/>
              <a:ext cx="424818" cy="22135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CH" sz="1200" dirty="0"/>
                <a:t>Data</a:t>
              </a:r>
            </a:p>
          </p:txBody>
        </p:sp>
      </p:grpSp>
      <p:grpSp>
        <p:nvGrpSpPr>
          <p:cNvPr id="3924" name="Group 3923">
            <a:extLst>
              <a:ext uri="{FF2B5EF4-FFF2-40B4-BE49-F238E27FC236}">
                <a16:creationId xmlns:a16="http://schemas.microsoft.com/office/drawing/2014/main" id="{577BFCAE-561A-57B2-E6AC-7796DBC4BF87}"/>
              </a:ext>
            </a:extLst>
          </p:cNvPr>
          <p:cNvGrpSpPr/>
          <p:nvPr/>
        </p:nvGrpSpPr>
        <p:grpSpPr>
          <a:xfrm>
            <a:off x="6411418" y="13109353"/>
            <a:ext cx="985743" cy="298896"/>
            <a:chOff x="3745744" y="1492419"/>
            <a:chExt cx="1110342" cy="345378"/>
          </a:xfrm>
        </p:grpSpPr>
        <p:sp>
          <p:nvSpPr>
            <p:cNvPr id="3925" name="Rounded Rectangle 3924">
              <a:extLst>
                <a:ext uri="{FF2B5EF4-FFF2-40B4-BE49-F238E27FC236}">
                  <a16:creationId xmlns:a16="http://schemas.microsoft.com/office/drawing/2014/main" id="{0B475B62-CCD0-634C-D6A5-884ABCF60619}"/>
                </a:ext>
              </a:extLst>
            </p:cNvPr>
            <p:cNvSpPr/>
            <p:nvPr/>
          </p:nvSpPr>
          <p:spPr>
            <a:xfrm>
              <a:off x="3745744" y="1492419"/>
              <a:ext cx="1110342" cy="345378"/>
            </a:xfrm>
            <a:prstGeom prst="roundRect">
              <a:avLst>
                <a:gd name="adj" fmla="val 50000"/>
              </a:avLst>
            </a:prstGeom>
            <a:solidFill>
              <a:srgbClr val="F7EEEC"/>
            </a:solidFill>
            <a:ln>
              <a:solidFill>
                <a:srgbClr val="E2DFE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pic>
          <p:nvPicPr>
            <p:cNvPr id="3926" name="Graphic 3925" descr="Pencil with solid fill">
              <a:extLst>
                <a:ext uri="{FF2B5EF4-FFF2-40B4-BE49-F238E27FC236}">
                  <a16:creationId xmlns:a16="http://schemas.microsoft.com/office/drawing/2014/main" id="{35347B63-C6D0-CD83-F956-41B4ACB2ACE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819531" y="1547390"/>
              <a:ext cx="235436" cy="235436"/>
            </a:xfrm>
            <a:prstGeom prst="rect">
              <a:avLst/>
            </a:prstGeom>
          </p:spPr>
        </p:pic>
        <p:sp>
          <p:nvSpPr>
            <p:cNvPr id="3927" name="TextBox 3926">
              <a:extLst>
                <a:ext uri="{FF2B5EF4-FFF2-40B4-BE49-F238E27FC236}">
                  <a16:creationId xmlns:a16="http://schemas.microsoft.com/office/drawing/2014/main" id="{299D0EF8-B50A-5C9E-DAB8-3E64F669BEBE}"/>
                </a:ext>
              </a:extLst>
            </p:cNvPr>
            <p:cNvSpPr txBox="1"/>
            <p:nvPr/>
          </p:nvSpPr>
          <p:spPr>
            <a:xfrm>
              <a:off x="4090455" y="1580622"/>
              <a:ext cx="701639" cy="21350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CH" sz="1200" dirty="0">
                  <a:solidFill>
                    <a:srgbClr val="BA772C"/>
                  </a:solidFill>
                </a:rPr>
                <a:t>Compare</a:t>
              </a:r>
            </a:p>
          </p:txBody>
        </p:sp>
      </p:grpSp>
      <p:grpSp>
        <p:nvGrpSpPr>
          <p:cNvPr id="3928" name="Group 3927">
            <a:extLst>
              <a:ext uri="{FF2B5EF4-FFF2-40B4-BE49-F238E27FC236}">
                <a16:creationId xmlns:a16="http://schemas.microsoft.com/office/drawing/2014/main" id="{21F12A9C-9E83-213F-8E2F-905F3BC2D2EE}"/>
              </a:ext>
            </a:extLst>
          </p:cNvPr>
          <p:cNvGrpSpPr/>
          <p:nvPr/>
        </p:nvGrpSpPr>
        <p:grpSpPr>
          <a:xfrm>
            <a:off x="7476662" y="13112190"/>
            <a:ext cx="809478" cy="296059"/>
            <a:chOff x="5849146" y="1492419"/>
            <a:chExt cx="846517" cy="345378"/>
          </a:xfrm>
        </p:grpSpPr>
        <p:sp>
          <p:nvSpPr>
            <p:cNvPr id="3929" name="Rounded Rectangle 3928">
              <a:extLst>
                <a:ext uri="{FF2B5EF4-FFF2-40B4-BE49-F238E27FC236}">
                  <a16:creationId xmlns:a16="http://schemas.microsoft.com/office/drawing/2014/main" id="{D20DC552-2372-7A0F-8554-2B613B7D7E58}"/>
                </a:ext>
              </a:extLst>
            </p:cNvPr>
            <p:cNvSpPr/>
            <p:nvPr/>
          </p:nvSpPr>
          <p:spPr>
            <a:xfrm>
              <a:off x="5849146" y="1492419"/>
              <a:ext cx="846517" cy="345378"/>
            </a:xfrm>
            <a:prstGeom prst="roundRect">
              <a:avLst>
                <a:gd name="adj" fmla="val 50000"/>
              </a:avLst>
            </a:prstGeom>
            <a:solidFill>
              <a:srgbClr val="F2E7FF"/>
            </a:solidFill>
            <a:ln>
              <a:solidFill>
                <a:srgbClr val="E2DFE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pic>
          <p:nvPicPr>
            <p:cNvPr id="3930" name="Graphic 3929" descr="Pencil with solid fill">
              <a:extLst>
                <a:ext uri="{FF2B5EF4-FFF2-40B4-BE49-F238E27FC236}">
                  <a16:creationId xmlns:a16="http://schemas.microsoft.com/office/drawing/2014/main" id="{6CA4354B-F562-97E6-EF3D-B26ED2B7AC0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922933" y="1547390"/>
              <a:ext cx="235436" cy="235436"/>
            </a:xfrm>
            <a:prstGeom prst="rect">
              <a:avLst/>
            </a:prstGeom>
          </p:spPr>
        </p:pic>
        <p:sp>
          <p:nvSpPr>
            <p:cNvPr id="3931" name="TextBox 3930">
              <a:extLst>
                <a:ext uri="{FF2B5EF4-FFF2-40B4-BE49-F238E27FC236}">
                  <a16:creationId xmlns:a16="http://schemas.microsoft.com/office/drawing/2014/main" id="{97A05750-09D9-ABC3-52AA-567D263B0714}"/>
                </a:ext>
              </a:extLst>
            </p:cNvPr>
            <p:cNvSpPr txBox="1"/>
            <p:nvPr/>
          </p:nvSpPr>
          <p:spPr>
            <a:xfrm>
              <a:off x="6227401" y="1585657"/>
              <a:ext cx="391822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CH" sz="1200" dirty="0">
                  <a:solidFill>
                    <a:srgbClr val="973B83"/>
                  </a:solidFill>
                </a:rPr>
                <a:t>Swap</a:t>
              </a:r>
            </a:p>
          </p:txBody>
        </p:sp>
      </p:grpSp>
      <p:grpSp>
        <p:nvGrpSpPr>
          <p:cNvPr id="3932" name="Group 3931">
            <a:extLst>
              <a:ext uri="{FF2B5EF4-FFF2-40B4-BE49-F238E27FC236}">
                <a16:creationId xmlns:a16="http://schemas.microsoft.com/office/drawing/2014/main" id="{9EDC345A-5744-2354-5CA1-668F358DFF70}"/>
              </a:ext>
            </a:extLst>
          </p:cNvPr>
          <p:cNvGrpSpPr/>
          <p:nvPr/>
        </p:nvGrpSpPr>
        <p:grpSpPr>
          <a:xfrm rot="389916">
            <a:off x="5868720" y="14001372"/>
            <a:ext cx="1071271" cy="707877"/>
            <a:chOff x="2346129" y="3440501"/>
            <a:chExt cx="1237165" cy="833559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3933" name="Ink 3932">
                  <a:extLst>
                    <a:ext uri="{FF2B5EF4-FFF2-40B4-BE49-F238E27FC236}">
                      <a16:creationId xmlns:a16="http://schemas.microsoft.com/office/drawing/2014/main" id="{0123968C-59E7-80F7-0743-FF5A7ABFA513}"/>
                    </a:ext>
                  </a:extLst>
                </p14:cNvPr>
                <p14:cNvContentPartPr/>
                <p14:nvPr/>
              </p14:nvContentPartPr>
              <p14:xfrm>
                <a:off x="2711817" y="3573031"/>
                <a:ext cx="477360" cy="682200"/>
              </p14:xfrm>
            </p:contentPart>
          </mc:Choice>
          <mc:Fallback xmlns="">
            <p:pic>
              <p:nvPicPr>
                <p:cNvPr id="3933" name="Ink 3932">
                  <a:extLst>
                    <a:ext uri="{FF2B5EF4-FFF2-40B4-BE49-F238E27FC236}">
                      <a16:creationId xmlns:a16="http://schemas.microsoft.com/office/drawing/2014/main" id="{0123968C-59E7-80F7-0743-FF5A7ABFA51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691044" y="3551831"/>
                  <a:ext cx="518490" cy="7241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3934" name="Ink 3933">
                  <a:extLst>
                    <a:ext uri="{FF2B5EF4-FFF2-40B4-BE49-F238E27FC236}">
                      <a16:creationId xmlns:a16="http://schemas.microsoft.com/office/drawing/2014/main" id="{88135975-16B5-CD21-6B47-6AC79347D1F4}"/>
                    </a:ext>
                  </a:extLst>
                </p14:cNvPr>
                <p14:cNvContentPartPr/>
                <p14:nvPr/>
              </p14:nvContentPartPr>
              <p14:xfrm>
                <a:off x="2346129" y="3686902"/>
                <a:ext cx="66240" cy="587158"/>
              </p14:xfrm>
            </p:contentPart>
          </mc:Choice>
          <mc:Fallback xmlns="">
            <p:pic>
              <p:nvPicPr>
                <p:cNvPr id="3934" name="Ink 3933">
                  <a:extLst>
                    <a:ext uri="{FF2B5EF4-FFF2-40B4-BE49-F238E27FC236}">
                      <a16:creationId xmlns:a16="http://schemas.microsoft.com/office/drawing/2014/main" id="{88135975-16B5-CD21-6B47-6AC79347D1F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325429" y="3665705"/>
                  <a:ext cx="107226" cy="6291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3935" name="Ink 3934">
                  <a:extLst>
                    <a:ext uri="{FF2B5EF4-FFF2-40B4-BE49-F238E27FC236}">
                      <a16:creationId xmlns:a16="http://schemas.microsoft.com/office/drawing/2014/main" id="{2BE9FE68-C340-DA0C-565A-3CCAAB96D199}"/>
                    </a:ext>
                  </a:extLst>
                </p14:cNvPr>
                <p14:cNvContentPartPr/>
                <p14:nvPr/>
              </p14:nvContentPartPr>
              <p14:xfrm>
                <a:off x="3187654" y="3440501"/>
                <a:ext cx="395640" cy="762840"/>
              </p14:xfrm>
            </p:contentPart>
          </mc:Choice>
          <mc:Fallback xmlns="">
            <p:pic>
              <p:nvPicPr>
                <p:cNvPr id="1646" name="Ink 1645">
                  <a:extLst>
                    <a:ext uri="{FF2B5EF4-FFF2-40B4-BE49-F238E27FC236}">
                      <a16:creationId xmlns:a16="http://schemas.microsoft.com/office/drawing/2014/main" id="{34593A40-C910-27E4-7570-AF3FD5C8A32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168869" y="3421334"/>
                  <a:ext cx="433594" cy="80079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36" name="Group 3935">
            <a:extLst>
              <a:ext uri="{FF2B5EF4-FFF2-40B4-BE49-F238E27FC236}">
                <a16:creationId xmlns:a16="http://schemas.microsoft.com/office/drawing/2014/main" id="{6235EAF4-1711-35BF-1D7F-CF53BB3411E2}"/>
              </a:ext>
            </a:extLst>
          </p:cNvPr>
          <p:cNvGrpSpPr/>
          <p:nvPr/>
        </p:nvGrpSpPr>
        <p:grpSpPr>
          <a:xfrm rot="389916">
            <a:off x="7200612" y="13989817"/>
            <a:ext cx="492696" cy="739905"/>
            <a:chOff x="3804694" y="3331061"/>
            <a:chExt cx="587520" cy="89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3937" name="Ink 3936">
                  <a:extLst>
                    <a:ext uri="{FF2B5EF4-FFF2-40B4-BE49-F238E27FC236}">
                      <a16:creationId xmlns:a16="http://schemas.microsoft.com/office/drawing/2014/main" id="{F66F68FA-7B6B-5483-E94B-AE9D39B6FBE4}"/>
                    </a:ext>
                  </a:extLst>
                </p14:cNvPr>
                <p14:cNvContentPartPr/>
                <p14:nvPr/>
              </p14:nvContentPartPr>
              <p14:xfrm>
                <a:off x="3804694" y="3331061"/>
                <a:ext cx="587520" cy="681840"/>
              </p14:xfrm>
            </p:contentPart>
          </mc:Choice>
          <mc:Fallback xmlns="">
            <p:pic>
              <p:nvPicPr>
                <p:cNvPr id="1642" name="Ink 1641">
                  <a:extLst>
                    <a:ext uri="{FF2B5EF4-FFF2-40B4-BE49-F238E27FC236}">
                      <a16:creationId xmlns:a16="http://schemas.microsoft.com/office/drawing/2014/main" id="{9A04B4E6-F433-D613-3318-7E9C73F892A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784899" y="3311275"/>
                  <a:ext cx="626714" cy="7210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3938" name="Ink 3937">
                  <a:extLst>
                    <a:ext uri="{FF2B5EF4-FFF2-40B4-BE49-F238E27FC236}">
                      <a16:creationId xmlns:a16="http://schemas.microsoft.com/office/drawing/2014/main" id="{F32EEE75-28A1-39A0-A39F-063E814A3363}"/>
                    </a:ext>
                  </a:extLst>
                </p14:cNvPr>
                <p14:cNvContentPartPr/>
                <p14:nvPr/>
              </p14:nvContentPartPr>
              <p14:xfrm>
                <a:off x="4059934" y="3430061"/>
                <a:ext cx="94680" cy="800640"/>
              </p14:xfrm>
            </p:contentPart>
          </mc:Choice>
          <mc:Fallback xmlns="">
            <p:pic>
              <p:nvPicPr>
                <p:cNvPr id="1643" name="Ink 1642">
                  <a:extLst>
                    <a:ext uri="{FF2B5EF4-FFF2-40B4-BE49-F238E27FC236}">
                      <a16:creationId xmlns:a16="http://schemas.microsoft.com/office/drawing/2014/main" id="{ACD19DCE-8616-06FA-C157-52AF0F8A5FAB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040523" y="3410263"/>
                  <a:ext cx="133899" cy="8398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939" name="Rounded Rectangle 3938">
            <a:extLst>
              <a:ext uri="{FF2B5EF4-FFF2-40B4-BE49-F238E27FC236}">
                <a16:creationId xmlns:a16="http://schemas.microsoft.com/office/drawing/2014/main" id="{663DFF95-C65B-6042-0BC3-01F17D141016}"/>
              </a:ext>
            </a:extLst>
          </p:cNvPr>
          <p:cNvSpPr/>
          <p:nvPr/>
        </p:nvSpPr>
        <p:spPr>
          <a:xfrm>
            <a:off x="8472782" y="13683197"/>
            <a:ext cx="2118886" cy="353280"/>
          </a:xfrm>
          <a:prstGeom prst="roundRect">
            <a:avLst>
              <a:gd name="adj" fmla="val 32482"/>
            </a:avLst>
          </a:prstGeom>
          <a:solidFill>
            <a:srgbClr val="FFF8ED"/>
          </a:solidFill>
          <a:ln>
            <a:solidFill>
              <a:srgbClr val="E0C39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088"/>
          </a:p>
        </p:txBody>
      </p:sp>
      <p:sp>
        <p:nvSpPr>
          <p:cNvPr id="3940" name="Rounded Rectangle 3939">
            <a:extLst>
              <a:ext uri="{FF2B5EF4-FFF2-40B4-BE49-F238E27FC236}">
                <a16:creationId xmlns:a16="http://schemas.microsoft.com/office/drawing/2014/main" id="{EDC59462-AD91-BEC8-6A68-306B319F0D07}"/>
              </a:ext>
            </a:extLst>
          </p:cNvPr>
          <p:cNvSpPr/>
          <p:nvPr/>
        </p:nvSpPr>
        <p:spPr>
          <a:xfrm>
            <a:off x="8472782" y="14217659"/>
            <a:ext cx="2100000" cy="352549"/>
          </a:xfrm>
          <a:prstGeom prst="roundRect">
            <a:avLst>
              <a:gd name="adj" fmla="val 37122"/>
            </a:avLst>
          </a:prstGeom>
          <a:solidFill>
            <a:srgbClr val="FBF5FF"/>
          </a:solidFill>
          <a:ln>
            <a:solidFill>
              <a:srgbClr val="EDDA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088"/>
          </a:p>
        </p:txBody>
      </p:sp>
      <p:sp>
        <p:nvSpPr>
          <p:cNvPr id="3941" name="Rounded Rectangle 3940">
            <a:extLst>
              <a:ext uri="{FF2B5EF4-FFF2-40B4-BE49-F238E27FC236}">
                <a16:creationId xmlns:a16="http://schemas.microsoft.com/office/drawing/2014/main" id="{8364F2FC-9E86-AA01-D7BD-CAD956499903}"/>
              </a:ext>
            </a:extLst>
          </p:cNvPr>
          <p:cNvSpPr/>
          <p:nvPr/>
        </p:nvSpPr>
        <p:spPr>
          <a:xfrm>
            <a:off x="9854723" y="13764131"/>
            <a:ext cx="266593" cy="205758"/>
          </a:xfrm>
          <a:prstGeom prst="roundRect">
            <a:avLst>
              <a:gd name="adj" fmla="val 32482"/>
            </a:avLst>
          </a:prstGeom>
          <a:solidFill>
            <a:srgbClr val="FFF8ED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CH" sz="928" dirty="0">
                <a:solidFill>
                  <a:schemeClr val="accent3"/>
                </a:solidFill>
              </a:rPr>
              <a:t>True</a:t>
            </a:r>
          </a:p>
        </p:txBody>
      </p:sp>
      <p:sp>
        <p:nvSpPr>
          <p:cNvPr id="3942" name="TextBox 3941">
            <a:extLst>
              <a:ext uri="{FF2B5EF4-FFF2-40B4-BE49-F238E27FC236}">
                <a16:creationId xmlns:a16="http://schemas.microsoft.com/office/drawing/2014/main" id="{9B6B23CC-750B-D1F9-F625-F09CFC320586}"/>
              </a:ext>
            </a:extLst>
          </p:cNvPr>
          <p:cNvSpPr txBox="1"/>
          <p:nvPr/>
        </p:nvSpPr>
        <p:spPr>
          <a:xfrm>
            <a:off x="8472782" y="13735637"/>
            <a:ext cx="1432327" cy="244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160" dirty="0">
                <a:solidFill>
                  <a:srgbClr val="BA782F"/>
                </a:solidFill>
                <a:latin typeface="PT Mono" panose="02060509020205020204" pitchFamily="49" charset="77"/>
              </a:rPr>
              <a:t>i</a:t>
            </a:r>
            <a:r>
              <a:rPr lang="en-CH" sz="1160" dirty="0">
                <a:solidFill>
                  <a:srgbClr val="BA782F"/>
                </a:solidFill>
                <a:latin typeface="PT Mono" panose="02060509020205020204" pitchFamily="49" charset="77"/>
              </a:rPr>
              <a:t>s_bigger(3,1)</a:t>
            </a:r>
          </a:p>
        </p:txBody>
      </p:sp>
      <p:sp>
        <p:nvSpPr>
          <p:cNvPr id="3943" name="Rounded Rectangle 3942">
            <a:extLst>
              <a:ext uri="{FF2B5EF4-FFF2-40B4-BE49-F238E27FC236}">
                <a16:creationId xmlns:a16="http://schemas.microsoft.com/office/drawing/2014/main" id="{DBA63407-127B-9EB8-D7AE-8DDACB8F2ECD}"/>
              </a:ext>
            </a:extLst>
          </p:cNvPr>
          <p:cNvSpPr/>
          <p:nvPr/>
        </p:nvSpPr>
        <p:spPr>
          <a:xfrm>
            <a:off x="10167099" y="14741592"/>
            <a:ext cx="348137" cy="205758"/>
          </a:xfrm>
          <a:prstGeom prst="roundRect">
            <a:avLst>
              <a:gd name="adj" fmla="val 32482"/>
            </a:avLst>
          </a:prstGeom>
          <a:solidFill>
            <a:srgbClr val="FFF8ED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CH" sz="928" dirty="0">
                <a:solidFill>
                  <a:srgbClr val="6C7280"/>
                </a:solidFill>
              </a:rPr>
              <a:t>False</a:t>
            </a:r>
          </a:p>
        </p:txBody>
      </p:sp>
      <p:sp>
        <p:nvSpPr>
          <p:cNvPr id="3944" name="TextBox 3943">
            <a:extLst>
              <a:ext uri="{FF2B5EF4-FFF2-40B4-BE49-F238E27FC236}">
                <a16:creationId xmlns:a16="http://schemas.microsoft.com/office/drawing/2014/main" id="{675FD94B-52B3-A059-90BA-EE8939C5FB59}"/>
              </a:ext>
            </a:extLst>
          </p:cNvPr>
          <p:cNvSpPr txBox="1"/>
          <p:nvPr/>
        </p:nvSpPr>
        <p:spPr>
          <a:xfrm>
            <a:off x="8453607" y="14266465"/>
            <a:ext cx="1020998" cy="27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60" dirty="0">
                <a:solidFill>
                  <a:srgbClr val="9339E4"/>
                </a:solidFill>
                <a:latin typeface="PT Mono" panose="02060509020205020204" pitchFamily="49" charset="77"/>
              </a:rPr>
              <a:t>swap</a:t>
            </a:r>
            <a:r>
              <a:rPr lang="en-CH" sz="1160" dirty="0">
                <a:solidFill>
                  <a:srgbClr val="9339E4"/>
                </a:solidFill>
                <a:latin typeface="PT Mono" panose="02060509020205020204" pitchFamily="49" charset="77"/>
              </a:rPr>
              <a:t>(3,1)</a:t>
            </a:r>
          </a:p>
        </p:txBody>
      </p:sp>
      <p:sp>
        <p:nvSpPr>
          <p:cNvPr id="3945" name="Rounded Rectangle 3944">
            <a:extLst>
              <a:ext uri="{FF2B5EF4-FFF2-40B4-BE49-F238E27FC236}">
                <a16:creationId xmlns:a16="http://schemas.microsoft.com/office/drawing/2014/main" id="{3401D5CE-A9CD-7FD5-275E-9D4B9D21A209}"/>
              </a:ext>
            </a:extLst>
          </p:cNvPr>
          <p:cNvSpPr/>
          <p:nvPr/>
        </p:nvSpPr>
        <p:spPr>
          <a:xfrm>
            <a:off x="8472782" y="13137059"/>
            <a:ext cx="2118886" cy="352549"/>
          </a:xfrm>
          <a:prstGeom prst="roundRect">
            <a:avLst>
              <a:gd name="adj" fmla="val 37122"/>
            </a:avLst>
          </a:prstGeom>
          <a:solidFill>
            <a:srgbClr val="F9FAFB"/>
          </a:solidFill>
          <a:ln>
            <a:solidFill>
              <a:srgbClr val="CFD4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088"/>
          </a:p>
        </p:txBody>
      </p:sp>
      <p:sp>
        <p:nvSpPr>
          <p:cNvPr id="3946" name="TextBox 3945">
            <a:extLst>
              <a:ext uri="{FF2B5EF4-FFF2-40B4-BE49-F238E27FC236}">
                <a16:creationId xmlns:a16="http://schemas.microsoft.com/office/drawing/2014/main" id="{4D3DEE0B-CD3A-3D4A-F90A-F4D2B5A45149}"/>
              </a:ext>
            </a:extLst>
          </p:cNvPr>
          <p:cNvSpPr txBox="1"/>
          <p:nvPr/>
        </p:nvSpPr>
        <p:spPr>
          <a:xfrm>
            <a:off x="8397755" y="13179600"/>
            <a:ext cx="1137094" cy="27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60" dirty="0">
                <a:solidFill>
                  <a:srgbClr val="6C7180"/>
                </a:solidFill>
                <a:latin typeface="PT Mono" panose="02060509020205020204" pitchFamily="49" charset="77"/>
              </a:rPr>
              <a:t>[</a:t>
            </a:r>
            <a:r>
              <a:rPr lang="en-CH" sz="1160" dirty="0">
                <a:solidFill>
                  <a:srgbClr val="6C7180"/>
                </a:solidFill>
                <a:latin typeface="PT Mono" panose="02060509020205020204" pitchFamily="49" charset="77"/>
              </a:rPr>
              <a:t>3,1,</a:t>
            </a:r>
            <a:r>
              <a:rPr lang="en-US" altLang="zh-CN" sz="1160" dirty="0">
                <a:solidFill>
                  <a:srgbClr val="6C7180"/>
                </a:solidFill>
                <a:latin typeface="PT Mono" panose="02060509020205020204" pitchFamily="49" charset="77"/>
              </a:rPr>
              <a:t>7</a:t>
            </a:r>
            <a:r>
              <a:rPr lang="zh-CN" altLang="en-US" sz="1160" dirty="0">
                <a:solidFill>
                  <a:srgbClr val="6C7180"/>
                </a:solidFill>
                <a:latin typeface="PT Mono" panose="02060509020205020204" pitchFamily="49" charset="77"/>
              </a:rPr>
              <a:t>，</a:t>
            </a:r>
            <a:r>
              <a:rPr lang="en-CH" sz="1160" dirty="0">
                <a:solidFill>
                  <a:srgbClr val="6C7180"/>
                </a:solidFill>
                <a:latin typeface="PT Mono" panose="02060509020205020204" pitchFamily="49" charset="77"/>
              </a:rPr>
              <a:t>4]</a:t>
            </a:r>
          </a:p>
        </p:txBody>
      </p:sp>
      <p:cxnSp>
        <p:nvCxnSpPr>
          <p:cNvPr id="3947" name="Straight Connector 3946">
            <a:extLst>
              <a:ext uri="{FF2B5EF4-FFF2-40B4-BE49-F238E27FC236}">
                <a16:creationId xmlns:a16="http://schemas.microsoft.com/office/drawing/2014/main" id="{FC556A7D-56A2-38EA-29E1-ACEAB32B3CD2}"/>
              </a:ext>
            </a:extLst>
          </p:cNvPr>
          <p:cNvCxnSpPr>
            <a:cxnSpLocks/>
          </p:cNvCxnSpPr>
          <p:nvPr/>
        </p:nvCxnSpPr>
        <p:spPr>
          <a:xfrm>
            <a:off x="8378260" y="13109353"/>
            <a:ext cx="0" cy="2699669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48" name="Rounded Rectangle 3947">
            <a:extLst>
              <a:ext uri="{FF2B5EF4-FFF2-40B4-BE49-F238E27FC236}">
                <a16:creationId xmlns:a16="http://schemas.microsoft.com/office/drawing/2014/main" id="{8EDB7ECE-9507-7FF1-3A68-F4E98B166FD2}"/>
              </a:ext>
            </a:extLst>
          </p:cNvPr>
          <p:cNvSpPr/>
          <p:nvPr/>
        </p:nvSpPr>
        <p:spPr>
          <a:xfrm>
            <a:off x="8472782" y="14744171"/>
            <a:ext cx="2118886" cy="353280"/>
          </a:xfrm>
          <a:prstGeom prst="roundRect">
            <a:avLst>
              <a:gd name="adj" fmla="val 32482"/>
            </a:avLst>
          </a:prstGeom>
          <a:solidFill>
            <a:srgbClr val="FFF8ED"/>
          </a:solidFill>
          <a:ln>
            <a:solidFill>
              <a:srgbClr val="E0C39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088"/>
          </a:p>
        </p:txBody>
      </p:sp>
      <p:sp>
        <p:nvSpPr>
          <p:cNvPr id="3949" name="Rounded Rectangle 3948">
            <a:extLst>
              <a:ext uri="{FF2B5EF4-FFF2-40B4-BE49-F238E27FC236}">
                <a16:creationId xmlns:a16="http://schemas.microsoft.com/office/drawing/2014/main" id="{41BC2771-183B-2B15-A487-C83AC097EC29}"/>
              </a:ext>
            </a:extLst>
          </p:cNvPr>
          <p:cNvSpPr/>
          <p:nvPr/>
        </p:nvSpPr>
        <p:spPr>
          <a:xfrm>
            <a:off x="9854723" y="14825105"/>
            <a:ext cx="266593" cy="205758"/>
          </a:xfrm>
          <a:prstGeom prst="roundRect">
            <a:avLst>
              <a:gd name="adj" fmla="val 32482"/>
            </a:avLst>
          </a:prstGeom>
          <a:solidFill>
            <a:srgbClr val="FFF8ED"/>
          </a:solidFill>
          <a:ln>
            <a:solidFill>
              <a:srgbClr val="D2D2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CH" sz="928" dirty="0">
                <a:solidFill>
                  <a:srgbClr val="6C7180"/>
                </a:solidFill>
              </a:rPr>
              <a:t>True</a:t>
            </a:r>
          </a:p>
        </p:txBody>
      </p:sp>
      <p:sp>
        <p:nvSpPr>
          <p:cNvPr id="3950" name="TextBox 3949">
            <a:extLst>
              <a:ext uri="{FF2B5EF4-FFF2-40B4-BE49-F238E27FC236}">
                <a16:creationId xmlns:a16="http://schemas.microsoft.com/office/drawing/2014/main" id="{C166B72B-46B9-7F47-45C3-7D805B220463}"/>
              </a:ext>
            </a:extLst>
          </p:cNvPr>
          <p:cNvSpPr txBox="1"/>
          <p:nvPr/>
        </p:nvSpPr>
        <p:spPr>
          <a:xfrm>
            <a:off x="8472782" y="14796611"/>
            <a:ext cx="1432327" cy="27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160" dirty="0">
                <a:solidFill>
                  <a:srgbClr val="BA782F"/>
                </a:solidFill>
                <a:latin typeface="PT Mono" panose="02060509020205020204" pitchFamily="49" charset="77"/>
              </a:rPr>
              <a:t>i</a:t>
            </a:r>
            <a:r>
              <a:rPr lang="en-CH" sz="1160" dirty="0">
                <a:solidFill>
                  <a:srgbClr val="BA782F"/>
                </a:solidFill>
                <a:latin typeface="PT Mono" panose="02060509020205020204" pitchFamily="49" charset="77"/>
              </a:rPr>
              <a:t>s_bigger(</a:t>
            </a:r>
            <a:r>
              <a:rPr lang="en-US" altLang="zh-CN" sz="1160" dirty="0">
                <a:solidFill>
                  <a:srgbClr val="BA782F"/>
                </a:solidFill>
                <a:latin typeface="PT Mono" panose="02060509020205020204" pitchFamily="49" charset="77"/>
              </a:rPr>
              <a:t>3</a:t>
            </a:r>
            <a:r>
              <a:rPr lang="en-CH" sz="1160" dirty="0">
                <a:solidFill>
                  <a:srgbClr val="BA782F"/>
                </a:solidFill>
                <a:latin typeface="PT Mono" panose="02060509020205020204" pitchFamily="49" charset="77"/>
              </a:rPr>
              <a:t>,</a:t>
            </a:r>
            <a:r>
              <a:rPr lang="en-US" altLang="zh-CN" sz="1160" dirty="0">
                <a:solidFill>
                  <a:srgbClr val="BA782F"/>
                </a:solidFill>
                <a:latin typeface="PT Mono" panose="02060509020205020204" pitchFamily="49" charset="77"/>
              </a:rPr>
              <a:t>7</a:t>
            </a:r>
            <a:r>
              <a:rPr lang="en-CH" sz="1160" dirty="0">
                <a:solidFill>
                  <a:srgbClr val="BA782F"/>
                </a:solidFill>
                <a:latin typeface="PT Mono" panose="02060509020205020204" pitchFamily="49" charset="77"/>
              </a:rPr>
              <a:t>)</a:t>
            </a:r>
          </a:p>
        </p:txBody>
      </p:sp>
      <p:sp>
        <p:nvSpPr>
          <p:cNvPr id="3951" name="Rounded Rectangle 3950">
            <a:extLst>
              <a:ext uri="{FF2B5EF4-FFF2-40B4-BE49-F238E27FC236}">
                <a16:creationId xmlns:a16="http://schemas.microsoft.com/office/drawing/2014/main" id="{C8395A45-0931-9862-6A9F-5CC036E0A092}"/>
              </a:ext>
            </a:extLst>
          </p:cNvPr>
          <p:cNvSpPr/>
          <p:nvPr/>
        </p:nvSpPr>
        <p:spPr>
          <a:xfrm>
            <a:off x="10167099" y="14827206"/>
            <a:ext cx="348137" cy="205758"/>
          </a:xfrm>
          <a:prstGeom prst="roundRect">
            <a:avLst>
              <a:gd name="adj" fmla="val 32482"/>
            </a:avLst>
          </a:prstGeom>
          <a:solidFill>
            <a:srgbClr val="FFF8ED"/>
          </a:solidFill>
          <a:ln>
            <a:solidFill>
              <a:srgbClr val="C00000">
                <a:alpha val="8941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CH" sz="928" dirty="0">
                <a:solidFill>
                  <a:srgbClr val="BB6965"/>
                </a:solidFill>
              </a:rPr>
              <a:t>False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3952" name="Ink 3951">
                <a:extLst>
                  <a:ext uri="{FF2B5EF4-FFF2-40B4-BE49-F238E27FC236}">
                    <a16:creationId xmlns:a16="http://schemas.microsoft.com/office/drawing/2014/main" id="{E35A32C0-907E-CBD4-E9C3-21CBEB897A32}"/>
                  </a:ext>
                </a:extLst>
              </p14:cNvPr>
              <p14:cNvContentPartPr/>
              <p14:nvPr/>
            </p14:nvContentPartPr>
            <p14:xfrm>
              <a:off x="6232246" y="14817710"/>
              <a:ext cx="596880" cy="28440"/>
            </p14:xfrm>
          </p:contentPart>
        </mc:Choice>
        <mc:Fallback xmlns="">
          <p:pic>
            <p:nvPicPr>
              <p:cNvPr id="3952" name="Ink 3951">
                <a:extLst>
                  <a:ext uri="{FF2B5EF4-FFF2-40B4-BE49-F238E27FC236}">
                    <a16:creationId xmlns:a16="http://schemas.microsoft.com/office/drawing/2014/main" id="{E35A32C0-907E-CBD4-E9C3-21CBEB897A32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6214606" y="14800070"/>
                <a:ext cx="632520" cy="64080"/>
              </a:xfrm>
              <a:prstGeom prst="rect">
                <a:avLst/>
              </a:prstGeom>
            </p:spPr>
          </p:pic>
        </mc:Fallback>
      </mc:AlternateContent>
      <p:pic>
        <p:nvPicPr>
          <p:cNvPr id="3953" name="Picture 3952" descr="A hand holding a pen&#10;&#10;AI-generated content may be incorrect.">
            <a:extLst>
              <a:ext uri="{FF2B5EF4-FFF2-40B4-BE49-F238E27FC236}">
                <a16:creationId xmlns:a16="http://schemas.microsoft.com/office/drawing/2014/main" id="{0F9A6762-AF86-73E2-1EE1-F38FDB7D0C33}"/>
              </a:ext>
            </a:extLst>
          </p:cNvPr>
          <p:cNvPicPr>
            <a:picLocks noChangeAspect="1"/>
          </p:cNvPicPr>
          <p:nvPr/>
        </p:nvPicPr>
        <p:blipFill>
          <a:blip r:embed="rId73"/>
          <a:srcRect l="46549" t="21261" r="4581" b="9747"/>
          <a:stretch>
            <a:fillRect/>
          </a:stretch>
        </p:blipFill>
        <p:spPr>
          <a:xfrm>
            <a:off x="6865447" y="13760876"/>
            <a:ext cx="2378924" cy="2195840"/>
          </a:xfrm>
          <a:prstGeom prst="rect">
            <a:avLst/>
          </a:prstGeom>
        </p:spPr>
      </p:pic>
      <p:pic>
        <p:nvPicPr>
          <p:cNvPr id="3954" name="Picture 3953" descr="A finger pointing at something&#10;&#10;AI-generated content may be incorrect.">
            <a:extLst>
              <a:ext uri="{FF2B5EF4-FFF2-40B4-BE49-F238E27FC236}">
                <a16:creationId xmlns:a16="http://schemas.microsoft.com/office/drawing/2014/main" id="{8693B25B-A27D-08AE-A35F-A009CE68E749}"/>
              </a:ext>
            </a:extLst>
          </p:cNvPr>
          <p:cNvPicPr>
            <a:picLocks noChangeAspect="1"/>
          </p:cNvPicPr>
          <p:nvPr/>
        </p:nvPicPr>
        <p:blipFill>
          <a:blip r:embed="rId105"/>
          <a:srcRect l="35177" t="18118" r="14261" b="11858"/>
          <a:stretch>
            <a:fillRect/>
          </a:stretch>
        </p:blipFill>
        <p:spPr>
          <a:xfrm>
            <a:off x="18479935" y="1131070"/>
            <a:ext cx="3651768" cy="3269327"/>
          </a:xfrm>
          <a:prstGeom prst="rect">
            <a:avLst/>
          </a:prstGeom>
        </p:spPr>
      </p:pic>
      <p:sp>
        <p:nvSpPr>
          <p:cNvPr id="3955" name="Oval 3954">
            <a:extLst>
              <a:ext uri="{FF2B5EF4-FFF2-40B4-BE49-F238E27FC236}">
                <a16:creationId xmlns:a16="http://schemas.microsoft.com/office/drawing/2014/main" id="{F87915A8-0D6C-A22B-088A-C48805E84445}"/>
              </a:ext>
            </a:extLst>
          </p:cNvPr>
          <p:cNvSpPr/>
          <p:nvPr/>
        </p:nvSpPr>
        <p:spPr>
          <a:xfrm>
            <a:off x="10790646" y="7647363"/>
            <a:ext cx="1168656" cy="1172618"/>
          </a:xfrm>
          <a:prstGeom prst="ellipse">
            <a:avLst/>
          </a:prstGeom>
          <a:solidFill>
            <a:srgbClr val="7030A0">
              <a:alpha val="5032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0" dirty="0"/>
              <a:t>b</a:t>
            </a:r>
            <a:endParaRPr lang="en-CH" sz="8000" dirty="0"/>
          </a:p>
        </p:txBody>
      </p:sp>
      <p:sp>
        <p:nvSpPr>
          <p:cNvPr id="3956" name="Rounded Rectangle 3955">
            <a:extLst>
              <a:ext uri="{FF2B5EF4-FFF2-40B4-BE49-F238E27FC236}">
                <a16:creationId xmlns:a16="http://schemas.microsoft.com/office/drawing/2014/main" id="{17314A92-C089-AD53-227A-D840C23F4C7C}"/>
              </a:ext>
            </a:extLst>
          </p:cNvPr>
          <p:cNvSpPr/>
          <p:nvPr/>
        </p:nvSpPr>
        <p:spPr>
          <a:xfrm>
            <a:off x="16335006" y="9522464"/>
            <a:ext cx="2316240" cy="456742"/>
          </a:xfrm>
          <a:prstGeom prst="roundRect">
            <a:avLst>
              <a:gd name="adj" fmla="val 37122"/>
            </a:avLst>
          </a:prstGeom>
          <a:solidFill>
            <a:srgbClr val="EFF6FE"/>
          </a:solidFill>
          <a:ln>
            <a:solidFill>
              <a:srgbClr val="C4CC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4400"/>
          </a:p>
        </p:txBody>
      </p:sp>
      <p:sp>
        <p:nvSpPr>
          <p:cNvPr id="3957" name="TextBox 3956">
            <a:extLst>
              <a:ext uri="{FF2B5EF4-FFF2-40B4-BE49-F238E27FC236}">
                <a16:creationId xmlns:a16="http://schemas.microsoft.com/office/drawing/2014/main" id="{497496A0-F5D5-BD62-EBD1-3FFFD9139F52}"/>
              </a:ext>
            </a:extLst>
          </p:cNvPr>
          <p:cNvSpPr txBox="1"/>
          <p:nvPr/>
        </p:nvSpPr>
        <p:spPr>
          <a:xfrm>
            <a:off x="16335006" y="9586925"/>
            <a:ext cx="2316240" cy="455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200" dirty="0">
                <a:solidFill>
                  <a:srgbClr val="5048DE"/>
                </a:solidFill>
                <a:latin typeface="PT Mono" panose="02060509020205020204" pitchFamily="49" charset="77"/>
              </a:rPr>
              <a:t>c</a:t>
            </a:r>
            <a:r>
              <a:rPr lang="en-CH" sz="1200" dirty="0">
                <a:solidFill>
                  <a:srgbClr val="5048DE"/>
                </a:solidFill>
                <a:latin typeface="PT Mono" panose="02060509020205020204" pitchFamily="49" charset="77"/>
              </a:rPr>
              <a:t>ompare_and_swap(</a:t>
            </a:r>
            <a:r>
              <a:rPr lang="en-US" altLang="zh-CN" sz="1200" dirty="0">
                <a:solidFill>
                  <a:srgbClr val="5048DE"/>
                </a:solidFill>
                <a:latin typeface="PT Mono" panose="02060509020205020204" pitchFamily="49" charset="77"/>
              </a:rPr>
              <a:t>7</a:t>
            </a:r>
            <a:r>
              <a:rPr lang="en-CH" sz="1200" dirty="0">
                <a:solidFill>
                  <a:srgbClr val="5048DE"/>
                </a:solidFill>
                <a:latin typeface="PT Mono" panose="02060509020205020204" pitchFamily="49" charset="77"/>
              </a:rPr>
              <a:t>,</a:t>
            </a:r>
            <a:r>
              <a:rPr lang="en-US" altLang="zh-CN" sz="1200" dirty="0">
                <a:solidFill>
                  <a:srgbClr val="5048DE"/>
                </a:solidFill>
                <a:latin typeface="PT Mono" panose="02060509020205020204" pitchFamily="49" charset="77"/>
              </a:rPr>
              <a:t>4</a:t>
            </a:r>
            <a:r>
              <a:rPr lang="en-CH" sz="1200" dirty="0">
                <a:solidFill>
                  <a:srgbClr val="5048DE"/>
                </a:solidFill>
                <a:latin typeface="PT Mono" panose="02060509020205020204" pitchFamily="49" charset="77"/>
              </a:rPr>
              <a:t>)</a:t>
            </a:r>
          </a:p>
          <a:p>
            <a:pPr algn="ctr"/>
            <a:endParaRPr lang="en-CH" sz="1160" dirty="0">
              <a:solidFill>
                <a:srgbClr val="6C7180"/>
              </a:solidFill>
              <a:latin typeface="PT Mono" panose="02060509020205020204" pitchFamily="49" charset="77"/>
            </a:endParaRPr>
          </a:p>
        </p:txBody>
      </p:sp>
      <p:sp>
        <p:nvSpPr>
          <p:cNvPr id="3958" name="Freeform 3957">
            <a:extLst>
              <a:ext uri="{FF2B5EF4-FFF2-40B4-BE49-F238E27FC236}">
                <a16:creationId xmlns:a16="http://schemas.microsoft.com/office/drawing/2014/main" id="{BF9AE306-CDA8-6359-5489-70994C58F9C9}"/>
              </a:ext>
            </a:extLst>
          </p:cNvPr>
          <p:cNvSpPr/>
          <p:nvPr/>
        </p:nvSpPr>
        <p:spPr>
          <a:xfrm rot="181735">
            <a:off x="5708811" y="11837767"/>
            <a:ext cx="693576" cy="839731"/>
          </a:xfrm>
          <a:custGeom>
            <a:avLst/>
            <a:gdLst>
              <a:gd name="connsiteX0" fmla="*/ 0 w 589935"/>
              <a:gd name="connsiteY0" fmla="*/ 0 h 1268361"/>
              <a:gd name="connsiteX1" fmla="*/ 353961 w 589935"/>
              <a:gd name="connsiteY1" fmla="*/ 412955 h 1268361"/>
              <a:gd name="connsiteX2" fmla="*/ 412955 w 589935"/>
              <a:gd name="connsiteY2" fmla="*/ 1032387 h 1268361"/>
              <a:gd name="connsiteX3" fmla="*/ 589935 w 589935"/>
              <a:gd name="connsiteY3" fmla="*/ 1268361 h 1268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9935" h="1268361">
                <a:moveTo>
                  <a:pt x="0" y="0"/>
                </a:moveTo>
                <a:cubicBezTo>
                  <a:pt x="142567" y="120445"/>
                  <a:pt x="285135" y="240891"/>
                  <a:pt x="353961" y="412955"/>
                </a:cubicBezTo>
                <a:cubicBezTo>
                  <a:pt x="422787" y="585019"/>
                  <a:pt x="373626" y="889819"/>
                  <a:pt x="412955" y="1032387"/>
                </a:cubicBezTo>
                <a:cubicBezTo>
                  <a:pt x="452284" y="1174955"/>
                  <a:pt x="521109" y="1221658"/>
                  <a:pt x="589935" y="1268361"/>
                </a:cubicBezTo>
              </a:path>
            </a:pathLst>
          </a:custGeom>
          <a:noFill/>
          <a:ln>
            <a:solidFill>
              <a:schemeClr val="tx1">
                <a:lumMod val="50000"/>
                <a:lumOff val="50000"/>
              </a:schemeClr>
            </a:solidFill>
            <a:tailEnd type="arrow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3959" name="Rounded Rectangle 3958">
            <a:extLst>
              <a:ext uri="{FF2B5EF4-FFF2-40B4-BE49-F238E27FC236}">
                <a16:creationId xmlns:a16="http://schemas.microsoft.com/office/drawing/2014/main" id="{6346D557-20E3-0A29-466F-DA7B3A2E6DB9}"/>
              </a:ext>
            </a:extLst>
          </p:cNvPr>
          <p:cNvSpPr/>
          <p:nvPr/>
        </p:nvSpPr>
        <p:spPr>
          <a:xfrm>
            <a:off x="21829104" y="10803825"/>
            <a:ext cx="6445856" cy="4393391"/>
          </a:xfrm>
          <a:prstGeom prst="roundRect">
            <a:avLst/>
          </a:prstGeom>
          <a:solidFill>
            <a:srgbClr val="FBFBFB"/>
          </a:solidFill>
          <a:ln>
            <a:noFill/>
          </a:ln>
          <a:effectLst>
            <a:outerShdw blurRad="1047274" sx="95464" sy="95464" algn="ctr" rotWithShape="0">
              <a:prstClr val="black">
                <a:alpha val="14259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3960" name="Rounded Rectangle 3959">
            <a:extLst>
              <a:ext uri="{FF2B5EF4-FFF2-40B4-BE49-F238E27FC236}">
                <a16:creationId xmlns:a16="http://schemas.microsoft.com/office/drawing/2014/main" id="{A6D335BC-B40D-5F1E-9488-B6DDC5D92DA8}"/>
              </a:ext>
            </a:extLst>
          </p:cNvPr>
          <p:cNvSpPr/>
          <p:nvPr/>
        </p:nvSpPr>
        <p:spPr>
          <a:xfrm>
            <a:off x="23737626" y="11904376"/>
            <a:ext cx="4039253" cy="858421"/>
          </a:xfrm>
          <a:prstGeom prst="roundRect">
            <a:avLst>
              <a:gd name="adj" fmla="val 37122"/>
            </a:avLst>
          </a:prstGeom>
          <a:solidFill>
            <a:srgbClr val="EFF6FE"/>
          </a:solidFill>
          <a:ln>
            <a:solidFill>
              <a:srgbClr val="C4CC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8000"/>
          </a:p>
        </p:txBody>
      </p:sp>
      <p:sp>
        <p:nvSpPr>
          <p:cNvPr id="3961" name="TextBox 3960">
            <a:extLst>
              <a:ext uri="{FF2B5EF4-FFF2-40B4-BE49-F238E27FC236}">
                <a16:creationId xmlns:a16="http://schemas.microsoft.com/office/drawing/2014/main" id="{7AF6E1EE-4B70-4CF9-5848-76435FBFDFF1}"/>
              </a:ext>
            </a:extLst>
          </p:cNvPr>
          <p:cNvSpPr txBox="1"/>
          <p:nvPr/>
        </p:nvSpPr>
        <p:spPr>
          <a:xfrm>
            <a:off x="23721117" y="12160441"/>
            <a:ext cx="40392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5048DE"/>
                </a:solidFill>
                <a:latin typeface="PT Mono" panose="02060509020205020204" pitchFamily="49" charset="77"/>
              </a:rPr>
              <a:t>c</a:t>
            </a:r>
            <a:r>
              <a:rPr lang="en-CH" sz="2000" dirty="0">
                <a:solidFill>
                  <a:srgbClr val="5048DE"/>
                </a:solidFill>
                <a:latin typeface="PT Mono" panose="02060509020205020204" pitchFamily="49" charset="77"/>
              </a:rPr>
              <a:t>ompare_and_swap(</a:t>
            </a:r>
            <a:r>
              <a:rPr lang="en-US" altLang="zh-CN" sz="2000" dirty="0">
                <a:solidFill>
                  <a:srgbClr val="5048DE"/>
                </a:solidFill>
                <a:latin typeface="PT Mono" panose="02060509020205020204" pitchFamily="49" charset="77"/>
              </a:rPr>
              <a:t>3</a:t>
            </a:r>
            <a:r>
              <a:rPr lang="en-CH" sz="2000" dirty="0">
                <a:solidFill>
                  <a:srgbClr val="5048DE"/>
                </a:solidFill>
                <a:latin typeface="PT Mono" panose="02060509020205020204" pitchFamily="49" charset="77"/>
              </a:rPr>
              <a:t>,1)</a:t>
            </a:r>
          </a:p>
        </p:txBody>
      </p:sp>
      <p:sp>
        <p:nvSpPr>
          <p:cNvPr id="3962" name="Rounded Rectangle 3961">
            <a:extLst>
              <a:ext uri="{FF2B5EF4-FFF2-40B4-BE49-F238E27FC236}">
                <a16:creationId xmlns:a16="http://schemas.microsoft.com/office/drawing/2014/main" id="{2C8E9BAD-C0BA-0588-B2B4-D5060355A840}"/>
              </a:ext>
            </a:extLst>
          </p:cNvPr>
          <p:cNvSpPr/>
          <p:nvPr/>
        </p:nvSpPr>
        <p:spPr>
          <a:xfrm>
            <a:off x="23737630" y="13004516"/>
            <a:ext cx="4039253" cy="837511"/>
          </a:xfrm>
          <a:prstGeom prst="roundRect">
            <a:avLst>
              <a:gd name="adj" fmla="val 37122"/>
            </a:avLst>
          </a:prstGeom>
          <a:solidFill>
            <a:srgbClr val="EFF6FE"/>
          </a:solidFill>
          <a:ln>
            <a:solidFill>
              <a:srgbClr val="C4CC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8000"/>
          </a:p>
        </p:txBody>
      </p:sp>
      <p:sp>
        <p:nvSpPr>
          <p:cNvPr id="3963" name="TextBox 3962">
            <a:extLst>
              <a:ext uri="{FF2B5EF4-FFF2-40B4-BE49-F238E27FC236}">
                <a16:creationId xmlns:a16="http://schemas.microsoft.com/office/drawing/2014/main" id="{94911994-3A7D-B600-82F3-4C8642187346}"/>
              </a:ext>
            </a:extLst>
          </p:cNvPr>
          <p:cNvSpPr txBox="1"/>
          <p:nvPr/>
        </p:nvSpPr>
        <p:spPr>
          <a:xfrm>
            <a:off x="23736372" y="13240809"/>
            <a:ext cx="4039253" cy="400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5048DE"/>
                </a:solidFill>
                <a:latin typeface="PT Mono" panose="02060509020205020204" pitchFamily="49" charset="77"/>
              </a:rPr>
              <a:t>c</a:t>
            </a:r>
            <a:r>
              <a:rPr lang="en-CH" sz="2000" dirty="0">
                <a:solidFill>
                  <a:srgbClr val="5048DE"/>
                </a:solidFill>
                <a:latin typeface="PT Mono" panose="02060509020205020204" pitchFamily="49" charset="77"/>
              </a:rPr>
              <a:t>ompare_and_swap(</a:t>
            </a:r>
            <a:r>
              <a:rPr lang="en-US" altLang="zh-CN" sz="2000" dirty="0">
                <a:solidFill>
                  <a:srgbClr val="5048DE"/>
                </a:solidFill>
                <a:latin typeface="PT Mono" panose="02060509020205020204" pitchFamily="49" charset="77"/>
              </a:rPr>
              <a:t>3</a:t>
            </a:r>
            <a:r>
              <a:rPr lang="en-CH" sz="2000" dirty="0">
                <a:solidFill>
                  <a:srgbClr val="5048DE"/>
                </a:solidFill>
                <a:latin typeface="PT Mono" panose="02060509020205020204" pitchFamily="49" charset="77"/>
              </a:rPr>
              <a:t>,</a:t>
            </a:r>
            <a:r>
              <a:rPr lang="en-US" altLang="zh-CN" sz="2000" dirty="0">
                <a:solidFill>
                  <a:srgbClr val="5048DE"/>
                </a:solidFill>
                <a:latin typeface="PT Mono" panose="02060509020205020204" pitchFamily="49" charset="77"/>
              </a:rPr>
              <a:t>7</a:t>
            </a:r>
            <a:r>
              <a:rPr lang="en-CH" sz="2000" dirty="0">
                <a:solidFill>
                  <a:srgbClr val="5048DE"/>
                </a:solidFill>
                <a:latin typeface="PT Mono" panose="02060509020205020204" pitchFamily="49" charset="77"/>
              </a:rPr>
              <a:t>)</a:t>
            </a:r>
          </a:p>
        </p:txBody>
      </p:sp>
      <p:grpSp>
        <p:nvGrpSpPr>
          <p:cNvPr id="3964" name="Group 3963">
            <a:extLst>
              <a:ext uri="{FF2B5EF4-FFF2-40B4-BE49-F238E27FC236}">
                <a16:creationId xmlns:a16="http://schemas.microsoft.com/office/drawing/2014/main" id="{78FD6752-808E-A80F-D119-AC08B5850E1C}"/>
              </a:ext>
            </a:extLst>
          </p:cNvPr>
          <p:cNvGrpSpPr/>
          <p:nvPr/>
        </p:nvGrpSpPr>
        <p:grpSpPr>
          <a:xfrm>
            <a:off x="23745007" y="11169495"/>
            <a:ext cx="4044885" cy="498554"/>
            <a:chOff x="37025328" y="3069485"/>
            <a:chExt cx="2162454" cy="309843"/>
          </a:xfrm>
        </p:grpSpPr>
        <p:sp>
          <p:nvSpPr>
            <p:cNvPr id="3965" name="Rounded Rectangle 3964">
              <a:extLst>
                <a:ext uri="{FF2B5EF4-FFF2-40B4-BE49-F238E27FC236}">
                  <a16:creationId xmlns:a16="http://schemas.microsoft.com/office/drawing/2014/main" id="{D275822D-6F09-9986-9D86-C98C2FA8C8B3}"/>
                </a:ext>
              </a:extLst>
            </p:cNvPr>
            <p:cNvSpPr/>
            <p:nvPr/>
          </p:nvSpPr>
          <p:spPr>
            <a:xfrm>
              <a:off x="37067309" y="3088660"/>
              <a:ext cx="746886" cy="268311"/>
            </a:xfrm>
            <a:prstGeom prst="roundRect">
              <a:avLst/>
            </a:prstGeom>
            <a:solidFill>
              <a:srgbClr val="A855F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4400"/>
            </a:p>
          </p:txBody>
        </p:sp>
        <p:sp>
          <p:nvSpPr>
            <p:cNvPr id="3966" name="Rounded Rectangle 3965">
              <a:extLst>
                <a:ext uri="{FF2B5EF4-FFF2-40B4-BE49-F238E27FC236}">
                  <a16:creationId xmlns:a16="http://schemas.microsoft.com/office/drawing/2014/main" id="{AED16DFE-A6F5-47D0-8740-936C1FFF15D2}"/>
                </a:ext>
              </a:extLst>
            </p:cNvPr>
            <p:cNvSpPr/>
            <p:nvPr/>
          </p:nvSpPr>
          <p:spPr>
            <a:xfrm>
              <a:off x="37025328" y="3069485"/>
              <a:ext cx="2162454" cy="309843"/>
            </a:xfrm>
            <a:prstGeom prst="roundRect">
              <a:avLst>
                <a:gd name="adj" fmla="val 25758"/>
              </a:avLst>
            </a:prstGeom>
            <a:noFill/>
            <a:ln>
              <a:solidFill>
                <a:srgbClr val="E6E7EC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4400">
                <a:solidFill>
                  <a:srgbClr val="6C7180"/>
                </a:solidFill>
              </a:endParaRPr>
            </a:p>
          </p:txBody>
        </p:sp>
        <p:sp>
          <p:nvSpPr>
            <p:cNvPr id="3967" name="TextBox 3966">
              <a:extLst>
                <a:ext uri="{FF2B5EF4-FFF2-40B4-BE49-F238E27FC236}">
                  <a16:creationId xmlns:a16="http://schemas.microsoft.com/office/drawing/2014/main" id="{B2884B89-AFB1-4A54-F0E1-F815500AEB8F}"/>
                </a:ext>
              </a:extLst>
            </p:cNvPr>
            <p:cNvSpPr txBox="1"/>
            <p:nvPr/>
          </p:nvSpPr>
          <p:spPr>
            <a:xfrm>
              <a:off x="37171698" y="3090235"/>
              <a:ext cx="578079" cy="24866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  <a:latin typeface="PT Mono" panose="02060509020205020204" pitchFamily="49" charset="77"/>
                </a:rPr>
                <a:t>value</a:t>
              </a:r>
              <a:endParaRPr lang="en-CH" sz="2000" dirty="0">
                <a:solidFill>
                  <a:schemeClr val="bg1"/>
                </a:solidFill>
                <a:latin typeface="PT Mono" panose="02060509020205020204" pitchFamily="49" charset="77"/>
              </a:endParaRPr>
            </a:p>
          </p:txBody>
        </p:sp>
        <p:sp>
          <p:nvSpPr>
            <p:cNvPr id="3968" name="TextBox 3967">
              <a:extLst>
                <a:ext uri="{FF2B5EF4-FFF2-40B4-BE49-F238E27FC236}">
                  <a16:creationId xmlns:a16="http://schemas.microsoft.com/office/drawing/2014/main" id="{D497893C-CADD-8D1D-140D-77B09629CC7D}"/>
                </a:ext>
              </a:extLst>
            </p:cNvPr>
            <p:cNvSpPr txBox="1"/>
            <p:nvPr/>
          </p:nvSpPr>
          <p:spPr>
            <a:xfrm>
              <a:off x="38444781" y="3096017"/>
              <a:ext cx="578079" cy="24866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000" dirty="0">
                  <a:solidFill>
                    <a:srgbClr val="6C7180"/>
                  </a:solidFill>
                  <a:latin typeface="PT Mono" panose="02060509020205020204" pitchFamily="49" charset="77"/>
                </a:rPr>
                <a:t>param</a:t>
              </a:r>
              <a:endParaRPr lang="en-CH" sz="2000" dirty="0">
                <a:solidFill>
                  <a:srgbClr val="6C7180"/>
                </a:solidFill>
                <a:latin typeface="PT Mono" panose="02060509020205020204" pitchFamily="49" charset="77"/>
              </a:endParaRPr>
            </a:p>
          </p:txBody>
        </p:sp>
        <p:sp>
          <p:nvSpPr>
            <p:cNvPr id="3969" name="TextBox 3968">
              <a:extLst>
                <a:ext uri="{FF2B5EF4-FFF2-40B4-BE49-F238E27FC236}">
                  <a16:creationId xmlns:a16="http://schemas.microsoft.com/office/drawing/2014/main" id="{6545170C-E949-A1CD-5E05-ACF49E58E82D}"/>
                </a:ext>
              </a:extLst>
            </p:cNvPr>
            <p:cNvSpPr txBox="1"/>
            <p:nvPr/>
          </p:nvSpPr>
          <p:spPr>
            <a:xfrm>
              <a:off x="37815723" y="3103229"/>
              <a:ext cx="578079" cy="24866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000" dirty="0">
                  <a:solidFill>
                    <a:srgbClr val="6C7180"/>
                  </a:solidFill>
                  <a:latin typeface="PT Mono" panose="02060509020205020204" pitchFamily="49" charset="77"/>
                </a:rPr>
                <a:t>index</a:t>
              </a:r>
              <a:endParaRPr lang="en-CH" sz="2000" dirty="0">
                <a:solidFill>
                  <a:srgbClr val="6C7180"/>
                </a:solidFill>
                <a:latin typeface="PT Mono" panose="02060509020205020204" pitchFamily="49" charset="77"/>
              </a:endParaRPr>
            </a:p>
          </p:txBody>
        </p:sp>
      </p:grpSp>
      <p:pic>
        <p:nvPicPr>
          <p:cNvPr id="3970" name="Picture 3969">
            <a:extLst>
              <a:ext uri="{FF2B5EF4-FFF2-40B4-BE49-F238E27FC236}">
                <a16:creationId xmlns:a16="http://schemas.microsoft.com/office/drawing/2014/main" id="{A75DD0F8-2416-A635-5292-EE054A6E194A}"/>
              </a:ext>
            </a:extLst>
          </p:cNvPr>
          <p:cNvPicPr>
            <a:picLocks noChangeAspect="1"/>
          </p:cNvPicPr>
          <p:nvPr/>
        </p:nvPicPr>
        <p:blipFill>
          <a:blip r:embed="rId117"/>
          <a:srcRect l="-1" t="24127" r="3816" b="26287"/>
          <a:stretch>
            <a:fillRect/>
          </a:stretch>
        </p:blipFill>
        <p:spPr>
          <a:xfrm>
            <a:off x="22033423" y="11817893"/>
            <a:ext cx="1509491" cy="2353213"/>
          </a:xfrm>
          <a:prstGeom prst="rect">
            <a:avLst/>
          </a:prstGeom>
        </p:spPr>
      </p:pic>
      <p:sp>
        <p:nvSpPr>
          <p:cNvPr id="3971" name="Rounded Rectangle 3970">
            <a:extLst>
              <a:ext uri="{FF2B5EF4-FFF2-40B4-BE49-F238E27FC236}">
                <a16:creationId xmlns:a16="http://schemas.microsoft.com/office/drawing/2014/main" id="{1862579C-1890-70B9-30EE-96674C861ACF}"/>
              </a:ext>
            </a:extLst>
          </p:cNvPr>
          <p:cNvSpPr/>
          <p:nvPr/>
        </p:nvSpPr>
        <p:spPr>
          <a:xfrm>
            <a:off x="23759598" y="14127098"/>
            <a:ext cx="4039253" cy="830279"/>
          </a:xfrm>
          <a:prstGeom prst="roundRect">
            <a:avLst>
              <a:gd name="adj" fmla="val 37122"/>
            </a:avLst>
          </a:prstGeom>
          <a:solidFill>
            <a:srgbClr val="EFF6FE"/>
          </a:solidFill>
          <a:ln>
            <a:solidFill>
              <a:srgbClr val="C4CC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8000"/>
          </a:p>
        </p:txBody>
      </p:sp>
      <p:sp>
        <p:nvSpPr>
          <p:cNvPr id="3972" name="TextBox 3971">
            <a:extLst>
              <a:ext uri="{FF2B5EF4-FFF2-40B4-BE49-F238E27FC236}">
                <a16:creationId xmlns:a16="http://schemas.microsoft.com/office/drawing/2014/main" id="{BC3B06D8-7B56-E9B0-F7D8-3325F120C0B8}"/>
              </a:ext>
            </a:extLst>
          </p:cNvPr>
          <p:cNvSpPr txBox="1"/>
          <p:nvPr/>
        </p:nvSpPr>
        <p:spPr>
          <a:xfrm>
            <a:off x="23736372" y="14393815"/>
            <a:ext cx="4039253" cy="400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5048DE"/>
                </a:solidFill>
                <a:latin typeface="PT Mono" panose="02060509020205020204" pitchFamily="49" charset="77"/>
              </a:rPr>
              <a:t>c</a:t>
            </a:r>
            <a:r>
              <a:rPr lang="en-CH" sz="2000" dirty="0">
                <a:solidFill>
                  <a:srgbClr val="5048DE"/>
                </a:solidFill>
                <a:latin typeface="PT Mono" panose="02060509020205020204" pitchFamily="49" charset="77"/>
              </a:rPr>
              <a:t>ompare_and_swap(</a:t>
            </a:r>
            <a:r>
              <a:rPr lang="en-US" altLang="zh-CN" sz="2000" dirty="0">
                <a:solidFill>
                  <a:srgbClr val="5048DE"/>
                </a:solidFill>
                <a:latin typeface="PT Mono" panose="02060509020205020204" pitchFamily="49" charset="77"/>
              </a:rPr>
              <a:t>7</a:t>
            </a:r>
            <a:r>
              <a:rPr lang="en-CH" sz="2000" dirty="0">
                <a:solidFill>
                  <a:srgbClr val="5048DE"/>
                </a:solidFill>
                <a:latin typeface="PT Mono" panose="02060509020205020204" pitchFamily="49" charset="77"/>
              </a:rPr>
              <a:t>,</a:t>
            </a:r>
            <a:r>
              <a:rPr lang="en-US" altLang="zh-CN" sz="2000" dirty="0">
                <a:solidFill>
                  <a:srgbClr val="5048DE"/>
                </a:solidFill>
                <a:latin typeface="PT Mono" panose="02060509020205020204" pitchFamily="49" charset="77"/>
              </a:rPr>
              <a:t>4</a:t>
            </a:r>
            <a:r>
              <a:rPr lang="en-CH" sz="2000" dirty="0">
                <a:solidFill>
                  <a:srgbClr val="5048DE"/>
                </a:solidFill>
                <a:latin typeface="PT Mono" panose="02060509020205020204" pitchFamily="49" charset="77"/>
              </a:rPr>
              <a:t>)</a:t>
            </a:r>
          </a:p>
        </p:txBody>
      </p:sp>
      <p:sp>
        <p:nvSpPr>
          <p:cNvPr id="3973" name="Rounded Rectangle 3972">
            <a:extLst>
              <a:ext uri="{FF2B5EF4-FFF2-40B4-BE49-F238E27FC236}">
                <a16:creationId xmlns:a16="http://schemas.microsoft.com/office/drawing/2014/main" id="{43E2B966-C686-C6FE-5194-842861E3DB9C}"/>
              </a:ext>
            </a:extLst>
          </p:cNvPr>
          <p:cNvSpPr/>
          <p:nvPr/>
        </p:nvSpPr>
        <p:spPr>
          <a:xfrm>
            <a:off x="24227932" y="8934782"/>
            <a:ext cx="4313662" cy="895366"/>
          </a:xfrm>
          <a:prstGeom prst="roundRect">
            <a:avLst>
              <a:gd name="adj" fmla="val 37122"/>
            </a:avLst>
          </a:prstGeom>
          <a:solidFill>
            <a:srgbClr val="EFF6FE"/>
          </a:solidFill>
          <a:ln>
            <a:solidFill>
              <a:srgbClr val="C4CC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8000"/>
          </a:p>
        </p:txBody>
      </p:sp>
      <p:sp>
        <p:nvSpPr>
          <p:cNvPr id="3974" name="TextBox 3973">
            <a:extLst>
              <a:ext uri="{FF2B5EF4-FFF2-40B4-BE49-F238E27FC236}">
                <a16:creationId xmlns:a16="http://schemas.microsoft.com/office/drawing/2014/main" id="{66D34773-A81C-7282-9D53-F404BD21AAEA}"/>
              </a:ext>
            </a:extLst>
          </p:cNvPr>
          <p:cNvSpPr txBox="1"/>
          <p:nvPr/>
        </p:nvSpPr>
        <p:spPr>
          <a:xfrm>
            <a:off x="24287256" y="9213438"/>
            <a:ext cx="4313662" cy="400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5048DE"/>
                </a:solidFill>
                <a:latin typeface="PT Mono" panose="02060509020205020204" pitchFamily="49" charset="77"/>
              </a:rPr>
              <a:t>c</a:t>
            </a:r>
            <a:r>
              <a:rPr lang="en-CH" sz="2000" dirty="0">
                <a:solidFill>
                  <a:srgbClr val="5048DE"/>
                </a:solidFill>
                <a:latin typeface="PT Mono" panose="02060509020205020204" pitchFamily="49" charset="77"/>
              </a:rPr>
              <a:t>ompare_and_swap(</a:t>
            </a:r>
            <a:r>
              <a:rPr lang="en-CH" sz="2000" dirty="0">
                <a:solidFill>
                  <a:srgbClr val="6C7180"/>
                </a:solidFill>
                <a:latin typeface="PT Mono" panose="02060509020205020204" pitchFamily="49" charset="77"/>
              </a:rPr>
              <a:t>a[</a:t>
            </a:r>
            <a:r>
              <a:rPr lang="en-US" sz="2000" dirty="0">
                <a:solidFill>
                  <a:srgbClr val="6C7180"/>
                </a:solidFill>
                <a:latin typeface="PT Mono" panose="02060509020205020204" pitchFamily="49" charset="77"/>
              </a:rPr>
              <a:t>2</a:t>
            </a:r>
            <a:r>
              <a:rPr lang="en-US" altLang="zh-CN" sz="2000" dirty="0">
                <a:solidFill>
                  <a:srgbClr val="6C7180"/>
                </a:solidFill>
                <a:latin typeface="PT Mono" panose="02060509020205020204" pitchFamily="49" charset="77"/>
              </a:rPr>
              <a:t>]</a:t>
            </a:r>
            <a:r>
              <a:rPr lang="en-CH" sz="2000" dirty="0">
                <a:solidFill>
                  <a:srgbClr val="6C7180"/>
                </a:solidFill>
                <a:latin typeface="PT Mono" panose="02060509020205020204" pitchFamily="49" charset="77"/>
              </a:rPr>
              <a:t>,a[</a:t>
            </a:r>
            <a:r>
              <a:rPr lang="en-US" altLang="zh-CN" sz="2000" dirty="0">
                <a:solidFill>
                  <a:srgbClr val="6C7180"/>
                </a:solidFill>
                <a:latin typeface="PT Mono" panose="02060509020205020204" pitchFamily="49" charset="77"/>
              </a:rPr>
              <a:t>3]</a:t>
            </a:r>
            <a:r>
              <a:rPr lang="en-CH" sz="2000" dirty="0">
                <a:solidFill>
                  <a:srgbClr val="5048DE"/>
                </a:solidFill>
                <a:latin typeface="PT Mono" panose="02060509020205020204" pitchFamily="49" charset="77"/>
              </a:rPr>
              <a:t>)</a:t>
            </a:r>
          </a:p>
        </p:txBody>
      </p:sp>
      <p:cxnSp>
        <p:nvCxnSpPr>
          <p:cNvPr id="3975" name="Curved Connector 3974">
            <a:extLst>
              <a:ext uri="{FF2B5EF4-FFF2-40B4-BE49-F238E27FC236}">
                <a16:creationId xmlns:a16="http://schemas.microsoft.com/office/drawing/2014/main" id="{B3F277FC-A434-E8CB-B760-810C42AC90A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5050994" y="10593398"/>
            <a:ext cx="993492" cy="570619"/>
          </a:xfrm>
          <a:prstGeom prst="curvedConnector3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tailEnd type="arrow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976" name="Rounded Rectangle 3975">
            <a:extLst>
              <a:ext uri="{FF2B5EF4-FFF2-40B4-BE49-F238E27FC236}">
                <a16:creationId xmlns:a16="http://schemas.microsoft.com/office/drawing/2014/main" id="{1D14A203-83E1-AD40-F674-FA486EEAD781}"/>
              </a:ext>
            </a:extLst>
          </p:cNvPr>
          <p:cNvSpPr/>
          <p:nvPr/>
        </p:nvSpPr>
        <p:spPr>
          <a:xfrm>
            <a:off x="24664342" y="3774526"/>
            <a:ext cx="4638829" cy="934135"/>
          </a:xfrm>
          <a:prstGeom prst="roundRect">
            <a:avLst>
              <a:gd name="adj" fmla="val 37122"/>
            </a:avLst>
          </a:prstGeom>
          <a:solidFill>
            <a:srgbClr val="EFF6FE"/>
          </a:solidFill>
          <a:ln>
            <a:solidFill>
              <a:srgbClr val="C4CC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8000"/>
          </a:p>
        </p:txBody>
      </p:sp>
      <p:sp>
        <p:nvSpPr>
          <p:cNvPr id="3977" name="TextBox 3976">
            <a:extLst>
              <a:ext uri="{FF2B5EF4-FFF2-40B4-BE49-F238E27FC236}">
                <a16:creationId xmlns:a16="http://schemas.microsoft.com/office/drawing/2014/main" id="{92DB05D3-73D1-387C-360C-AB15047F969A}"/>
              </a:ext>
            </a:extLst>
          </p:cNvPr>
          <p:cNvSpPr txBox="1"/>
          <p:nvPr/>
        </p:nvSpPr>
        <p:spPr>
          <a:xfrm>
            <a:off x="24669430" y="4082079"/>
            <a:ext cx="4638829" cy="400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5048DE"/>
                </a:solidFill>
                <a:latin typeface="PT Mono" panose="02060509020205020204" pitchFamily="49" charset="77"/>
              </a:rPr>
              <a:t>c</a:t>
            </a:r>
            <a:r>
              <a:rPr lang="en-CH" sz="2000" dirty="0">
                <a:solidFill>
                  <a:srgbClr val="5048DE"/>
                </a:solidFill>
                <a:latin typeface="PT Mono" panose="02060509020205020204" pitchFamily="49" charset="77"/>
              </a:rPr>
              <a:t>ompare_and_swap(</a:t>
            </a:r>
            <a:r>
              <a:rPr lang="en-CH" sz="2000" dirty="0">
                <a:solidFill>
                  <a:srgbClr val="6C7180"/>
                </a:solidFill>
                <a:latin typeface="PT Mono" panose="02060509020205020204" pitchFamily="49" charset="77"/>
              </a:rPr>
              <a:t>a[</a:t>
            </a:r>
            <a:r>
              <a:rPr lang="en-US" sz="2000" dirty="0" err="1">
                <a:solidFill>
                  <a:srgbClr val="6C7180"/>
                </a:solidFill>
                <a:latin typeface="PT Mono" panose="02060509020205020204" pitchFamily="49" charset="77"/>
              </a:rPr>
              <a:t>i</a:t>
            </a:r>
            <a:r>
              <a:rPr lang="en-US" altLang="zh-CN" sz="2000" dirty="0">
                <a:solidFill>
                  <a:srgbClr val="6C7180"/>
                </a:solidFill>
                <a:latin typeface="PT Mono" panose="02060509020205020204" pitchFamily="49" charset="77"/>
              </a:rPr>
              <a:t>]</a:t>
            </a:r>
            <a:r>
              <a:rPr lang="en-CH" sz="2000" dirty="0">
                <a:solidFill>
                  <a:srgbClr val="6C7180"/>
                </a:solidFill>
                <a:latin typeface="PT Mono" panose="02060509020205020204" pitchFamily="49" charset="77"/>
              </a:rPr>
              <a:t>,a[</a:t>
            </a:r>
            <a:r>
              <a:rPr lang="en-US" sz="2000" dirty="0">
                <a:solidFill>
                  <a:srgbClr val="6C7180"/>
                </a:solidFill>
                <a:latin typeface="PT Mono" panose="02060509020205020204" pitchFamily="49" charset="77"/>
              </a:rPr>
              <a:t>i+1</a:t>
            </a:r>
            <a:r>
              <a:rPr lang="en-US" altLang="zh-CN" sz="2000" dirty="0">
                <a:solidFill>
                  <a:srgbClr val="6C7180"/>
                </a:solidFill>
                <a:latin typeface="PT Mono" panose="02060509020205020204" pitchFamily="49" charset="77"/>
              </a:rPr>
              <a:t>]</a:t>
            </a:r>
            <a:r>
              <a:rPr lang="en-CH" sz="2000" dirty="0">
                <a:solidFill>
                  <a:srgbClr val="5048DE"/>
                </a:solidFill>
                <a:latin typeface="PT Mono" panose="02060509020205020204" pitchFamily="49" charset="77"/>
              </a:rPr>
              <a:t>)</a:t>
            </a:r>
          </a:p>
        </p:txBody>
      </p:sp>
      <p:grpSp>
        <p:nvGrpSpPr>
          <p:cNvPr id="3978" name="Group 3977">
            <a:extLst>
              <a:ext uri="{FF2B5EF4-FFF2-40B4-BE49-F238E27FC236}">
                <a16:creationId xmlns:a16="http://schemas.microsoft.com/office/drawing/2014/main" id="{7CD93966-0718-74C7-56C2-59ECE2704388}"/>
              </a:ext>
            </a:extLst>
          </p:cNvPr>
          <p:cNvGrpSpPr/>
          <p:nvPr/>
        </p:nvGrpSpPr>
        <p:grpSpPr>
          <a:xfrm>
            <a:off x="26553580" y="3634022"/>
            <a:ext cx="805549" cy="369331"/>
            <a:chOff x="27901170" y="168115"/>
            <a:chExt cx="399929" cy="207519"/>
          </a:xfrm>
        </p:grpSpPr>
        <p:sp>
          <p:nvSpPr>
            <p:cNvPr id="3979" name="Rounded Rectangle 3978">
              <a:extLst>
                <a:ext uri="{FF2B5EF4-FFF2-40B4-BE49-F238E27FC236}">
                  <a16:creationId xmlns:a16="http://schemas.microsoft.com/office/drawing/2014/main" id="{26A1E451-81B9-8F5F-0F55-05C19F9CC837}"/>
                </a:ext>
              </a:extLst>
            </p:cNvPr>
            <p:cNvSpPr/>
            <p:nvPr/>
          </p:nvSpPr>
          <p:spPr>
            <a:xfrm>
              <a:off x="27901170" y="178079"/>
              <a:ext cx="399929" cy="195513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rgbClr val="C5CCF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4800" dirty="0"/>
            </a:p>
          </p:txBody>
        </p:sp>
        <p:sp>
          <p:nvSpPr>
            <p:cNvPr id="3980" name="TextBox 3979">
              <a:extLst>
                <a:ext uri="{FF2B5EF4-FFF2-40B4-BE49-F238E27FC236}">
                  <a16:creationId xmlns:a16="http://schemas.microsoft.com/office/drawing/2014/main" id="{49A51E27-479B-1629-D199-701772E65FBB}"/>
                </a:ext>
              </a:extLst>
            </p:cNvPr>
            <p:cNvSpPr txBox="1"/>
            <p:nvPr/>
          </p:nvSpPr>
          <p:spPr>
            <a:xfrm>
              <a:off x="27904409" y="168115"/>
              <a:ext cx="371627" cy="2075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H" dirty="0">
                  <a:solidFill>
                    <a:srgbClr val="6466F2"/>
                  </a:solidFill>
                  <a:latin typeface="PT Mono" panose="02060509020205020204" pitchFamily="49" charset="77"/>
                </a:rPr>
                <a:t>i=</a:t>
              </a:r>
              <a:r>
                <a:rPr lang="en-US" altLang="zh-CN" dirty="0">
                  <a:solidFill>
                    <a:srgbClr val="6466F2"/>
                  </a:solidFill>
                  <a:latin typeface="PT Mono" panose="02060509020205020204" pitchFamily="49" charset="77"/>
                </a:rPr>
                <a:t>2</a:t>
              </a:r>
              <a:endParaRPr lang="en-CH" dirty="0">
                <a:solidFill>
                  <a:srgbClr val="6466F2"/>
                </a:solidFill>
              </a:endParaRPr>
            </a:p>
          </p:txBody>
        </p:sp>
      </p:grpSp>
      <p:sp>
        <p:nvSpPr>
          <p:cNvPr id="3981" name="Rounded Rectangle 3980">
            <a:extLst>
              <a:ext uri="{FF2B5EF4-FFF2-40B4-BE49-F238E27FC236}">
                <a16:creationId xmlns:a16="http://schemas.microsoft.com/office/drawing/2014/main" id="{890F5BB3-3081-AB6A-EF67-409FD10C156D}"/>
              </a:ext>
            </a:extLst>
          </p:cNvPr>
          <p:cNvSpPr/>
          <p:nvPr/>
        </p:nvSpPr>
        <p:spPr>
          <a:xfrm>
            <a:off x="36482811" y="2676167"/>
            <a:ext cx="2159443" cy="529986"/>
          </a:xfrm>
          <a:prstGeom prst="roundRect">
            <a:avLst>
              <a:gd name="adj" fmla="val 37122"/>
            </a:avLst>
          </a:prstGeom>
          <a:solidFill>
            <a:srgbClr val="EFF6FE"/>
          </a:solidFill>
          <a:ln>
            <a:solidFill>
              <a:srgbClr val="C4CC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400"/>
          </a:p>
        </p:txBody>
      </p:sp>
      <p:sp>
        <p:nvSpPr>
          <p:cNvPr id="3982" name="TextBox 3981">
            <a:extLst>
              <a:ext uri="{FF2B5EF4-FFF2-40B4-BE49-F238E27FC236}">
                <a16:creationId xmlns:a16="http://schemas.microsoft.com/office/drawing/2014/main" id="{74A6041F-DEEC-103C-A342-23C349C3C86B}"/>
              </a:ext>
            </a:extLst>
          </p:cNvPr>
          <p:cNvSpPr txBox="1"/>
          <p:nvPr/>
        </p:nvSpPr>
        <p:spPr>
          <a:xfrm>
            <a:off x="36509135" y="2804292"/>
            <a:ext cx="21594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200" dirty="0">
                <a:solidFill>
                  <a:srgbClr val="5048DE"/>
                </a:solidFill>
                <a:latin typeface="PT Mono" panose="02060509020205020204" pitchFamily="49" charset="77"/>
              </a:rPr>
              <a:t>c</a:t>
            </a:r>
            <a:r>
              <a:rPr lang="en-CH" sz="1200" dirty="0">
                <a:solidFill>
                  <a:srgbClr val="5048DE"/>
                </a:solidFill>
                <a:latin typeface="PT Mono" panose="02060509020205020204" pitchFamily="49" charset="77"/>
              </a:rPr>
              <a:t>ompare_and_swap(</a:t>
            </a:r>
            <a:r>
              <a:rPr lang="en-US" altLang="zh-CN" sz="1200" dirty="0">
                <a:solidFill>
                  <a:srgbClr val="5048DE"/>
                </a:solidFill>
                <a:latin typeface="PT Mono" panose="02060509020205020204" pitchFamily="49" charset="77"/>
              </a:rPr>
              <a:t>7</a:t>
            </a:r>
            <a:r>
              <a:rPr lang="en-CH" sz="1200" dirty="0">
                <a:solidFill>
                  <a:srgbClr val="5048DE"/>
                </a:solidFill>
                <a:latin typeface="PT Mono" panose="02060509020205020204" pitchFamily="49" charset="77"/>
              </a:rPr>
              <a:t>,</a:t>
            </a:r>
            <a:r>
              <a:rPr lang="en-US" altLang="zh-CN" sz="1200" dirty="0">
                <a:solidFill>
                  <a:srgbClr val="5048DE"/>
                </a:solidFill>
                <a:latin typeface="PT Mono" panose="02060509020205020204" pitchFamily="49" charset="77"/>
              </a:rPr>
              <a:t>4</a:t>
            </a:r>
            <a:r>
              <a:rPr lang="en-CH" sz="1200" dirty="0">
                <a:solidFill>
                  <a:srgbClr val="5048DE"/>
                </a:solidFill>
                <a:latin typeface="PT Mono" panose="02060509020205020204" pitchFamily="49" charset="77"/>
              </a:rPr>
              <a:t>)</a:t>
            </a:r>
          </a:p>
        </p:txBody>
      </p:sp>
      <p:pic>
        <p:nvPicPr>
          <p:cNvPr id="3983" name="Picture 3982" descr="A finger pointing at something&#10;&#10;AI-generated content may be incorrect.">
            <a:extLst>
              <a:ext uri="{FF2B5EF4-FFF2-40B4-BE49-F238E27FC236}">
                <a16:creationId xmlns:a16="http://schemas.microsoft.com/office/drawing/2014/main" id="{A0A47FDF-B3AD-85B4-3B3E-157111259575}"/>
              </a:ext>
            </a:extLst>
          </p:cNvPr>
          <p:cNvPicPr>
            <a:picLocks noChangeAspect="1"/>
          </p:cNvPicPr>
          <p:nvPr/>
        </p:nvPicPr>
        <p:blipFill>
          <a:blip r:embed="rId129"/>
          <a:srcRect l="26542" t="24623" r="10601" b="12215"/>
          <a:stretch>
            <a:fillRect/>
          </a:stretch>
        </p:blipFill>
        <p:spPr>
          <a:xfrm>
            <a:off x="25935067" y="9950260"/>
            <a:ext cx="4593150" cy="3076964"/>
          </a:xfrm>
          <a:prstGeom prst="rect">
            <a:avLst/>
          </a:prstGeom>
        </p:spPr>
      </p:pic>
      <p:sp>
        <p:nvSpPr>
          <p:cNvPr id="3984" name="Oval 3983">
            <a:extLst>
              <a:ext uri="{FF2B5EF4-FFF2-40B4-BE49-F238E27FC236}">
                <a16:creationId xmlns:a16="http://schemas.microsoft.com/office/drawing/2014/main" id="{E0245EBB-72A9-2CAB-0771-88FA1C2BCA7C}"/>
              </a:ext>
            </a:extLst>
          </p:cNvPr>
          <p:cNvSpPr/>
          <p:nvPr/>
        </p:nvSpPr>
        <p:spPr>
          <a:xfrm>
            <a:off x="23121665" y="9926174"/>
            <a:ext cx="1168656" cy="1172618"/>
          </a:xfrm>
          <a:prstGeom prst="ellipse">
            <a:avLst/>
          </a:prstGeom>
          <a:solidFill>
            <a:srgbClr val="7030A0">
              <a:alpha val="5032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0" dirty="0"/>
              <a:t>c</a:t>
            </a:r>
            <a:endParaRPr lang="en-CH" sz="8000" dirty="0"/>
          </a:p>
        </p:txBody>
      </p:sp>
      <p:sp>
        <p:nvSpPr>
          <p:cNvPr id="3985" name="Rounded Rectangle 3984">
            <a:extLst>
              <a:ext uri="{FF2B5EF4-FFF2-40B4-BE49-F238E27FC236}">
                <a16:creationId xmlns:a16="http://schemas.microsoft.com/office/drawing/2014/main" id="{BA281C1B-1B5D-4433-07EA-C70CDB4EDA9F}"/>
              </a:ext>
            </a:extLst>
          </p:cNvPr>
          <p:cNvSpPr/>
          <p:nvPr/>
        </p:nvSpPr>
        <p:spPr>
          <a:xfrm>
            <a:off x="37143162" y="11698694"/>
            <a:ext cx="3706204" cy="699910"/>
          </a:xfrm>
          <a:prstGeom prst="roundRect">
            <a:avLst>
              <a:gd name="adj" fmla="val 37122"/>
            </a:avLst>
          </a:prstGeom>
          <a:solidFill>
            <a:srgbClr val="EFF6FE"/>
          </a:solidFill>
          <a:ln>
            <a:solidFill>
              <a:srgbClr val="C4CC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8000"/>
          </a:p>
        </p:txBody>
      </p:sp>
      <p:sp>
        <p:nvSpPr>
          <p:cNvPr id="3986" name="TextBox 3985">
            <a:extLst>
              <a:ext uri="{FF2B5EF4-FFF2-40B4-BE49-F238E27FC236}">
                <a16:creationId xmlns:a16="http://schemas.microsoft.com/office/drawing/2014/main" id="{362752B5-0F36-9DF3-5930-A66FEE656FB1}"/>
              </a:ext>
            </a:extLst>
          </p:cNvPr>
          <p:cNvSpPr txBox="1"/>
          <p:nvPr/>
        </p:nvSpPr>
        <p:spPr>
          <a:xfrm>
            <a:off x="37143159" y="11848594"/>
            <a:ext cx="37062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5048DE"/>
                </a:solidFill>
                <a:latin typeface="PT Mono" panose="02060509020205020204" pitchFamily="49" charset="77"/>
              </a:rPr>
              <a:t>c</a:t>
            </a:r>
            <a:r>
              <a:rPr lang="en-CH" sz="2000" dirty="0">
                <a:solidFill>
                  <a:srgbClr val="5048DE"/>
                </a:solidFill>
                <a:latin typeface="PT Mono" panose="02060509020205020204" pitchFamily="49" charset="77"/>
              </a:rPr>
              <a:t>ompare_and_swap(</a:t>
            </a:r>
            <a:r>
              <a:rPr lang="en-US" altLang="zh-CN" sz="2000" dirty="0">
                <a:solidFill>
                  <a:srgbClr val="5048DE"/>
                </a:solidFill>
                <a:latin typeface="PT Mono" panose="02060509020205020204" pitchFamily="49" charset="77"/>
              </a:rPr>
              <a:t>7</a:t>
            </a:r>
            <a:r>
              <a:rPr lang="en-CH" sz="2000" dirty="0">
                <a:solidFill>
                  <a:srgbClr val="5048DE"/>
                </a:solidFill>
                <a:latin typeface="PT Mono" panose="02060509020205020204" pitchFamily="49" charset="77"/>
              </a:rPr>
              <a:t>,</a:t>
            </a:r>
            <a:r>
              <a:rPr lang="en-US" altLang="zh-CN" sz="2000" dirty="0">
                <a:solidFill>
                  <a:srgbClr val="5048DE"/>
                </a:solidFill>
                <a:latin typeface="PT Mono" panose="02060509020205020204" pitchFamily="49" charset="77"/>
              </a:rPr>
              <a:t>2</a:t>
            </a:r>
            <a:r>
              <a:rPr lang="en-CH" sz="2000" dirty="0">
                <a:solidFill>
                  <a:srgbClr val="5048DE"/>
                </a:solidFill>
                <a:latin typeface="PT Mono" panose="02060509020205020204" pitchFamily="49" charset="77"/>
              </a:rPr>
              <a:t>)</a:t>
            </a:r>
          </a:p>
        </p:txBody>
      </p:sp>
      <p:cxnSp>
        <p:nvCxnSpPr>
          <p:cNvPr id="3987" name="Curved Connector 3986">
            <a:extLst>
              <a:ext uri="{FF2B5EF4-FFF2-40B4-BE49-F238E27FC236}">
                <a16:creationId xmlns:a16="http://schemas.microsoft.com/office/drawing/2014/main" id="{6D686E07-6975-AF10-673A-0828FC00B356}"/>
              </a:ext>
            </a:extLst>
          </p:cNvPr>
          <p:cNvCxnSpPr>
            <a:cxnSpLocks/>
            <a:endCxn id="3735" idx="0"/>
          </p:cNvCxnSpPr>
          <p:nvPr/>
        </p:nvCxnSpPr>
        <p:spPr>
          <a:xfrm rot="5400000">
            <a:off x="13829330" y="7150308"/>
            <a:ext cx="1261309" cy="1062179"/>
          </a:xfrm>
          <a:prstGeom prst="curvedConnector3">
            <a:avLst>
              <a:gd name="adj1" fmla="val 50000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tailEnd type="arrow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988" name="Rounded Rectangle 3987">
            <a:extLst>
              <a:ext uri="{FF2B5EF4-FFF2-40B4-BE49-F238E27FC236}">
                <a16:creationId xmlns:a16="http://schemas.microsoft.com/office/drawing/2014/main" id="{13C45DBB-B278-6D8D-1601-BE43155006CE}"/>
              </a:ext>
            </a:extLst>
          </p:cNvPr>
          <p:cNvSpPr/>
          <p:nvPr/>
        </p:nvSpPr>
        <p:spPr>
          <a:xfrm>
            <a:off x="13906821" y="12720129"/>
            <a:ext cx="1433269" cy="372338"/>
          </a:xfrm>
          <a:prstGeom prst="roundRect">
            <a:avLst>
              <a:gd name="adj" fmla="val 50000"/>
            </a:avLst>
          </a:prstGeom>
          <a:solidFill>
            <a:srgbClr val="C4E5BD">
              <a:alpha val="20137"/>
            </a:srgbClr>
          </a:solidFill>
          <a:ln>
            <a:solidFill>
              <a:srgbClr val="E2DF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1600"/>
          </a:p>
        </p:txBody>
      </p:sp>
      <p:pic>
        <p:nvPicPr>
          <p:cNvPr id="3989" name="Graphic 3988" descr="Pencil with solid fill">
            <a:extLst>
              <a:ext uri="{FF2B5EF4-FFF2-40B4-BE49-F238E27FC236}">
                <a16:creationId xmlns:a16="http://schemas.microsoft.com/office/drawing/2014/main" id="{570755D8-D0F7-ACED-8ECB-9FCEACAA69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0"/>
              </a:ext>
            </a:extLst>
          </a:blip>
          <a:stretch>
            <a:fillRect/>
          </a:stretch>
        </p:blipFill>
        <p:spPr>
          <a:xfrm>
            <a:off x="13992396" y="12783882"/>
            <a:ext cx="273047" cy="253814"/>
          </a:xfrm>
          <a:prstGeom prst="rect">
            <a:avLst/>
          </a:prstGeom>
        </p:spPr>
      </p:pic>
      <p:sp>
        <p:nvSpPr>
          <p:cNvPr id="3990" name="TextBox 3989">
            <a:extLst>
              <a:ext uri="{FF2B5EF4-FFF2-40B4-BE49-F238E27FC236}">
                <a16:creationId xmlns:a16="http://schemas.microsoft.com/office/drawing/2014/main" id="{F3BDE742-8E04-3D14-51C9-25B1E29DF072}"/>
              </a:ext>
            </a:extLst>
          </p:cNvPr>
          <p:cNvSpPr txBox="1"/>
          <p:nvPr/>
        </p:nvSpPr>
        <p:spPr>
          <a:xfrm>
            <a:off x="14306600" y="12794268"/>
            <a:ext cx="1433269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CH" sz="1600" dirty="0">
                <a:solidFill>
                  <a:srgbClr val="308C4E"/>
                </a:solidFill>
              </a:rPr>
              <a:t>Bubble up</a:t>
            </a:r>
          </a:p>
        </p:txBody>
      </p:sp>
      <p:sp>
        <p:nvSpPr>
          <p:cNvPr id="3991" name="Rounded Rectangle 3990">
            <a:extLst>
              <a:ext uri="{FF2B5EF4-FFF2-40B4-BE49-F238E27FC236}">
                <a16:creationId xmlns:a16="http://schemas.microsoft.com/office/drawing/2014/main" id="{FD0B9063-FB37-B5F0-BDB6-802160AC02B7}"/>
              </a:ext>
            </a:extLst>
          </p:cNvPr>
          <p:cNvSpPr/>
          <p:nvPr/>
        </p:nvSpPr>
        <p:spPr>
          <a:xfrm>
            <a:off x="16228138" y="12660852"/>
            <a:ext cx="3093471" cy="2317508"/>
          </a:xfrm>
          <a:prstGeom prst="roundRect">
            <a:avLst>
              <a:gd name="adj" fmla="val 9363"/>
            </a:avLst>
          </a:prstGeom>
          <a:solidFill>
            <a:srgbClr val="EDFEF7"/>
          </a:solidFill>
          <a:ln>
            <a:solidFill>
              <a:srgbClr val="A1F3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088"/>
          </a:p>
        </p:txBody>
      </p:sp>
      <p:sp>
        <p:nvSpPr>
          <p:cNvPr id="3992" name="Rounded Rectangle 3991">
            <a:extLst>
              <a:ext uri="{FF2B5EF4-FFF2-40B4-BE49-F238E27FC236}">
                <a16:creationId xmlns:a16="http://schemas.microsoft.com/office/drawing/2014/main" id="{58F920C1-766F-AD00-A9E8-6B3BFC589982}"/>
              </a:ext>
            </a:extLst>
          </p:cNvPr>
          <p:cNvSpPr/>
          <p:nvPr/>
        </p:nvSpPr>
        <p:spPr>
          <a:xfrm>
            <a:off x="16444399" y="13533705"/>
            <a:ext cx="399196" cy="227506"/>
          </a:xfrm>
          <a:prstGeom prst="roundRect">
            <a:avLst>
              <a:gd name="adj" fmla="val 32482"/>
            </a:avLst>
          </a:prstGeom>
          <a:solidFill>
            <a:srgbClr val="FFF8ED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CH" sz="928" dirty="0">
                <a:solidFill>
                  <a:schemeClr val="accent3"/>
                </a:solidFill>
              </a:rPr>
              <a:t>True</a:t>
            </a:r>
          </a:p>
        </p:txBody>
      </p:sp>
      <p:sp>
        <p:nvSpPr>
          <p:cNvPr id="3993" name="TextBox 3992">
            <a:extLst>
              <a:ext uri="{FF2B5EF4-FFF2-40B4-BE49-F238E27FC236}">
                <a16:creationId xmlns:a16="http://schemas.microsoft.com/office/drawing/2014/main" id="{3D6B74D2-025B-4D96-998E-AC1EC9998FAE}"/>
              </a:ext>
            </a:extLst>
          </p:cNvPr>
          <p:cNvSpPr txBox="1"/>
          <p:nvPr/>
        </p:nvSpPr>
        <p:spPr>
          <a:xfrm>
            <a:off x="16253787" y="12695236"/>
            <a:ext cx="2166364" cy="27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60" dirty="0" err="1">
                <a:solidFill>
                  <a:schemeClr val="accent6">
                    <a:lumMod val="50000"/>
                  </a:schemeClr>
                </a:solidFill>
                <a:latin typeface="PT Mono" panose="02060509020205020204" pitchFamily="49" charset="77"/>
              </a:rPr>
              <a:t>bubble_up</a:t>
            </a:r>
            <a:r>
              <a:rPr lang="en-CH" sz="1160" dirty="0">
                <a:solidFill>
                  <a:schemeClr val="accent6">
                    <a:lumMod val="50000"/>
                  </a:schemeClr>
                </a:solidFill>
                <a:latin typeface="PT Mono" panose="02060509020205020204" pitchFamily="49" charset="77"/>
              </a:rPr>
              <a:t>([</a:t>
            </a:r>
            <a:r>
              <a:rPr lang="en-US" altLang="zh-CN" sz="1160" dirty="0">
                <a:solidFill>
                  <a:schemeClr val="accent6">
                    <a:lumMod val="50000"/>
                  </a:schemeClr>
                </a:solidFill>
                <a:latin typeface="PT Mono" panose="02060509020205020204" pitchFamily="49" charset="77"/>
              </a:rPr>
              <a:t>3</a:t>
            </a:r>
            <a:r>
              <a:rPr lang="en-CH" sz="1160" dirty="0">
                <a:solidFill>
                  <a:schemeClr val="accent6">
                    <a:lumMod val="50000"/>
                  </a:schemeClr>
                </a:solidFill>
                <a:latin typeface="PT Mono" panose="02060509020205020204" pitchFamily="49" charset="77"/>
              </a:rPr>
              <a:t>,1,</a:t>
            </a:r>
            <a:r>
              <a:rPr lang="en-US" altLang="zh-CN" sz="1160" dirty="0">
                <a:solidFill>
                  <a:schemeClr val="accent6">
                    <a:lumMod val="50000"/>
                  </a:schemeClr>
                </a:solidFill>
                <a:latin typeface="PT Mono" panose="02060509020205020204" pitchFamily="49" charset="77"/>
              </a:rPr>
              <a:t>7,2</a:t>
            </a:r>
            <a:r>
              <a:rPr lang="en-CH" sz="1160" dirty="0">
                <a:solidFill>
                  <a:schemeClr val="accent6">
                    <a:lumMod val="50000"/>
                  </a:schemeClr>
                </a:solidFill>
                <a:latin typeface="PT Mono" panose="02060509020205020204" pitchFamily="49" charset="77"/>
              </a:rPr>
              <a:t>])</a:t>
            </a:r>
          </a:p>
        </p:txBody>
      </p:sp>
      <p:cxnSp>
        <p:nvCxnSpPr>
          <p:cNvPr id="3994" name="Straight Connector 3993">
            <a:extLst>
              <a:ext uri="{FF2B5EF4-FFF2-40B4-BE49-F238E27FC236}">
                <a16:creationId xmlns:a16="http://schemas.microsoft.com/office/drawing/2014/main" id="{B010B1CA-33A9-3AC6-67B2-BE633FAE0ADE}"/>
              </a:ext>
            </a:extLst>
          </p:cNvPr>
          <p:cNvCxnSpPr>
            <a:cxnSpLocks/>
          </p:cNvCxnSpPr>
          <p:nvPr/>
        </p:nvCxnSpPr>
        <p:spPr>
          <a:xfrm>
            <a:off x="16228138" y="12983641"/>
            <a:ext cx="3093471" cy="0"/>
          </a:xfrm>
          <a:prstGeom prst="line">
            <a:avLst/>
          </a:prstGeom>
          <a:ln w="12700">
            <a:solidFill>
              <a:srgbClr val="A1F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95" name="TextBox 3994">
            <a:extLst>
              <a:ext uri="{FF2B5EF4-FFF2-40B4-BE49-F238E27FC236}">
                <a16:creationId xmlns:a16="http://schemas.microsoft.com/office/drawing/2014/main" id="{97AAF07C-2444-8F6A-B346-F653DA24CBC3}"/>
              </a:ext>
            </a:extLst>
          </p:cNvPr>
          <p:cNvSpPr txBox="1"/>
          <p:nvPr/>
        </p:nvSpPr>
        <p:spPr>
          <a:xfrm>
            <a:off x="16292980" y="13078846"/>
            <a:ext cx="1690991" cy="27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60" dirty="0">
                <a:solidFill>
                  <a:schemeClr val="accent6">
                    <a:lumMod val="50000"/>
                  </a:schemeClr>
                </a:solidFill>
                <a:latin typeface="PT Mono" panose="02060509020205020204" pitchFamily="49" charset="77"/>
              </a:rPr>
              <a:t>for </a:t>
            </a:r>
            <a:r>
              <a:rPr lang="en-US" sz="1160" dirty="0" err="1">
                <a:solidFill>
                  <a:schemeClr val="accent6">
                    <a:lumMod val="50000"/>
                  </a:schemeClr>
                </a:solidFill>
                <a:latin typeface="PT Mono" panose="02060509020205020204" pitchFamily="49" charset="77"/>
              </a:rPr>
              <a:t>i</a:t>
            </a:r>
            <a:r>
              <a:rPr lang="en-US" sz="1160" dirty="0">
                <a:solidFill>
                  <a:schemeClr val="accent6">
                    <a:lumMod val="50000"/>
                  </a:schemeClr>
                </a:solidFill>
                <a:latin typeface="PT Mono" panose="02060509020205020204" pitchFamily="49" charset="77"/>
              </a:rPr>
              <a:t> </a:t>
            </a:r>
            <a:r>
              <a:rPr lang="en-US" sz="1160" dirty="0">
                <a:solidFill>
                  <a:schemeClr val="tx1">
                    <a:lumMod val="50000"/>
                    <a:lumOff val="50000"/>
                  </a:schemeClr>
                </a:solidFill>
                <a:latin typeface="PT Mono" panose="02060509020205020204" pitchFamily="49" charset="77"/>
              </a:rPr>
              <a:t>=</a:t>
            </a:r>
            <a:r>
              <a:rPr lang="en-US" sz="1160" dirty="0">
                <a:solidFill>
                  <a:schemeClr val="accent6">
                    <a:lumMod val="50000"/>
                  </a:schemeClr>
                </a:solidFill>
                <a:latin typeface="PT Mono" panose="02060509020205020204" pitchFamily="49" charset="77"/>
              </a:rPr>
              <a:t> 0 </a:t>
            </a:r>
            <a:r>
              <a:rPr lang="en-US" sz="1160" dirty="0">
                <a:solidFill>
                  <a:schemeClr val="tx1">
                    <a:lumMod val="50000"/>
                    <a:lumOff val="50000"/>
                  </a:schemeClr>
                </a:solidFill>
                <a:latin typeface="PT Mono" panose="02060509020205020204" pitchFamily="49" charset="77"/>
              </a:rPr>
              <a:t>to</a:t>
            </a:r>
            <a:r>
              <a:rPr lang="en-US" sz="1160" dirty="0">
                <a:solidFill>
                  <a:schemeClr val="accent6">
                    <a:lumMod val="50000"/>
                  </a:schemeClr>
                </a:solidFill>
                <a:latin typeface="PT Mono" panose="02060509020205020204" pitchFamily="49" charset="77"/>
              </a:rPr>
              <a:t> 2 </a:t>
            </a:r>
            <a:r>
              <a:rPr lang="en-US" sz="1160" dirty="0">
                <a:solidFill>
                  <a:srgbClr val="5048DE"/>
                </a:solidFill>
                <a:latin typeface="PT Mono" panose="02060509020205020204" pitchFamily="49" charset="77"/>
              </a:rPr>
              <a:t>:</a:t>
            </a:r>
            <a:endParaRPr lang="en-CH" sz="1160" dirty="0">
              <a:solidFill>
                <a:srgbClr val="5048DE"/>
              </a:solidFill>
              <a:latin typeface="PT Mono" panose="02060509020205020204" pitchFamily="49" charset="77"/>
            </a:endParaRPr>
          </a:p>
        </p:txBody>
      </p:sp>
      <p:sp>
        <p:nvSpPr>
          <p:cNvPr id="3996" name="Rounded Rectangle 3995">
            <a:extLst>
              <a:ext uri="{FF2B5EF4-FFF2-40B4-BE49-F238E27FC236}">
                <a16:creationId xmlns:a16="http://schemas.microsoft.com/office/drawing/2014/main" id="{67730C34-D02C-FDBC-2851-71ED6538F759}"/>
              </a:ext>
            </a:extLst>
          </p:cNvPr>
          <p:cNvSpPr/>
          <p:nvPr/>
        </p:nvSpPr>
        <p:spPr>
          <a:xfrm>
            <a:off x="16363813" y="13401101"/>
            <a:ext cx="2849867" cy="1445056"/>
          </a:xfrm>
          <a:prstGeom prst="roundRect">
            <a:avLst>
              <a:gd name="adj" fmla="val 14551"/>
            </a:avLst>
          </a:prstGeom>
          <a:solidFill>
            <a:srgbClr val="DFFDEE"/>
          </a:solidFill>
          <a:ln w="6350">
            <a:solidFill>
              <a:srgbClr val="A3F3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088"/>
          </a:p>
        </p:txBody>
      </p:sp>
      <p:sp>
        <p:nvSpPr>
          <p:cNvPr id="3997" name="Rounded Rectangle 3996">
            <a:extLst>
              <a:ext uri="{FF2B5EF4-FFF2-40B4-BE49-F238E27FC236}">
                <a16:creationId xmlns:a16="http://schemas.microsoft.com/office/drawing/2014/main" id="{4EF63A47-E1F6-B84D-F9DF-209CA0EA9886}"/>
              </a:ext>
            </a:extLst>
          </p:cNvPr>
          <p:cNvSpPr/>
          <p:nvPr/>
        </p:nvSpPr>
        <p:spPr>
          <a:xfrm>
            <a:off x="16452178" y="13524922"/>
            <a:ext cx="2664282" cy="372328"/>
          </a:xfrm>
          <a:prstGeom prst="roundRect">
            <a:avLst>
              <a:gd name="adj" fmla="val 32149"/>
            </a:avLst>
          </a:prstGeom>
          <a:solidFill>
            <a:srgbClr val="F2FFF8"/>
          </a:solidFill>
          <a:ln w="6350">
            <a:solidFill>
              <a:srgbClr val="7FCE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088"/>
          </a:p>
        </p:txBody>
      </p:sp>
      <p:sp>
        <p:nvSpPr>
          <p:cNvPr id="3998" name="Rounded Rectangle 3997">
            <a:extLst>
              <a:ext uri="{FF2B5EF4-FFF2-40B4-BE49-F238E27FC236}">
                <a16:creationId xmlns:a16="http://schemas.microsoft.com/office/drawing/2014/main" id="{82EB0F07-A8C0-3995-0D53-82D58FB21B51}"/>
              </a:ext>
            </a:extLst>
          </p:cNvPr>
          <p:cNvSpPr/>
          <p:nvPr/>
        </p:nvSpPr>
        <p:spPr>
          <a:xfrm>
            <a:off x="16541306" y="13595261"/>
            <a:ext cx="399196" cy="227506"/>
          </a:xfrm>
          <a:prstGeom prst="roundRect">
            <a:avLst>
              <a:gd name="adj" fmla="val 32482"/>
            </a:avLst>
          </a:prstGeom>
          <a:solidFill>
            <a:srgbClr val="D1FBE6"/>
          </a:solidFill>
          <a:ln>
            <a:solidFill>
              <a:srgbClr val="D1FB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CH" sz="928" dirty="0">
                <a:solidFill>
                  <a:schemeClr val="accent3"/>
                </a:solidFill>
              </a:rPr>
              <a:t>i=0</a:t>
            </a:r>
          </a:p>
        </p:txBody>
      </p:sp>
      <p:sp>
        <p:nvSpPr>
          <p:cNvPr id="3999" name="Rounded Rectangle 3998">
            <a:extLst>
              <a:ext uri="{FF2B5EF4-FFF2-40B4-BE49-F238E27FC236}">
                <a16:creationId xmlns:a16="http://schemas.microsoft.com/office/drawing/2014/main" id="{D82C8736-95AE-FAA3-D6D3-946FB33B4989}"/>
              </a:ext>
            </a:extLst>
          </p:cNvPr>
          <p:cNvSpPr/>
          <p:nvPr/>
        </p:nvSpPr>
        <p:spPr>
          <a:xfrm>
            <a:off x="17010801" y="13584537"/>
            <a:ext cx="2008272" cy="238230"/>
          </a:xfrm>
          <a:prstGeom prst="roundRect">
            <a:avLst>
              <a:gd name="adj" fmla="val 37122"/>
            </a:avLst>
          </a:prstGeom>
          <a:solidFill>
            <a:srgbClr val="EFF6FE"/>
          </a:solidFill>
          <a:ln>
            <a:solidFill>
              <a:srgbClr val="C4CC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088"/>
          </a:p>
        </p:txBody>
      </p:sp>
      <p:sp>
        <p:nvSpPr>
          <p:cNvPr id="4000" name="Oval 3999">
            <a:extLst>
              <a:ext uri="{FF2B5EF4-FFF2-40B4-BE49-F238E27FC236}">
                <a16:creationId xmlns:a16="http://schemas.microsoft.com/office/drawing/2014/main" id="{0150B2CE-E7C4-9B5C-AB0A-CE2E07302160}"/>
              </a:ext>
            </a:extLst>
          </p:cNvPr>
          <p:cNvSpPr/>
          <p:nvPr/>
        </p:nvSpPr>
        <p:spPr>
          <a:xfrm>
            <a:off x="18832853" y="12705456"/>
            <a:ext cx="238912" cy="243384"/>
          </a:xfrm>
          <a:prstGeom prst="ellipse">
            <a:avLst/>
          </a:prstGeom>
          <a:solidFill>
            <a:schemeClr val="bg1"/>
          </a:solidFill>
          <a:ln w="12700">
            <a:solidFill>
              <a:srgbClr val="D4E6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5253" rtlCol="0" anchor="ctr"/>
          <a:lstStyle/>
          <a:p>
            <a:pPr algn="ctr"/>
            <a:r>
              <a:rPr lang="en-CH" sz="1392" dirty="0">
                <a:solidFill>
                  <a:schemeClr val="tx1">
                    <a:lumMod val="50000"/>
                    <a:lumOff val="50000"/>
                  </a:schemeClr>
                </a:solidFill>
                <a:latin typeface="PT Mono" panose="02060509020205020204" pitchFamily="49" charset="77"/>
              </a:rPr>
              <a:t>^</a:t>
            </a:r>
          </a:p>
        </p:txBody>
      </p:sp>
      <p:sp>
        <p:nvSpPr>
          <p:cNvPr id="4001" name="TextBox 4000">
            <a:extLst>
              <a:ext uri="{FF2B5EF4-FFF2-40B4-BE49-F238E27FC236}">
                <a16:creationId xmlns:a16="http://schemas.microsoft.com/office/drawing/2014/main" id="{BA5C3482-6AFA-80A7-759B-1E0FD32A11D6}"/>
              </a:ext>
            </a:extLst>
          </p:cNvPr>
          <p:cNvSpPr txBox="1"/>
          <p:nvPr/>
        </p:nvSpPr>
        <p:spPr>
          <a:xfrm>
            <a:off x="16947492" y="13561634"/>
            <a:ext cx="2183133" cy="27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160" dirty="0">
                <a:latin typeface="PT Mono" panose="02060509020205020204" pitchFamily="49" charset="77"/>
              </a:rPr>
              <a:t>c</a:t>
            </a:r>
            <a:r>
              <a:rPr lang="en-CH" sz="1160" dirty="0">
                <a:latin typeface="PT Mono" panose="02060509020205020204" pitchFamily="49" charset="77"/>
              </a:rPr>
              <a:t>ompare_and_swap(</a:t>
            </a:r>
            <a:r>
              <a:rPr lang="en-US" altLang="zh-CN" sz="1160" dirty="0">
                <a:latin typeface="PT Mono" panose="02060509020205020204" pitchFamily="49" charset="77"/>
              </a:rPr>
              <a:t>3</a:t>
            </a:r>
            <a:r>
              <a:rPr lang="en-CH" sz="1160" dirty="0">
                <a:latin typeface="PT Mono" panose="02060509020205020204" pitchFamily="49" charset="77"/>
              </a:rPr>
              <a:t>,1)</a:t>
            </a:r>
          </a:p>
        </p:txBody>
      </p:sp>
      <p:sp>
        <p:nvSpPr>
          <p:cNvPr id="4002" name="Rounded Rectangle 4001">
            <a:extLst>
              <a:ext uri="{FF2B5EF4-FFF2-40B4-BE49-F238E27FC236}">
                <a16:creationId xmlns:a16="http://schemas.microsoft.com/office/drawing/2014/main" id="{88C19A3E-4E5C-90A6-A64A-6EAE9169960F}"/>
              </a:ext>
            </a:extLst>
          </p:cNvPr>
          <p:cNvSpPr/>
          <p:nvPr/>
        </p:nvSpPr>
        <p:spPr>
          <a:xfrm>
            <a:off x="16458050" y="13960129"/>
            <a:ext cx="2664282" cy="372328"/>
          </a:xfrm>
          <a:prstGeom prst="roundRect">
            <a:avLst>
              <a:gd name="adj" fmla="val 32149"/>
            </a:avLst>
          </a:prstGeom>
          <a:solidFill>
            <a:srgbClr val="F2FFF8"/>
          </a:solidFill>
          <a:ln w="6350">
            <a:solidFill>
              <a:srgbClr val="7FCE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088"/>
          </a:p>
        </p:txBody>
      </p:sp>
      <p:sp>
        <p:nvSpPr>
          <p:cNvPr id="4003" name="Rounded Rectangle 4002">
            <a:extLst>
              <a:ext uri="{FF2B5EF4-FFF2-40B4-BE49-F238E27FC236}">
                <a16:creationId xmlns:a16="http://schemas.microsoft.com/office/drawing/2014/main" id="{A6A74D09-6A58-D7EE-4466-C4ADE9377FA0}"/>
              </a:ext>
            </a:extLst>
          </p:cNvPr>
          <p:cNvSpPr/>
          <p:nvPr/>
        </p:nvSpPr>
        <p:spPr>
          <a:xfrm>
            <a:off x="16547178" y="14030468"/>
            <a:ext cx="399196" cy="227506"/>
          </a:xfrm>
          <a:prstGeom prst="roundRect">
            <a:avLst>
              <a:gd name="adj" fmla="val 32482"/>
            </a:avLst>
          </a:prstGeom>
          <a:solidFill>
            <a:srgbClr val="D1FBE6"/>
          </a:solidFill>
          <a:ln>
            <a:solidFill>
              <a:srgbClr val="D1FB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CH" sz="928" dirty="0">
                <a:solidFill>
                  <a:schemeClr val="accent3"/>
                </a:solidFill>
              </a:rPr>
              <a:t>i=1</a:t>
            </a:r>
          </a:p>
        </p:txBody>
      </p:sp>
      <p:sp>
        <p:nvSpPr>
          <p:cNvPr id="4004" name="Rounded Rectangle 4003">
            <a:extLst>
              <a:ext uri="{FF2B5EF4-FFF2-40B4-BE49-F238E27FC236}">
                <a16:creationId xmlns:a16="http://schemas.microsoft.com/office/drawing/2014/main" id="{52296239-4344-6A41-0A1F-D704F6E25C01}"/>
              </a:ext>
            </a:extLst>
          </p:cNvPr>
          <p:cNvSpPr/>
          <p:nvPr/>
        </p:nvSpPr>
        <p:spPr>
          <a:xfrm>
            <a:off x="17016673" y="14019744"/>
            <a:ext cx="2008272" cy="238230"/>
          </a:xfrm>
          <a:prstGeom prst="roundRect">
            <a:avLst>
              <a:gd name="adj" fmla="val 37122"/>
            </a:avLst>
          </a:prstGeom>
          <a:solidFill>
            <a:srgbClr val="EFF6FE"/>
          </a:solidFill>
          <a:ln>
            <a:solidFill>
              <a:srgbClr val="C4CC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088"/>
          </a:p>
        </p:txBody>
      </p:sp>
      <p:sp>
        <p:nvSpPr>
          <p:cNvPr id="4005" name="TextBox 4004">
            <a:extLst>
              <a:ext uri="{FF2B5EF4-FFF2-40B4-BE49-F238E27FC236}">
                <a16:creationId xmlns:a16="http://schemas.microsoft.com/office/drawing/2014/main" id="{38CB0C4B-DDFC-CE45-E62B-3A80F4F7AC50}"/>
              </a:ext>
            </a:extLst>
          </p:cNvPr>
          <p:cNvSpPr txBox="1"/>
          <p:nvPr/>
        </p:nvSpPr>
        <p:spPr>
          <a:xfrm>
            <a:off x="16953364" y="13996841"/>
            <a:ext cx="2183133" cy="27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160" dirty="0">
                <a:latin typeface="PT Mono" panose="02060509020205020204" pitchFamily="49" charset="77"/>
              </a:rPr>
              <a:t>c</a:t>
            </a:r>
            <a:r>
              <a:rPr lang="en-CH" sz="1160" dirty="0">
                <a:latin typeface="PT Mono" panose="02060509020205020204" pitchFamily="49" charset="77"/>
              </a:rPr>
              <a:t>ompare_and_swap(</a:t>
            </a:r>
            <a:r>
              <a:rPr lang="en-US" altLang="zh-CN" sz="1160" dirty="0">
                <a:latin typeface="PT Mono" panose="02060509020205020204" pitchFamily="49" charset="77"/>
              </a:rPr>
              <a:t>3</a:t>
            </a:r>
            <a:r>
              <a:rPr lang="en-CH" sz="1160" dirty="0">
                <a:latin typeface="PT Mono" panose="02060509020205020204" pitchFamily="49" charset="77"/>
              </a:rPr>
              <a:t>,7)</a:t>
            </a:r>
          </a:p>
        </p:txBody>
      </p:sp>
      <p:sp>
        <p:nvSpPr>
          <p:cNvPr id="4006" name="Rounded Rectangle 4005">
            <a:extLst>
              <a:ext uri="{FF2B5EF4-FFF2-40B4-BE49-F238E27FC236}">
                <a16:creationId xmlns:a16="http://schemas.microsoft.com/office/drawing/2014/main" id="{52304D7B-1B6F-8D44-954C-BD93165DF762}"/>
              </a:ext>
            </a:extLst>
          </p:cNvPr>
          <p:cNvSpPr/>
          <p:nvPr/>
        </p:nvSpPr>
        <p:spPr>
          <a:xfrm rot="21047185">
            <a:off x="17127235" y="10918521"/>
            <a:ext cx="1000276" cy="592867"/>
          </a:xfrm>
          <a:prstGeom prst="roundRect">
            <a:avLst>
              <a:gd name="adj" fmla="val 28096"/>
            </a:avLst>
          </a:prstGeom>
          <a:solidFill>
            <a:srgbClr val="EFF6FE"/>
          </a:solidFill>
          <a:ln>
            <a:solidFill>
              <a:srgbClr val="6466F3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088"/>
          </a:p>
        </p:txBody>
      </p:sp>
      <p:sp>
        <p:nvSpPr>
          <p:cNvPr id="4007" name="TextBox 4006">
            <a:extLst>
              <a:ext uri="{FF2B5EF4-FFF2-40B4-BE49-F238E27FC236}">
                <a16:creationId xmlns:a16="http://schemas.microsoft.com/office/drawing/2014/main" id="{A667BF75-DC1E-DCA2-1746-22B62D004C8C}"/>
              </a:ext>
            </a:extLst>
          </p:cNvPr>
          <p:cNvSpPr txBox="1"/>
          <p:nvPr/>
        </p:nvSpPr>
        <p:spPr>
          <a:xfrm rot="21029618">
            <a:off x="17159354" y="10974865"/>
            <a:ext cx="950381" cy="449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160" dirty="0">
                <a:solidFill>
                  <a:srgbClr val="5048DE"/>
                </a:solidFill>
                <a:latin typeface="PT Mono" panose="02060509020205020204" pitchFamily="49" charset="77"/>
              </a:rPr>
              <a:t>c</a:t>
            </a:r>
            <a:r>
              <a:rPr lang="en-CH" sz="1160" dirty="0">
                <a:solidFill>
                  <a:srgbClr val="5048DE"/>
                </a:solidFill>
                <a:latin typeface="PT Mono" panose="02060509020205020204" pitchFamily="49" charset="77"/>
              </a:rPr>
              <a:t>ompare_and_swap</a:t>
            </a:r>
          </a:p>
        </p:txBody>
      </p:sp>
      <p:sp>
        <p:nvSpPr>
          <p:cNvPr id="4008" name="Rounded Rectangle 4007">
            <a:extLst>
              <a:ext uri="{FF2B5EF4-FFF2-40B4-BE49-F238E27FC236}">
                <a16:creationId xmlns:a16="http://schemas.microsoft.com/office/drawing/2014/main" id="{E085347A-1C89-FB33-764E-98AAA85BC49E}"/>
              </a:ext>
            </a:extLst>
          </p:cNvPr>
          <p:cNvSpPr/>
          <p:nvPr/>
        </p:nvSpPr>
        <p:spPr>
          <a:xfrm rot="21047185">
            <a:off x="17475787" y="11285720"/>
            <a:ext cx="1000276" cy="592867"/>
          </a:xfrm>
          <a:prstGeom prst="roundRect">
            <a:avLst>
              <a:gd name="adj" fmla="val 28096"/>
            </a:avLst>
          </a:prstGeom>
          <a:solidFill>
            <a:srgbClr val="EFF6FE"/>
          </a:solidFill>
          <a:ln>
            <a:solidFill>
              <a:srgbClr val="6466F3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088"/>
          </a:p>
        </p:txBody>
      </p:sp>
      <p:sp>
        <p:nvSpPr>
          <p:cNvPr id="4009" name="TextBox 4008">
            <a:extLst>
              <a:ext uri="{FF2B5EF4-FFF2-40B4-BE49-F238E27FC236}">
                <a16:creationId xmlns:a16="http://schemas.microsoft.com/office/drawing/2014/main" id="{16F9ED08-6335-036C-BC8A-98E08569D47D}"/>
              </a:ext>
            </a:extLst>
          </p:cNvPr>
          <p:cNvSpPr txBox="1"/>
          <p:nvPr/>
        </p:nvSpPr>
        <p:spPr>
          <a:xfrm rot="21029618">
            <a:off x="17469714" y="11350915"/>
            <a:ext cx="950381" cy="449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160" dirty="0">
                <a:solidFill>
                  <a:srgbClr val="5048DE"/>
                </a:solidFill>
                <a:latin typeface="PT Mono" panose="02060509020205020204" pitchFamily="49" charset="77"/>
              </a:rPr>
              <a:t>c</a:t>
            </a:r>
            <a:r>
              <a:rPr lang="en-CH" sz="1160" dirty="0">
                <a:solidFill>
                  <a:srgbClr val="5048DE"/>
                </a:solidFill>
                <a:latin typeface="PT Mono" panose="02060509020205020204" pitchFamily="49" charset="77"/>
              </a:rPr>
              <a:t>ompare_and_swap</a:t>
            </a:r>
          </a:p>
        </p:txBody>
      </p:sp>
      <p:sp>
        <p:nvSpPr>
          <p:cNvPr id="4010" name="Rounded Rectangle 4009">
            <a:extLst>
              <a:ext uri="{FF2B5EF4-FFF2-40B4-BE49-F238E27FC236}">
                <a16:creationId xmlns:a16="http://schemas.microsoft.com/office/drawing/2014/main" id="{533F00C1-F5F1-EE03-9F37-3D17F5AFC63B}"/>
              </a:ext>
            </a:extLst>
          </p:cNvPr>
          <p:cNvSpPr/>
          <p:nvPr/>
        </p:nvSpPr>
        <p:spPr>
          <a:xfrm rot="21047185">
            <a:off x="17847441" y="11594780"/>
            <a:ext cx="1000276" cy="592867"/>
          </a:xfrm>
          <a:prstGeom prst="roundRect">
            <a:avLst>
              <a:gd name="adj" fmla="val 28096"/>
            </a:avLst>
          </a:prstGeom>
          <a:solidFill>
            <a:srgbClr val="EFF6FE"/>
          </a:solidFill>
          <a:ln>
            <a:solidFill>
              <a:srgbClr val="6466F3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088"/>
          </a:p>
        </p:txBody>
      </p:sp>
      <p:sp>
        <p:nvSpPr>
          <p:cNvPr id="4011" name="TextBox 4010">
            <a:extLst>
              <a:ext uri="{FF2B5EF4-FFF2-40B4-BE49-F238E27FC236}">
                <a16:creationId xmlns:a16="http://schemas.microsoft.com/office/drawing/2014/main" id="{8629AA93-AA6A-626F-1745-8984CE29072F}"/>
              </a:ext>
            </a:extLst>
          </p:cNvPr>
          <p:cNvSpPr txBox="1"/>
          <p:nvPr/>
        </p:nvSpPr>
        <p:spPr>
          <a:xfrm rot="21029618">
            <a:off x="17879560" y="11651124"/>
            <a:ext cx="950381" cy="449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160" dirty="0">
                <a:solidFill>
                  <a:srgbClr val="5048DE"/>
                </a:solidFill>
                <a:latin typeface="PT Mono" panose="02060509020205020204" pitchFamily="49" charset="77"/>
              </a:rPr>
              <a:t>c</a:t>
            </a:r>
            <a:r>
              <a:rPr lang="en-CH" sz="1160" dirty="0">
                <a:solidFill>
                  <a:srgbClr val="5048DE"/>
                </a:solidFill>
                <a:latin typeface="PT Mono" panose="02060509020205020204" pitchFamily="49" charset="77"/>
              </a:rPr>
              <a:t>ompare_and_swap</a:t>
            </a:r>
          </a:p>
        </p:txBody>
      </p:sp>
      <p:sp>
        <p:nvSpPr>
          <p:cNvPr id="4012" name="Rounded Rectangle 4011">
            <a:extLst>
              <a:ext uri="{FF2B5EF4-FFF2-40B4-BE49-F238E27FC236}">
                <a16:creationId xmlns:a16="http://schemas.microsoft.com/office/drawing/2014/main" id="{0E7E4631-9DF8-33FB-7ADD-C684B0BCDCE3}"/>
              </a:ext>
            </a:extLst>
          </p:cNvPr>
          <p:cNvSpPr/>
          <p:nvPr/>
        </p:nvSpPr>
        <p:spPr>
          <a:xfrm>
            <a:off x="10161136" y="13757702"/>
            <a:ext cx="348137" cy="205758"/>
          </a:xfrm>
          <a:prstGeom prst="roundRect">
            <a:avLst>
              <a:gd name="adj" fmla="val 32482"/>
            </a:avLst>
          </a:prstGeom>
          <a:solidFill>
            <a:srgbClr val="FFF8ED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CH" sz="928" dirty="0">
                <a:solidFill>
                  <a:srgbClr val="6C7280"/>
                </a:solidFill>
              </a:rPr>
              <a:t>False</a:t>
            </a:r>
          </a:p>
        </p:txBody>
      </p:sp>
      <p:grpSp>
        <p:nvGrpSpPr>
          <p:cNvPr id="4013" name="Group 4012">
            <a:extLst>
              <a:ext uri="{FF2B5EF4-FFF2-40B4-BE49-F238E27FC236}">
                <a16:creationId xmlns:a16="http://schemas.microsoft.com/office/drawing/2014/main" id="{B2204909-D053-FA6E-4A71-8D0A07EADBAB}"/>
              </a:ext>
            </a:extLst>
          </p:cNvPr>
          <p:cNvGrpSpPr/>
          <p:nvPr/>
        </p:nvGrpSpPr>
        <p:grpSpPr>
          <a:xfrm rot="389916">
            <a:off x="13624884" y="13366603"/>
            <a:ext cx="1806498" cy="939530"/>
            <a:chOff x="2432355" y="3405080"/>
            <a:chExt cx="1708157" cy="853961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4014" name="Ink 4013">
                  <a:extLst>
                    <a:ext uri="{FF2B5EF4-FFF2-40B4-BE49-F238E27FC236}">
                      <a16:creationId xmlns:a16="http://schemas.microsoft.com/office/drawing/2014/main" id="{B613BFA0-5421-F516-EDB6-AD142E8805C8}"/>
                    </a:ext>
                  </a:extLst>
                </p14:cNvPr>
                <p14:cNvContentPartPr/>
                <p14:nvPr/>
              </p14:nvContentPartPr>
              <p14:xfrm>
                <a:off x="2717625" y="3576841"/>
                <a:ext cx="477360" cy="682200"/>
              </p14:xfrm>
            </p:contentPart>
          </mc:Choice>
          <mc:Fallback xmlns="">
            <p:pic>
              <p:nvPicPr>
                <p:cNvPr id="4014" name="Ink 4013">
                  <a:extLst>
                    <a:ext uri="{FF2B5EF4-FFF2-40B4-BE49-F238E27FC236}">
                      <a16:creationId xmlns:a16="http://schemas.microsoft.com/office/drawing/2014/main" id="{B613BFA0-5421-F516-EDB6-AD142E8805C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700613" y="3560481"/>
                  <a:ext cx="511044" cy="7145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4015" name="Ink 4014">
                  <a:extLst>
                    <a:ext uri="{FF2B5EF4-FFF2-40B4-BE49-F238E27FC236}">
                      <a16:creationId xmlns:a16="http://schemas.microsoft.com/office/drawing/2014/main" id="{B4419A5B-8AA0-67B0-8166-E0E7F9328EE8}"/>
                    </a:ext>
                  </a:extLst>
                </p14:cNvPr>
                <p14:cNvContentPartPr/>
                <p14:nvPr/>
              </p14:nvContentPartPr>
              <p14:xfrm>
                <a:off x="2432355" y="3647821"/>
                <a:ext cx="66240" cy="587160"/>
              </p14:xfrm>
            </p:contentPart>
          </mc:Choice>
          <mc:Fallback xmlns="">
            <p:pic>
              <p:nvPicPr>
                <p:cNvPr id="1746" name="Ink 1745">
                  <a:extLst>
                    <a:ext uri="{FF2B5EF4-FFF2-40B4-BE49-F238E27FC236}">
                      <a16:creationId xmlns:a16="http://schemas.microsoft.com/office/drawing/2014/main" id="{94F5FB6F-C6AD-2CA5-BFF5-228DDDC4B26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415283" y="3631784"/>
                  <a:ext cx="100043" cy="61956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4016" name="Ink 4015">
                  <a:extLst>
                    <a:ext uri="{FF2B5EF4-FFF2-40B4-BE49-F238E27FC236}">
                      <a16:creationId xmlns:a16="http://schemas.microsoft.com/office/drawing/2014/main" id="{4F4DEE19-D2FD-E8D9-7AA4-646157A386E9}"/>
                    </a:ext>
                  </a:extLst>
                </p14:cNvPr>
                <p14:cNvContentPartPr/>
                <p14:nvPr/>
              </p14:nvContentPartPr>
              <p14:xfrm>
                <a:off x="3744872" y="3405080"/>
                <a:ext cx="395640" cy="762840"/>
              </p14:xfrm>
            </p:contentPart>
          </mc:Choice>
          <mc:Fallback xmlns="">
            <p:pic>
              <p:nvPicPr>
                <p:cNvPr id="4016" name="Ink 4015">
                  <a:extLst>
                    <a:ext uri="{FF2B5EF4-FFF2-40B4-BE49-F238E27FC236}">
                      <a16:creationId xmlns:a16="http://schemas.microsoft.com/office/drawing/2014/main" id="{4F4DEE19-D2FD-E8D9-7AA4-646157A386E9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3728188" y="3388724"/>
                  <a:ext cx="429348" cy="795225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020" name="Rounded Rectangle 4019">
            <a:extLst>
              <a:ext uri="{FF2B5EF4-FFF2-40B4-BE49-F238E27FC236}">
                <a16:creationId xmlns:a16="http://schemas.microsoft.com/office/drawing/2014/main" id="{341F0CD4-DFFA-7059-DA5F-2D5EF1A10E27}"/>
              </a:ext>
            </a:extLst>
          </p:cNvPr>
          <p:cNvSpPr/>
          <p:nvPr/>
        </p:nvSpPr>
        <p:spPr>
          <a:xfrm>
            <a:off x="16451312" y="14398968"/>
            <a:ext cx="2664282" cy="372328"/>
          </a:xfrm>
          <a:prstGeom prst="roundRect">
            <a:avLst>
              <a:gd name="adj" fmla="val 32149"/>
            </a:avLst>
          </a:prstGeom>
          <a:solidFill>
            <a:srgbClr val="F2FFF8"/>
          </a:solidFill>
          <a:ln w="6350">
            <a:solidFill>
              <a:srgbClr val="7FCE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088"/>
          </a:p>
        </p:txBody>
      </p:sp>
      <p:sp>
        <p:nvSpPr>
          <p:cNvPr id="4021" name="Rounded Rectangle 4020">
            <a:extLst>
              <a:ext uri="{FF2B5EF4-FFF2-40B4-BE49-F238E27FC236}">
                <a16:creationId xmlns:a16="http://schemas.microsoft.com/office/drawing/2014/main" id="{0E59F962-D1FE-0FA8-3E6F-46326C571FEA}"/>
              </a:ext>
            </a:extLst>
          </p:cNvPr>
          <p:cNvSpPr/>
          <p:nvPr/>
        </p:nvSpPr>
        <p:spPr>
          <a:xfrm>
            <a:off x="16540440" y="14469307"/>
            <a:ext cx="399196" cy="227506"/>
          </a:xfrm>
          <a:prstGeom prst="roundRect">
            <a:avLst>
              <a:gd name="adj" fmla="val 32482"/>
            </a:avLst>
          </a:prstGeom>
          <a:solidFill>
            <a:srgbClr val="D1FBE6"/>
          </a:solidFill>
          <a:ln>
            <a:solidFill>
              <a:srgbClr val="D1FB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CH" sz="928" dirty="0">
                <a:solidFill>
                  <a:schemeClr val="accent3"/>
                </a:solidFill>
              </a:rPr>
              <a:t>i=2</a:t>
            </a:r>
          </a:p>
        </p:txBody>
      </p:sp>
      <p:sp>
        <p:nvSpPr>
          <p:cNvPr id="4022" name="Rounded Rectangle 4021">
            <a:extLst>
              <a:ext uri="{FF2B5EF4-FFF2-40B4-BE49-F238E27FC236}">
                <a16:creationId xmlns:a16="http://schemas.microsoft.com/office/drawing/2014/main" id="{E0A6FE39-2986-128F-0128-2D2C35AB5DB7}"/>
              </a:ext>
            </a:extLst>
          </p:cNvPr>
          <p:cNvSpPr/>
          <p:nvPr/>
        </p:nvSpPr>
        <p:spPr>
          <a:xfrm>
            <a:off x="17009935" y="14458583"/>
            <a:ext cx="2008272" cy="238230"/>
          </a:xfrm>
          <a:prstGeom prst="roundRect">
            <a:avLst>
              <a:gd name="adj" fmla="val 37122"/>
            </a:avLst>
          </a:prstGeom>
          <a:solidFill>
            <a:srgbClr val="EFF6FE"/>
          </a:solidFill>
          <a:ln>
            <a:solidFill>
              <a:srgbClr val="C4CC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088"/>
          </a:p>
        </p:txBody>
      </p:sp>
      <p:sp>
        <p:nvSpPr>
          <p:cNvPr id="4023" name="TextBox 4022">
            <a:extLst>
              <a:ext uri="{FF2B5EF4-FFF2-40B4-BE49-F238E27FC236}">
                <a16:creationId xmlns:a16="http://schemas.microsoft.com/office/drawing/2014/main" id="{40AD3C10-AAA3-D2CB-126F-A0D21FCE2E9C}"/>
              </a:ext>
            </a:extLst>
          </p:cNvPr>
          <p:cNvSpPr txBox="1"/>
          <p:nvPr/>
        </p:nvSpPr>
        <p:spPr>
          <a:xfrm>
            <a:off x="16946626" y="14435680"/>
            <a:ext cx="2183133" cy="27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160" dirty="0">
                <a:latin typeface="PT Mono" panose="02060509020205020204" pitchFamily="49" charset="77"/>
              </a:rPr>
              <a:t>c</a:t>
            </a:r>
            <a:r>
              <a:rPr lang="en-CH" sz="1160" dirty="0">
                <a:latin typeface="PT Mono" panose="02060509020205020204" pitchFamily="49" charset="77"/>
              </a:rPr>
              <a:t>ompare_and_swap(7,</a:t>
            </a:r>
            <a:r>
              <a:rPr lang="en-US" altLang="zh-CN" sz="1160" dirty="0">
                <a:latin typeface="PT Mono" panose="02060509020205020204" pitchFamily="49" charset="77"/>
              </a:rPr>
              <a:t>2</a:t>
            </a:r>
            <a:r>
              <a:rPr lang="en-CH" sz="1160" dirty="0">
                <a:latin typeface="PT Mono" panose="02060509020205020204" pitchFamily="49" charset="77"/>
              </a:rPr>
              <a:t>)</a:t>
            </a:r>
          </a:p>
        </p:txBody>
      </p:sp>
      <p:sp>
        <p:nvSpPr>
          <p:cNvPr id="4024" name="Rounded Rectangle 4023">
            <a:extLst>
              <a:ext uri="{FF2B5EF4-FFF2-40B4-BE49-F238E27FC236}">
                <a16:creationId xmlns:a16="http://schemas.microsoft.com/office/drawing/2014/main" id="{5D3F5C2A-4526-086B-8563-E291E82FC0AF}"/>
              </a:ext>
            </a:extLst>
          </p:cNvPr>
          <p:cNvSpPr/>
          <p:nvPr/>
        </p:nvSpPr>
        <p:spPr>
          <a:xfrm>
            <a:off x="16259684" y="15065246"/>
            <a:ext cx="3035590" cy="458862"/>
          </a:xfrm>
          <a:prstGeom prst="roundRect">
            <a:avLst>
              <a:gd name="adj" fmla="val 37122"/>
            </a:avLst>
          </a:prstGeom>
          <a:solidFill>
            <a:srgbClr val="EDFEF7"/>
          </a:solidFill>
          <a:ln>
            <a:solidFill>
              <a:srgbClr val="A1F3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088"/>
          </a:p>
        </p:txBody>
      </p:sp>
      <p:sp>
        <p:nvSpPr>
          <p:cNvPr id="4025" name="TextBox 4024">
            <a:extLst>
              <a:ext uri="{FF2B5EF4-FFF2-40B4-BE49-F238E27FC236}">
                <a16:creationId xmlns:a16="http://schemas.microsoft.com/office/drawing/2014/main" id="{37193503-B178-EF40-B292-88E6698F5988}"/>
              </a:ext>
            </a:extLst>
          </p:cNvPr>
          <p:cNvSpPr txBox="1"/>
          <p:nvPr/>
        </p:nvSpPr>
        <p:spPr>
          <a:xfrm>
            <a:off x="16259684" y="15129707"/>
            <a:ext cx="3035590" cy="457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 err="1">
                <a:solidFill>
                  <a:srgbClr val="285418"/>
                </a:solidFill>
                <a:latin typeface="PT Mono" panose="02060509020205020204" pitchFamily="49" charset="77"/>
              </a:rPr>
              <a:t>bubble_up</a:t>
            </a:r>
            <a:r>
              <a:rPr lang="en-CH" sz="1200" dirty="0">
                <a:solidFill>
                  <a:srgbClr val="285418"/>
                </a:solidFill>
                <a:latin typeface="PT Mono" panose="02060509020205020204" pitchFamily="49" charset="77"/>
              </a:rPr>
              <a:t>(</a:t>
            </a:r>
            <a:r>
              <a:rPr lang="en-US" sz="1200" dirty="0">
                <a:solidFill>
                  <a:srgbClr val="285418"/>
                </a:solidFill>
                <a:latin typeface="PT Mono" panose="02060509020205020204" pitchFamily="49" charset="77"/>
              </a:rPr>
              <a:t>[1,</a:t>
            </a:r>
            <a:r>
              <a:rPr lang="en-US" altLang="zh-CN" sz="1200" dirty="0">
                <a:solidFill>
                  <a:srgbClr val="285418"/>
                </a:solidFill>
                <a:latin typeface="PT Mono" panose="02060509020205020204" pitchFamily="49" charset="77"/>
              </a:rPr>
              <a:t>3</a:t>
            </a:r>
            <a:r>
              <a:rPr lang="en-US" sz="1200" dirty="0">
                <a:solidFill>
                  <a:srgbClr val="285418"/>
                </a:solidFill>
                <a:latin typeface="PT Mono" panose="02060509020205020204" pitchFamily="49" charset="77"/>
              </a:rPr>
              <a:t>,</a:t>
            </a:r>
            <a:r>
              <a:rPr lang="en-US" altLang="zh-CN" sz="1200" dirty="0">
                <a:solidFill>
                  <a:srgbClr val="285418"/>
                </a:solidFill>
                <a:latin typeface="PT Mono" panose="02060509020205020204" pitchFamily="49" charset="77"/>
              </a:rPr>
              <a:t>2</a:t>
            </a:r>
            <a:r>
              <a:rPr lang="en-US" sz="1200" dirty="0">
                <a:solidFill>
                  <a:srgbClr val="285418"/>
                </a:solidFill>
                <a:latin typeface="PT Mono" panose="02060509020205020204" pitchFamily="49" charset="77"/>
              </a:rPr>
              <a:t>]</a:t>
            </a:r>
            <a:r>
              <a:rPr lang="en-CH" sz="1200" dirty="0">
                <a:solidFill>
                  <a:srgbClr val="285418"/>
                </a:solidFill>
                <a:latin typeface="PT Mono" panose="02060509020205020204" pitchFamily="49" charset="77"/>
              </a:rPr>
              <a:t>)</a:t>
            </a:r>
          </a:p>
          <a:p>
            <a:pPr algn="ctr"/>
            <a:endParaRPr lang="en-CH" sz="1160" dirty="0">
              <a:solidFill>
                <a:srgbClr val="285418"/>
              </a:solidFill>
              <a:latin typeface="PT Mono" panose="02060509020205020204" pitchFamily="49" charset="77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4026" name="Ink 4025">
                <a:extLst>
                  <a:ext uri="{FF2B5EF4-FFF2-40B4-BE49-F238E27FC236}">
                    <a16:creationId xmlns:a16="http://schemas.microsoft.com/office/drawing/2014/main" id="{5DF7635B-32A0-50DF-2C0E-7426F4F9F555}"/>
                  </a:ext>
                </a:extLst>
              </p14:cNvPr>
              <p14:cNvContentPartPr/>
              <p14:nvPr/>
            </p14:nvContentPartPr>
            <p14:xfrm>
              <a:off x="13559306" y="14462385"/>
              <a:ext cx="1475640" cy="65880"/>
            </p14:xfrm>
          </p:contentPart>
        </mc:Choice>
        <mc:Fallback xmlns="">
          <p:pic>
            <p:nvPicPr>
              <p:cNvPr id="4026" name="Ink 4025">
                <a:extLst>
                  <a:ext uri="{FF2B5EF4-FFF2-40B4-BE49-F238E27FC236}">
                    <a16:creationId xmlns:a16="http://schemas.microsoft.com/office/drawing/2014/main" id="{5DF7635B-32A0-50DF-2C0E-7426F4F9F555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13550306" y="14453745"/>
                <a:ext cx="1493280" cy="83520"/>
              </a:xfrm>
              <a:prstGeom prst="rect">
                <a:avLst/>
              </a:prstGeom>
            </p:spPr>
          </p:pic>
        </mc:Fallback>
      </mc:AlternateContent>
      <p:sp>
        <p:nvSpPr>
          <p:cNvPr id="4028" name="Rectangle 4027">
            <a:extLst>
              <a:ext uri="{FF2B5EF4-FFF2-40B4-BE49-F238E27FC236}">
                <a16:creationId xmlns:a16="http://schemas.microsoft.com/office/drawing/2014/main" id="{A3FEA712-CFFF-8B61-42F7-5413965B2D8F}"/>
              </a:ext>
            </a:extLst>
          </p:cNvPr>
          <p:cNvSpPr/>
          <p:nvPr/>
        </p:nvSpPr>
        <p:spPr>
          <a:xfrm>
            <a:off x="15547027" y="8363287"/>
            <a:ext cx="524493" cy="3349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4029" name="Rectangle 4028">
            <a:extLst>
              <a:ext uri="{FF2B5EF4-FFF2-40B4-BE49-F238E27FC236}">
                <a16:creationId xmlns:a16="http://schemas.microsoft.com/office/drawing/2014/main" id="{6FE09071-4E62-3F05-24A0-52130EF82C06}"/>
              </a:ext>
            </a:extLst>
          </p:cNvPr>
          <p:cNvSpPr/>
          <p:nvPr/>
        </p:nvSpPr>
        <p:spPr>
          <a:xfrm>
            <a:off x="15558226" y="8999736"/>
            <a:ext cx="513294" cy="2298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4030" name="Rectangle 4029">
            <a:extLst>
              <a:ext uri="{FF2B5EF4-FFF2-40B4-BE49-F238E27FC236}">
                <a16:creationId xmlns:a16="http://schemas.microsoft.com/office/drawing/2014/main" id="{69203629-0861-47DD-0C69-E7C77207AA51}"/>
              </a:ext>
            </a:extLst>
          </p:cNvPr>
          <p:cNvSpPr/>
          <p:nvPr/>
        </p:nvSpPr>
        <p:spPr>
          <a:xfrm>
            <a:off x="22986910" y="1454062"/>
            <a:ext cx="1282349" cy="4366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4031" name="Rectangle 4030">
            <a:extLst>
              <a:ext uri="{FF2B5EF4-FFF2-40B4-BE49-F238E27FC236}">
                <a16:creationId xmlns:a16="http://schemas.microsoft.com/office/drawing/2014/main" id="{0A485F52-7F5C-D183-E5D6-05A7669EE35B}"/>
              </a:ext>
            </a:extLst>
          </p:cNvPr>
          <p:cNvSpPr/>
          <p:nvPr/>
        </p:nvSpPr>
        <p:spPr>
          <a:xfrm>
            <a:off x="22986910" y="2662098"/>
            <a:ext cx="1305209" cy="3743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4032" name="Picture 4031">
            <a:extLst>
              <a:ext uri="{FF2B5EF4-FFF2-40B4-BE49-F238E27FC236}">
                <a16:creationId xmlns:a16="http://schemas.microsoft.com/office/drawing/2014/main" id="{4657F027-9C71-90FE-D496-09CB5E846FE7}"/>
              </a:ext>
            </a:extLst>
          </p:cNvPr>
          <p:cNvPicPr>
            <a:picLocks noChangeAspect="1"/>
          </p:cNvPicPr>
          <p:nvPr/>
        </p:nvPicPr>
        <p:blipFill>
          <a:blip r:embed="rId117"/>
          <a:srcRect l="-1" t="48921" r="3816" b="25259"/>
          <a:stretch>
            <a:fillRect/>
          </a:stretch>
        </p:blipFill>
        <p:spPr>
          <a:xfrm>
            <a:off x="22789360" y="3383279"/>
            <a:ext cx="1687552" cy="1222633"/>
          </a:xfrm>
          <a:prstGeom prst="rect">
            <a:avLst/>
          </a:prstGeom>
        </p:spPr>
      </p:pic>
      <p:sp>
        <p:nvSpPr>
          <p:cNvPr id="4033" name="Rectangle 4032">
            <a:extLst>
              <a:ext uri="{FF2B5EF4-FFF2-40B4-BE49-F238E27FC236}">
                <a16:creationId xmlns:a16="http://schemas.microsoft.com/office/drawing/2014/main" id="{A5128AB7-B85C-B099-6D50-622C87C5E6D2}"/>
              </a:ext>
            </a:extLst>
          </p:cNvPr>
          <p:cNvSpPr/>
          <p:nvPr/>
        </p:nvSpPr>
        <p:spPr>
          <a:xfrm>
            <a:off x="23029436" y="3852636"/>
            <a:ext cx="1305209" cy="3743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4034" name="Picture 4033">
            <a:extLst>
              <a:ext uri="{FF2B5EF4-FFF2-40B4-BE49-F238E27FC236}">
                <a16:creationId xmlns:a16="http://schemas.microsoft.com/office/drawing/2014/main" id="{0DF97E72-1CB3-C45D-528D-B48F2B1C5026}"/>
              </a:ext>
            </a:extLst>
          </p:cNvPr>
          <p:cNvPicPr>
            <a:picLocks noChangeAspect="1"/>
          </p:cNvPicPr>
          <p:nvPr/>
        </p:nvPicPr>
        <p:blipFill>
          <a:blip r:embed="rId117"/>
          <a:srcRect l="-1" t="24127" r="3816" b="25259"/>
          <a:stretch>
            <a:fillRect/>
          </a:stretch>
        </p:blipFill>
        <p:spPr>
          <a:xfrm>
            <a:off x="22356132" y="6359700"/>
            <a:ext cx="1687552" cy="2396694"/>
          </a:xfrm>
          <a:prstGeom prst="rect">
            <a:avLst/>
          </a:prstGeom>
        </p:spPr>
      </p:pic>
      <p:sp>
        <p:nvSpPr>
          <p:cNvPr id="4035" name="Rectangle 4034">
            <a:extLst>
              <a:ext uri="{FF2B5EF4-FFF2-40B4-BE49-F238E27FC236}">
                <a16:creationId xmlns:a16="http://schemas.microsoft.com/office/drawing/2014/main" id="{2065DE71-531F-4D64-193D-100872C1614D}"/>
              </a:ext>
            </a:extLst>
          </p:cNvPr>
          <p:cNvSpPr/>
          <p:nvPr/>
        </p:nvSpPr>
        <p:spPr>
          <a:xfrm>
            <a:off x="22555450" y="6772222"/>
            <a:ext cx="1282349" cy="4366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4036" name="Rectangle 4035">
            <a:extLst>
              <a:ext uri="{FF2B5EF4-FFF2-40B4-BE49-F238E27FC236}">
                <a16:creationId xmlns:a16="http://schemas.microsoft.com/office/drawing/2014/main" id="{4DB1C0C0-642F-6206-5118-35E438FEA610}"/>
              </a:ext>
            </a:extLst>
          </p:cNvPr>
          <p:cNvSpPr/>
          <p:nvPr/>
        </p:nvSpPr>
        <p:spPr>
          <a:xfrm>
            <a:off x="22555450" y="7980258"/>
            <a:ext cx="1305209" cy="3743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4037" name="Picture 4036">
            <a:extLst>
              <a:ext uri="{FF2B5EF4-FFF2-40B4-BE49-F238E27FC236}">
                <a16:creationId xmlns:a16="http://schemas.microsoft.com/office/drawing/2014/main" id="{1907BC22-03BD-3E56-DE12-BFC03BCFFA74}"/>
              </a:ext>
            </a:extLst>
          </p:cNvPr>
          <p:cNvPicPr>
            <a:picLocks noChangeAspect="1"/>
          </p:cNvPicPr>
          <p:nvPr/>
        </p:nvPicPr>
        <p:blipFill>
          <a:blip r:embed="rId117"/>
          <a:srcRect l="-1" t="48921" r="3816" b="25259"/>
          <a:stretch>
            <a:fillRect/>
          </a:stretch>
        </p:blipFill>
        <p:spPr>
          <a:xfrm>
            <a:off x="22357900" y="8701439"/>
            <a:ext cx="1687552" cy="1222633"/>
          </a:xfrm>
          <a:prstGeom prst="rect">
            <a:avLst/>
          </a:prstGeom>
        </p:spPr>
      </p:pic>
      <p:sp>
        <p:nvSpPr>
          <p:cNvPr id="4038" name="Rectangle 4037">
            <a:extLst>
              <a:ext uri="{FF2B5EF4-FFF2-40B4-BE49-F238E27FC236}">
                <a16:creationId xmlns:a16="http://schemas.microsoft.com/office/drawing/2014/main" id="{01E9E4DB-0579-F1FD-D039-62C23CF05D80}"/>
              </a:ext>
            </a:extLst>
          </p:cNvPr>
          <p:cNvSpPr/>
          <p:nvPr/>
        </p:nvSpPr>
        <p:spPr>
          <a:xfrm>
            <a:off x="22597976" y="9170796"/>
            <a:ext cx="1305209" cy="3743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grpSp>
        <p:nvGrpSpPr>
          <p:cNvPr id="4039" name="Group 4038">
            <a:extLst>
              <a:ext uri="{FF2B5EF4-FFF2-40B4-BE49-F238E27FC236}">
                <a16:creationId xmlns:a16="http://schemas.microsoft.com/office/drawing/2014/main" id="{969E4104-07FB-74FF-4F54-6CBC48F36C02}"/>
              </a:ext>
            </a:extLst>
          </p:cNvPr>
          <p:cNvGrpSpPr/>
          <p:nvPr/>
        </p:nvGrpSpPr>
        <p:grpSpPr>
          <a:xfrm>
            <a:off x="22028607" y="11755645"/>
            <a:ext cx="1543423" cy="3122668"/>
            <a:chOff x="24822572" y="1193940"/>
            <a:chExt cx="1689320" cy="3564372"/>
          </a:xfrm>
        </p:grpSpPr>
        <p:pic>
          <p:nvPicPr>
            <p:cNvPr id="4040" name="Picture 4039">
              <a:extLst>
                <a:ext uri="{FF2B5EF4-FFF2-40B4-BE49-F238E27FC236}">
                  <a16:creationId xmlns:a16="http://schemas.microsoft.com/office/drawing/2014/main" id="{88FAC1AB-5356-E0E1-4C7C-FE884EBCDB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7"/>
            <a:srcRect l="-1" t="24127" r="3816" b="25259"/>
            <a:stretch>
              <a:fillRect/>
            </a:stretch>
          </p:blipFill>
          <p:spPr>
            <a:xfrm>
              <a:off x="24822572" y="1193940"/>
              <a:ext cx="1687552" cy="2396694"/>
            </a:xfrm>
            <a:prstGeom prst="rect">
              <a:avLst/>
            </a:prstGeom>
          </p:spPr>
        </p:pic>
        <p:sp>
          <p:nvSpPr>
            <p:cNvPr id="4041" name="Rectangle 4040">
              <a:extLst>
                <a:ext uri="{FF2B5EF4-FFF2-40B4-BE49-F238E27FC236}">
                  <a16:creationId xmlns:a16="http://schemas.microsoft.com/office/drawing/2014/main" id="{DC7F336C-BFB5-4175-797A-91657646A3E6}"/>
                </a:ext>
              </a:extLst>
            </p:cNvPr>
            <p:cNvSpPr/>
            <p:nvPr/>
          </p:nvSpPr>
          <p:spPr>
            <a:xfrm>
              <a:off x="25021890" y="1606462"/>
              <a:ext cx="1282349" cy="4366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4042" name="Rectangle 4041">
              <a:extLst>
                <a:ext uri="{FF2B5EF4-FFF2-40B4-BE49-F238E27FC236}">
                  <a16:creationId xmlns:a16="http://schemas.microsoft.com/office/drawing/2014/main" id="{9AA5D95A-A3D9-5461-E466-96E1372D3E80}"/>
                </a:ext>
              </a:extLst>
            </p:cNvPr>
            <p:cNvSpPr/>
            <p:nvPr/>
          </p:nvSpPr>
          <p:spPr>
            <a:xfrm>
              <a:off x="25021890" y="2814498"/>
              <a:ext cx="1305209" cy="3743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pic>
          <p:nvPicPr>
            <p:cNvPr id="4043" name="Picture 4042">
              <a:extLst>
                <a:ext uri="{FF2B5EF4-FFF2-40B4-BE49-F238E27FC236}">
                  <a16:creationId xmlns:a16="http://schemas.microsoft.com/office/drawing/2014/main" id="{62781CF0-A011-7BAF-8536-7DFE6D2B46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7"/>
            <a:srcRect l="-1" t="48921" r="3816" b="25259"/>
            <a:stretch>
              <a:fillRect/>
            </a:stretch>
          </p:blipFill>
          <p:spPr>
            <a:xfrm>
              <a:off x="24824340" y="3535679"/>
              <a:ext cx="1687552" cy="1222633"/>
            </a:xfrm>
            <a:prstGeom prst="rect">
              <a:avLst/>
            </a:prstGeom>
          </p:spPr>
        </p:pic>
        <p:sp>
          <p:nvSpPr>
            <p:cNvPr id="4044" name="Rectangle 4043">
              <a:extLst>
                <a:ext uri="{FF2B5EF4-FFF2-40B4-BE49-F238E27FC236}">
                  <a16:creationId xmlns:a16="http://schemas.microsoft.com/office/drawing/2014/main" id="{F6C9B612-EDBF-4F1A-F5F0-43AA8FAF9B66}"/>
                </a:ext>
              </a:extLst>
            </p:cNvPr>
            <p:cNvSpPr/>
            <p:nvPr/>
          </p:nvSpPr>
          <p:spPr>
            <a:xfrm>
              <a:off x="25064416" y="4005036"/>
              <a:ext cx="1305209" cy="3743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</p:grpSp>
      <p:sp>
        <p:nvSpPr>
          <p:cNvPr id="4045" name="Rectangle 4044">
            <a:extLst>
              <a:ext uri="{FF2B5EF4-FFF2-40B4-BE49-F238E27FC236}">
                <a16:creationId xmlns:a16="http://schemas.microsoft.com/office/drawing/2014/main" id="{B5865924-9786-4C6C-DFF3-BBC17E140B1A}"/>
              </a:ext>
            </a:extLst>
          </p:cNvPr>
          <p:cNvSpPr/>
          <p:nvPr/>
        </p:nvSpPr>
        <p:spPr>
          <a:xfrm>
            <a:off x="35213574" y="2315664"/>
            <a:ext cx="866780" cy="4366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4046" name="Rectangle 4045">
            <a:extLst>
              <a:ext uri="{FF2B5EF4-FFF2-40B4-BE49-F238E27FC236}">
                <a16:creationId xmlns:a16="http://schemas.microsoft.com/office/drawing/2014/main" id="{44720E82-04DF-DF71-DE99-416D361ED6C3}"/>
              </a:ext>
            </a:extLst>
          </p:cNvPr>
          <p:cNvSpPr/>
          <p:nvPr/>
        </p:nvSpPr>
        <p:spPr>
          <a:xfrm>
            <a:off x="35162313" y="3090147"/>
            <a:ext cx="934053" cy="4366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4047" name="Rectangle 4046">
            <a:extLst>
              <a:ext uri="{FF2B5EF4-FFF2-40B4-BE49-F238E27FC236}">
                <a16:creationId xmlns:a16="http://schemas.microsoft.com/office/drawing/2014/main" id="{DD9E64DA-2840-15D5-3FED-533D3B66B31F}"/>
              </a:ext>
            </a:extLst>
          </p:cNvPr>
          <p:cNvSpPr/>
          <p:nvPr/>
        </p:nvSpPr>
        <p:spPr>
          <a:xfrm>
            <a:off x="35203529" y="3955374"/>
            <a:ext cx="910384" cy="4366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4048" name="Rectangle 4047">
            <a:extLst>
              <a:ext uri="{FF2B5EF4-FFF2-40B4-BE49-F238E27FC236}">
                <a16:creationId xmlns:a16="http://schemas.microsoft.com/office/drawing/2014/main" id="{BF217DF8-C6B9-3819-2087-5A96BFF80750}"/>
              </a:ext>
            </a:extLst>
          </p:cNvPr>
          <p:cNvSpPr/>
          <p:nvPr/>
        </p:nvSpPr>
        <p:spPr>
          <a:xfrm>
            <a:off x="33295899" y="6621126"/>
            <a:ext cx="1438468" cy="5216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4049" name="Rectangle 4048">
            <a:extLst>
              <a:ext uri="{FF2B5EF4-FFF2-40B4-BE49-F238E27FC236}">
                <a16:creationId xmlns:a16="http://schemas.microsoft.com/office/drawing/2014/main" id="{C3D991AA-0C1A-53C1-F471-8D70F5DEC5FB}"/>
              </a:ext>
            </a:extLst>
          </p:cNvPr>
          <p:cNvSpPr/>
          <p:nvPr/>
        </p:nvSpPr>
        <p:spPr>
          <a:xfrm>
            <a:off x="35596329" y="6679812"/>
            <a:ext cx="1438468" cy="5216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4050" name="Rectangle 4049">
            <a:extLst>
              <a:ext uri="{FF2B5EF4-FFF2-40B4-BE49-F238E27FC236}">
                <a16:creationId xmlns:a16="http://schemas.microsoft.com/office/drawing/2014/main" id="{530B6BD2-4384-105A-1295-3C2EA818F578}"/>
              </a:ext>
            </a:extLst>
          </p:cNvPr>
          <p:cNvSpPr/>
          <p:nvPr/>
        </p:nvSpPr>
        <p:spPr>
          <a:xfrm>
            <a:off x="35638278" y="10077534"/>
            <a:ext cx="1281940" cy="5216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4051" name="Picture 4050">
            <a:extLst>
              <a:ext uri="{FF2B5EF4-FFF2-40B4-BE49-F238E27FC236}">
                <a16:creationId xmlns:a16="http://schemas.microsoft.com/office/drawing/2014/main" id="{6312AD75-7442-A5EC-B2EC-6A33004D0C85}"/>
              </a:ext>
            </a:extLst>
          </p:cNvPr>
          <p:cNvPicPr>
            <a:picLocks noChangeAspect="1"/>
          </p:cNvPicPr>
          <p:nvPr/>
        </p:nvPicPr>
        <p:blipFill>
          <a:blip r:embed="rId108"/>
          <a:srcRect t="25662" b="49201"/>
          <a:stretch>
            <a:fillRect/>
          </a:stretch>
        </p:blipFill>
        <p:spPr>
          <a:xfrm>
            <a:off x="35090710" y="1313533"/>
            <a:ext cx="1130654" cy="827653"/>
          </a:xfrm>
          <a:prstGeom prst="rect">
            <a:avLst/>
          </a:prstGeom>
        </p:spPr>
      </p:pic>
      <p:sp>
        <p:nvSpPr>
          <p:cNvPr id="4052" name="Rectangle 4051">
            <a:extLst>
              <a:ext uri="{FF2B5EF4-FFF2-40B4-BE49-F238E27FC236}">
                <a16:creationId xmlns:a16="http://schemas.microsoft.com/office/drawing/2014/main" id="{2A11E3BC-E52B-6467-B0E8-A32AF3609A88}"/>
              </a:ext>
            </a:extLst>
          </p:cNvPr>
          <p:cNvSpPr/>
          <p:nvPr/>
        </p:nvSpPr>
        <p:spPr>
          <a:xfrm>
            <a:off x="35205278" y="1476625"/>
            <a:ext cx="910384" cy="4366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4053" name="Graphic 4052" descr="Badge Tick1 with solid fill">
            <a:extLst>
              <a:ext uri="{FF2B5EF4-FFF2-40B4-BE49-F238E27FC236}">
                <a16:creationId xmlns:a16="http://schemas.microsoft.com/office/drawing/2014/main" id="{9C3ED177-62D8-E76F-BF27-1DCBCAA067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1"/>
              </a:ext>
            </a:extLst>
          </a:blip>
          <a:stretch>
            <a:fillRect/>
          </a:stretch>
        </p:blipFill>
        <p:spPr>
          <a:xfrm>
            <a:off x="35964469" y="4332722"/>
            <a:ext cx="341128" cy="341128"/>
          </a:xfrm>
          <a:prstGeom prst="rect">
            <a:avLst/>
          </a:prstGeom>
        </p:spPr>
      </p:pic>
      <p:grpSp>
        <p:nvGrpSpPr>
          <p:cNvPr id="4054" name="Group 4053">
            <a:extLst>
              <a:ext uri="{FF2B5EF4-FFF2-40B4-BE49-F238E27FC236}">
                <a16:creationId xmlns:a16="http://schemas.microsoft.com/office/drawing/2014/main" id="{FF904C55-8D11-8DD6-E098-3417BF33A743}"/>
              </a:ext>
            </a:extLst>
          </p:cNvPr>
          <p:cNvGrpSpPr/>
          <p:nvPr/>
        </p:nvGrpSpPr>
        <p:grpSpPr>
          <a:xfrm>
            <a:off x="35397951" y="9685509"/>
            <a:ext cx="1725922" cy="4167900"/>
            <a:chOff x="37180255" y="9088357"/>
            <a:chExt cx="1216581" cy="3232270"/>
          </a:xfrm>
        </p:grpSpPr>
        <p:pic>
          <p:nvPicPr>
            <p:cNvPr id="4055" name="Picture 4054">
              <a:extLst>
                <a:ext uri="{FF2B5EF4-FFF2-40B4-BE49-F238E27FC236}">
                  <a16:creationId xmlns:a16="http://schemas.microsoft.com/office/drawing/2014/main" id="{9E02010B-A603-F0CD-359F-E7E6FDBD90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6"/>
            <a:stretch>
              <a:fillRect/>
            </a:stretch>
          </p:blipFill>
          <p:spPr>
            <a:xfrm>
              <a:off x="37180255" y="9863002"/>
              <a:ext cx="1216581" cy="2085568"/>
            </a:xfrm>
            <a:prstGeom prst="rect">
              <a:avLst/>
            </a:prstGeom>
          </p:spPr>
        </p:pic>
        <p:pic>
          <p:nvPicPr>
            <p:cNvPr id="4056" name="Picture 4055">
              <a:extLst>
                <a:ext uri="{FF2B5EF4-FFF2-40B4-BE49-F238E27FC236}">
                  <a16:creationId xmlns:a16="http://schemas.microsoft.com/office/drawing/2014/main" id="{0FB269BA-5F3C-7FEC-32FB-050DDE8775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8"/>
            <a:srcRect t="25662"/>
            <a:stretch>
              <a:fillRect/>
            </a:stretch>
          </p:blipFill>
          <p:spPr>
            <a:xfrm>
              <a:off x="37212124" y="9873009"/>
              <a:ext cx="1130654" cy="2447618"/>
            </a:xfrm>
            <a:prstGeom prst="rect">
              <a:avLst/>
            </a:prstGeom>
          </p:spPr>
        </p:pic>
        <p:sp>
          <p:nvSpPr>
            <p:cNvPr id="4057" name="Rectangle 4056">
              <a:extLst>
                <a:ext uri="{FF2B5EF4-FFF2-40B4-BE49-F238E27FC236}">
                  <a16:creationId xmlns:a16="http://schemas.microsoft.com/office/drawing/2014/main" id="{EADE005B-4509-F574-8627-395C31C10644}"/>
                </a:ext>
              </a:extLst>
            </p:cNvPr>
            <p:cNvSpPr/>
            <p:nvPr/>
          </p:nvSpPr>
          <p:spPr>
            <a:xfrm>
              <a:off x="37324037" y="10090488"/>
              <a:ext cx="866780" cy="4366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4058" name="Rectangle 4057">
              <a:extLst>
                <a:ext uri="{FF2B5EF4-FFF2-40B4-BE49-F238E27FC236}">
                  <a16:creationId xmlns:a16="http://schemas.microsoft.com/office/drawing/2014/main" id="{C88551F0-D856-B136-E7EF-1AFFC79FED80}"/>
                </a:ext>
              </a:extLst>
            </p:cNvPr>
            <p:cNvSpPr/>
            <p:nvPr/>
          </p:nvSpPr>
          <p:spPr>
            <a:xfrm>
              <a:off x="37272776" y="10864971"/>
              <a:ext cx="934053" cy="4366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4059" name="Rectangle 4058">
              <a:extLst>
                <a:ext uri="{FF2B5EF4-FFF2-40B4-BE49-F238E27FC236}">
                  <a16:creationId xmlns:a16="http://schemas.microsoft.com/office/drawing/2014/main" id="{84E906C4-2AD0-1FBF-6737-B691A638AD54}"/>
                </a:ext>
              </a:extLst>
            </p:cNvPr>
            <p:cNvSpPr/>
            <p:nvPr/>
          </p:nvSpPr>
          <p:spPr>
            <a:xfrm>
              <a:off x="37313992" y="11730198"/>
              <a:ext cx="910384" cy="4366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pic>
          <p:nvPicPr>
            <p:cNvPr id="4060" name="Picture 4059">
              <a:extLst>
                <a:ext uri="{FF2B5EF4-FFF2-40B4-BE49-F238E27FC236}">
                  <a16:creationId xmlns:a16="http://schemas.microsoft.com/office/drawing/2014/main" id="{364953F7-28E6-B160-E20C-58B6B78A43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8"/>
            <a:srcRect t="25662" b="49201"/>
            <a:stretch>
              <a:fillRect/>
            </a:stretch>
          </p:blipFill>
          <p:spPr>
            <a:xfrm>
              <a:off x="37201173" y="9088357"/>
              <a:ext cx="1130654" cy="827653"/>
            </a:xfrm>
            <a:prstGeom prst="rect">
              <a:avLst/>
            </a:prstGeom>
          </p:spPr>
        </p:pic>
        <p:sp>
          <p:nvSpPr>
            <p:cNvPr id="4061" name="Rectangle 4060">
              <a:extLst>
                <a:ext uri="{FF2B5EF4-FFF2-40B4-BE49-F238E27FC236}">
                  <a16:creationId xmlns:a16="http://schemas.microsoft.com/office/drawing/2014/main" id="{A4C34CBD-0D13-EF18-F53A-7E2CB989004F}"/>
                </a:ext>
              </a:extLst>
            </p:cNvPr>
            <p:cNvSpPr/>
            <p:nvPr/>
          </p:nvSpPr>
          <p:spPr>
            <a:xfrm>
              <a:off x="37315741" y="9251449"/>
              <a:ext cx="910384" cy="4366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</p:grpSp>
      <p:pic>
        <p:nvPicPr>
          <p:cNvPr id="4062" name="Graphic 4061" descr="Badge Cross with solid fill">
            <a:extLst>
              <a:ext uri="{FF2B5EF4-FFF2-40B4-BE49-F238E27FC236}">
                <a16:creationId xmlns:a16="http://schemas.microsoft.com/office/drawing/2014/main" id="{E43726D1-9BC1-308E-4212-41CF4F5D23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2"/>
              </a:ext>
            </a:extLst>
          </a:blip>
          <a:stretch>
            <a:fillRect/>
          </a:stretch>
        </p:blipFill>
        <p:spPr>
          <a:xfrm>
            <a:off x="36658614" y="13644299"/>
            <a:ext cx="407371" cy="40737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4063" name="Ink 4062">
                <a:extLst>
                  <a:ext uri="{FF2B5EF4-FFF2-40B4-BE49-F238E27FC236}">
                    <a16:creationId xmlns:a16="http://schemas.microsoft.com/office/drawing/2014/main" id="{A569B80B-961A-088C-934B-06307203575D}"/>
                  </a:ext>
                </a:extLst>
              </p14:cNvPr>
              <p14:cNvContentPartPr/>
              <p14:nvPr/>
            </p14:nvContentPartPr>
            <p14:xfrm rot="389916">
              <a:off x="35853813" y="11016052"/>
              <a:ext cx="333844" cy="548024"/>
            </p14:xfrm>
          </p:contentPart>
        </mc:Choice>
        <mc:Fallback xmlns="">
          <p:pic>
            <p:nvPicPr>
              <p:cNvPr id="4063" name="Ink 4062">
                <a:extLst>
                  <a:ext uri="{FF2B5EF4-FFF2-40B4-BE49-F238E27FC236}">
                    <a16:creationId xmlns:a16="http://schemas.microsoft.com/office/drawing/2014/main" id="{A569B80B-961A-088C-934B-06307203575D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 rot="389916">
                <a:off x="35844460" y="11006696"/>
                <a:ext cx="352551" cy="5667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4064" name="Ink 4063">
                <a:extLst>
                  <a:ext uri="{FF2B5EF4-FFF2-40B4-BE49-F238E27FC236}">
                    <a16:creationId xmlns:a16="http://schemas.microsoft.com/office/drawing/2014/main" id="{C196BAB8-C13B-66D5-371B-5D6AE11C3E20}"/>
                  </a:ext>
                </a:extLst>
              </p14:cNvPr>
              <p14:cNvContentPartPr/>
              <p14:nvPr/>
            </p14:nvContentPartPr>
            <p14:xfrm rot="389916">
              <a:off x="35693531" y="11066309"/>
              <a:ext cx="46325" cy="471676"/>
            </p14:xfrm>
          </p:contentPart>
        </mc:Choice>
        <mc:Fallback xmlns="">
          <p:pic>
            <p:nvPicPr>
              <p:cNvPr id="4064" name="Ink 4063">
                <a:extLst>
                  <a:ext uri="{FF2B5EF4-FFF2-40B4-BE49-F238E27FC236}">
                    <a16:creationId xmlns:a16="http://schemas.microsoft.com/office/drawing/2014/main" id="{C196BAB8-C13B-66D5-371B-5D6AE11C3E20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 rot="389916">
                <a:off x="35684194" y="11056955"/>
                <a:ext cx="64999" cy="4903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4065" name="Ink 4064">
                <a:extLst>
                  <a:ext uri="{FF2B5EF4-FFF2-40B4-BE49-F238E27FC236}">
                    <a16:creationId xmlns:a16="http://schemas.microsoft.com/office/drawing/2014/main" id="{C43FEC7E-2992-CE3D-4414-6E061619D44E}"/>
                  </a:ext>
                </a:extLst>
              </p14:cNvPr>
              <p14:cNvContentPartPr/>
              <p14:nvPr/>
            </p14:nvContentPartPr>
            <p14:xfrm rot="389916">
              <a:off x="36142207" y="10921322"/>
              <a:ext cx="276692" cy="612803"/>
            </p14:xfrm>
          </p:contentPart>
        </mc:Choice>
        <mc:Fallback xmlns="">
          <p:pic>
            <p:nvPicPr>
              <p:cNvPr id="4065" name="Ink 4064">
                <a:extLst>
                  <a:ext uri="{FF2B5EF4-FFF2-40B4-BE49-F238E27FC236}">
                    <a16:creationId xmlns:a16="http://schemas.microsoft.com/office/drawing/2014/main" id="{C43FEC7E-2992-CE3D-4414-6E061619D44E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 rot="389916">
                <a:off x="36132852" y="10911961"/>
                <a:ext cx="295402" cy="631526"/>
              </a:xfrm>
              <a:prstGeom prst="rect">
                <a:avLst/>
              </a:prstGeom>
            </p:spPr>
          </p:pic>
        </mc:Fallback>
      </mc:AlternateContent>
      <p:grpSp>
        <p:nvGrpSpPr>
          <p:cNvPr id="4069" name="Group 4068">
            <a:extLst>
              <a:ext uri="{FF2B5EF4-FFF2-40B4-BE49-F238E27FC236}">
                <a16:creationId xmlns:a16="http://schemas.microsoft.com/office/drawing/2014/main" id="{E4BF6DD1-72FD-7C2C-1F80-1C9BA6EA9CC5}"/>
              </a:ext>
            </a:extLst>
          </p:cNvPr>
          <p:cNvGrpSpPr/>
          <p:nvPr/>
        </p:nvGrpSpPr>
        <p:grpSpPr>
          <a:xfrm>
            <a:off x="35700094" y="12008531"/>
            <a:ext cx="724631" cy="612803"/>
            <a:chOff x="37601071" y="9232222"/>
            <a:chExt cx="1701470" cy="1316843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4070" name="Ink 4069">
                  <a:extLst>
                    <a:ext uri="{FF2B5EF4-FFF2-40B4-BE49-F238E27FC236}">
                      <a16:creationId xmlns:a16="http://schemas.microsoft.com/office/drawing/2014/main" id="{DD999648-4CDD-BBC8-4CD1-F57B4BCDC4C1}"/>
                    </a:ext>
                  </a:extLst>
                </p14:cNvPr>
                <p14:cNvContentPartPr/>
                <p14:nvPr/>
              </p14:nvContentPartPr>
              <p14:xfrm rot="389916">
                <a:off x="37985552" y="9304276"/>
                <a:ext cx="783882" cy="1177640"/>
              </p14:xfrm>
            </p:contentPart>
          </mc:Choice>
          <mc:Fallback xmlns="">
            <p:pic>
              <p:nvPicPr>
                <p:cNvPr id="4070" name="Ink 4069">
                  <a:extLst>
                    <a:ext uri="{FF2B5EF4-FFF2-40B4-BE49-F238E27FC236}">
                      <a16:creationId xmlns:a16="http://schemas.microsoft.com/office/drawing/2014/main" id="{DD999648-4CDD-BBC8-4CD1-F57B4BCDC4C1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 rot="389916">
                  <a:off x="37963590" y="9284172"/>
                  <a:ext cx="827806" cy="12178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4071" name="Ink 4070">
                  <a:extLst>
                    <a:ext uri="{FF2B5EF4-FFF2-40B4-BE49-F238E27FC236}">
                      <a16:creationId xmlns:a16="http://schemas.microsoft.com/office/drawing/2014/main" id="{F3A4BD06-28E9-9774-5644-31FFF82E4270}"/>
                    </a:ext>
                  </a:extLst>
                </p14:cNvPr>
                <p14:cNvContentPartPr/>
                <p14:nvPr/>
              </p14:nvContentPartPr>
              <p14:xfrm rot="389916">
                <a:off x="37601071" y="9394405"/>
                <a:ext cx="108773" cy="1013577"/>
              </p14:xfrm>
            </p:contentPart>
          </mc:Choice>
          <mc:Fallback xmlns="">
            <p:pic>
              <p:nvPicPr>
                <p:cNvPr id="4071" name="Ink 4070">
                  <a:extLst>
                    <a:ext uri="{FF2B5EF4-FFF2-40B4-BE49-F238E27FC236}">
                      <a16:creationId xmlns:a16="http://schemas.microsoft.com/office/drawing/2014/main" id="{F3A4BD06-28E9-9774-5644-31FFF82E4270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 rot="389916">
                  <a:off x="37579148" y="9374304"/>
                  <a:ext cx="152619" cy="10537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4072" name="Ink 4071">
                  <a:extLst>
                    <a:ext uri="{FF2B5EF4-FFF2-40B4-BE49-F238E27FC236}">
                      <a16:creationId xmlns:a16="http://schemas.microsoft.com/office/drawing/2014/main" id="{6F36F791-3DEB-434E-C9B2-11BC58C826B7}"/>
                    </a:ext>
                  </a:extLst>
                </p14:cNvPr>
                <p14:cNvContentPartPr/>
                <p14:nvPr/>
              </p14:nvContentPartPr>
              <p14:xfrm rot="389916">
                <a:off x="38652854" y="9232222"/>
                <a:ext cx="649687" cy="1316843"/>
              </p14:xfrm>
            </p:contentPart>
          </mc:Choice>
          <mc:Fallback xmlns="">
            <p:pic>
              <p:nvPicPr>
                <p:cNvPr id="4072" name="Ink 4071">
                  <a:extLst>
                    <a:ext uri="{FF2B5EF4-FFF2-40B4-BE49-F238E27FC236}">
                      <a16:creationId xmlns:a16="http://schemas.microsoft.com/office/drawing/2014/main" id="{6F36F791-3DEB-434E-C9B2-11BC58C826B7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 rot="389916">
                  <a:off x="38630888" y="9212106"/>
                  <a:ext cx="693619" cy="1357076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4076" name="Ink 4075">
                <a:extLst>
                  <a:ext uri="{FF2B5EF4-FFF2-40B4-BE49-F238E27FC236}">
                    <a16:creationId xmlns:a16="http://schemas.microsoft.com/office/drawing/2014/main" id="{65E9B279-9CE5-33E0-CB7A-021E87856938}"/>
                  </a:ext>
                </a:extLst>
              </p14:cNvPr>
              <p14:cNvContentPartPr/>
              <p14:nvPr/>
            </p14:nvContentPartPr>
            <p14:xfrm rot="389916">
              <a:off x="35656056" y="9935813"/>
              <a:ext cx="333844" cy="548024"/>
            </p14:xfrm>
          </p:contentPart>
        </mc:Choice>
        <mc:Fallback xmlns="">
          <p:pic>
            <p:nvPicPr>
              <p:cNvPr id="4076" name="Ink 4075">
                <a:extLst>
                  <a:ext uri="{FF2B5EF4-FFF2-40B4-BE49-F238E27FC236}">
                    <a16:creationId xmlns:a16="http://schemas.microsoft.com/office/drawing/2014/main" id="{65E9B279-9CE5-33E0-CB7A-021E87856938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 rot="389916">
                <a:off x="35646703" y="9926457"/>
                <a:ext cx="352551" cy="5667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4077" name="Ink 4076">
                <a:extLst>
                  <a:ext uri="{FF2B5EF4-FFF2-40B4-BE49-F238E27FC236}">
                    <a16:creationId xmlns:a16="http://schemas.microsoft.com/office/drawing/2014/main" id="{4D5244EF-BF80-F0AF-5CF3-62BF5358E92A}"/>
                  </a:ext>
                </a:extLst>
              </p14:cNvPr>
              <p14:cNvContentPartPr/>
              <p14:nvPr/>
            </p14:nvContentPartPr>
            <p14:xfrm rot="389916">
              <a:off x="36125257" y="9999484"/>
              <a:ext cx="46325" cy="471676"/>
            </p14:xfrm>
          </p:contentPart>
        </mc:Choice>
        <mc:Fallback xmlns="">
          <p:pic>
            <p:nvPicPr>
              <p:cNvPr id="4077" name="Ink 4076">
                <a:extLst>
                  <a:ext uri="{FF2B5EF4-FFF2-40B4-BE49-F238E27FC236}">
                    <a16:creationId xmlns:a16="http://schemas.microsoft.com/office/drawing/2014/main" id="{4D5244EF-BF80-F0AF-5CF3-62BF5358E92A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 rot="389916">
                <a:off x="36115920" y="9990130"/>
                <a:ext cx="64999" cy="4900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4078" name="Ink 4077">
                <a:extLst>
                  <a:ext uri="{FF2B5EF4-FFF2-40B4-BE49-F238E27FC236}">
                    <a16:creationId xmlns:a16="http://schemas.microsoft.com/office/drawing/2014/main" id="{5F0B0EA7-79BD-C166-7E1B-72C8ECD36B23}"/>
                  </a:ext>
                </a:extLst>
              </p14:cNvPr>
              <p14:cNvContentPartPr/>
              <p14:nvPr/>
            </p14:nvContentPartPr>
            <p14:xfrm rot="389916">
              <a:off x="36194211" y="9860006"/>
              <a:ext cx="276692" cy="612803"/>
            </p14:xfrm>
          </p:contentPart>
        </mc:Choice>
        <mc:Fallback xmlns="">
          <p:pic>
            <p:nvPicPr>
              <p:cNvPr id="4078" name="Ink 4077">
                <a:extLst>
                  <a:ext uri="{FF2B5EF4-FFF2-40B4-BE49-F238E27FC236}">
                    <a16:creationId xmlns:a16="http://schemas.microsoft.com/office/drawing/2014/main" id="{5F0B0EA7-79BD-C166-7E1B-72C8ECD36B23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 rot="389916">
                <a:off x="36184856" y="9850645"/>
                <a:ext cx="295402" cy="631526"/>
              </a:xfrm>
              <a:prstGeom prst="rect">
                <a:avLst/>
              </a:prstGeom>
            </p:spPr>
          </p:pic>
        </mc:Fallback>
      </mc:AlternateContent>
      <p:grpSp>
        <p:nvGrpSpPr>
          <p:cNvPr id="4082" name="Group 4081">
            <a:extLst>
              <a:ext uri="{FF2B5EF4-FFF2-40B4-BE49-F238E27FC236}">
                <a16:creationId xmlns:a16="http://schemas.microsoft.com/office/drawing/2014/main" id="{2A5B6C40-0F73-11BB-9233-AE54DFC1EDDC}"/>
              </a:ext>
            </a:extLst>
          </p:cNvPr>
          <p:cNvGrpSpPr/>
          <p:nvPr/>
        </p:nvGrpSpPr>
        <p:grpSpPr>
          <a:xfrm>
            <a:off x="35611991" y="13057996"/>
            <a:ext cx="1186845" cy="612803"/>
            <a:chOff x="37328494" y="9205995"/>
            <a:chExt cx="2786772" cy="1316842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4083" name="Ink 4082">
                  <a:extLst>
                    <a:ext uri="{FF2B5EF4-FFF2-40B4-BE49-F238E27FC236}">
                      <a16:creationId xmlns:a16="http://schemas.microsoft.com/office/drawing/2014/main" id="{564E183E-E127-EE30-9974-435C7C01CE3E}"/>
                    </a:ext>
                  </a:extLst>
                </p14:cNvPr>
                <p14:cNvContentPartPr/>
                <p14:nvPr/>
              </p14:nvContentPartPr>
              <p14:xfrm rot="389916">
                <a:off x="37894212" y="9334824"/>
                <a:ext cx="783883" cy="1177640"/>
              </p14:xfrm>
            </p:contentPart>
          </mc:Choice>
          <mc:Fallback xmlns="">
            <p:pic>
              <p:nvPicPr>
                <p:cNvPr id="4083" name="Ink 4082">
                  <a:extLst>
                    <a:ext uri="{FF2B5EF4-FFF2-40B4-BE49-F238E27FC236}">
                      <a16:creationId xmlns:a16="http://schemas.microsoft.com/office/drawing/2014/main" id="{564E183E-E127-EE30-9974-435C7C01CE3E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 rot="389916">
                  <a:off x="37872250" y="9314720"/>
                  <a:ext cx="827807" cy="12178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4084" name="Ink 4083">
                  <a:extLst>
                    <a:ext uri="{FF2B5EF4-FFF2-40B4-BE49-F238E27FC236}">
                      <a16:creationId xmlns:a16="http://schemas.microsoft.com/office/drawing/2014/main" id="{7FA6339E-CAD3-F944-EA19-3E06B446ED20}"/>
                    </a:ext>
                  </a:extLst>
                </p14:cNvPr>
                <p14:cNvContentPartPr/>
                <p14:nvPr/>
              </p14:nvContentPartPr>
              <p14:xfrm rot="389916">
                <a:off x="37328494" y="9310387"/>
                <a:ext cx="108774" cy="1013578"/>
              </p14:xfrm>
            </p:contentPart>
          </mc:Choice>
          <mc:Fallback xmlns="">
            <p:pic>
              <p:nvPicPr>
                <p:cNvPr id="4084" name="Ink 4083">
                  <a:extLst>
                    <a:ext uri="{FF2B5EF4-FFF2-40B4-BE49-F238E27FC236}">
                      <a16:creationId xmlns:a16="http://schemas.microsoft.com/office/drawing/2014/main" id="{7FA6339E-CAD3-F944-EA19-3E06B446ED20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 rot="389916">
                  <a:off x="37306571" y="9290286"/>
                  <a:ext cx="152621" cy="105300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4085" name="Ink 4084">
                  <a:extLst>
                    <a:ext uri="{FF2B5EF4-FFF2-40B4-BE49-F238E27FC236}">
                      <a16:creationId xmlns:a16="http://schemas.microsoft.com/office/drawing/2014/main" id="{58E6133F-63E3-0802-CE94-51FB89B3A017}"/>
                    </a:ext>
                  </a:extLst>
                </p14:cNvPr>
                <p14:cNvContentPartPr/>
                <p14:nvPr/>
              </p14:nvContentPartPr>
              <p14:xfrm rot="389916">
                <a:off x="39465579" y="9205995"/>
                <a:ext cx="649687" cy="1316842"/>
              </p14:xfrm>
            </p:contentPart>
          </mc:Choice>
          <mc:Fallback xmlns="">
            <p:pic>
              <p:nvPicPr>
                <p:cNvPr id="4085" name="Ink 4084">
                  <a:extLst>
                    <a:ext uri="{FF2B5EF4-FFF2-40B4-BE49-F238E27FC236}">
                      <a16:creationId xmlns:a16="http://schemas.microsoft.com/office/drawing/2014/main" id="{58E6133F-63E3-0802-CE94-51FB89B3A017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 rot="389916">
                  <a:off x="39443613" y="9185879"/>
                  <a:ext cx="693619" cy="1357075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4089" name="Ink 4088">
                <a:extLst>
                  <a:ext uri="{FF2B5EF4-FFF2-40B4-BE49-F238E27FC236}">
                    <a16:creationId xmlns:a16="http://schemas.microsoft.com/office/drawing/2014/main" id="{4D9227AE-18B0-DE2E-7329-365A24F3B9D2}"/>
                  </a:ext>
                </a:extLst>
              </p14:cNvPr>
              <p14:cNvContentPartPr/>
              <p14:nvPr/>
            </p14:nvContentPartPr>
            <p14:xfrm rot="389916">
              <a:off x="35567621" y="6702070"/>
              <a:ext cx="405989" cy="764886"/>
            </p14:xfrm>
          </p:contentPart>
        </mc:Choice>
        <mc:Fallback xmlns="">
          <p:pic>
            <p:nvPicPr>
              <p:cNvPr id="4089" name="Ink 4088">
                <a:extLst>
                  <a:ext uri="{FF2B5EF4-FFF2-40B4-BE49-F238E27FC236}">
                    <a16:creationId xmlns:a16="http://schemas.microsoft.com/office/drawing/2014/main" id="{4D9227AE-18B0-DE2E-7329-365A24F3B9D2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 rot="389916">
                <a:off x="35558263" y="6692711"/>
                <a:ext cx="424705" cy="7836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3">
            <p14:nvContentPartPr>
              <p14:cNvPr id="4090" name="Ink 4089">
                <a:extLst>
                  <a:ext uri="{FF2B5EF4-FFF2-40B4-BE49-F238E27FC236}">
                    <a16:creationId xmlns:a16="http://schemas.microsoft.com/office/drawing/2014/main" id="{C3FAC6D1-A535-B0DD-A0A4-801677FCBEAC}"/>
                  </a:ext>
                </a:extLst>
              </p14:cNvPr>
              <p14:cNvContentPartPr/>
              <p14:nvPr/>
            </p14:nvContentPartPr>
            <p14:xfrm rot="389916">
              <a:off x="36158802" y="6740663"/>
              <a:ext cx="56336" cy="658326"/>
            </p14:xfrm>
          </p:contentPart>
        </mc:Choice>
        <mc:Fallback xmlns="">
          <p:pic>
            <p:nvPicPr>
              <p:cNvPr id="4090" name="Ink 4089">
                <a:extLst>
                  <a:ext uri="{FF2B5EF4-FFF2-40B4-BE49-F238E27FC236}">
                    <a16:creationId xmlns:a16="http://schemas.microsoft.com/office/drawing/2014/main" id="{C3FAC6D1-A535-B0DD-A0A4-801677FCBEAC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 rot="389916">
                <a:off x="36149472" y="6731305"/>
                <a:ext cx="74995" cy="6770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7">
            <p14:nvContentPartPr>
              <p14:cNvPr id="4091" name="Ink 4090">
                <a:extLst>
                  <a:ext uri="{FF2B5EF4-FFF2-40B4-BE49-F238E27FC236}">
                    <a16:creationId xmlns:a16="http://schemas.microsoft.com/office/drawing/2014/main" id="{07BB6CA7-9018-4FD1-037D-D4C8A80A4F64}"/>
                  </a:ext>
                </a:extLst>
              </p14:cNvPr>
              <p14:cNvContentPartPr/>
              <p14:nvPr/>
            </p14:nvContentPartPr>
            <p14:xfrm rot="389916">
              <a:off x="36279635" y="6525339"/>
              <a:ext cx="336487" cy="855299"/>
            </p14:xfrm>
          </p:contentPart>
        </mc:Choice>
        <mc:Fallback xmlns="">
          <p:pic>
            <p:nvPicPr>
              <p:cNvPr id="4091" name="Ink 4090">
                <a:extLst>
                  <a:ext uri="{FF2B5EF4-FFF2-40B4-BE49-F238E27FC236}">
                    <a16:creationId xmlns:a16="http://schemas.microsoft.com/office/drawing/2014/main" id="{07BB6CA7-9018-4FD1-037D-D4C8A80A4F64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 rot="389916">
                <a:off x="36270278" y="6515980"/>
                <a:ext cx="355201" cy="874018"/>
              </a:xfrm>
              <a:prstGeom prst="rect">
                <a:avLst/>
              </a:prstGeom>
            </p:spPr>
          </p:pic>
        </mc:Fallback>
      </mc:AlternateContent>
      <p:sp>
        <p:nvSpPr>
          <p:cNvPr id="4095" name="Rectangle 4094">
            <a:extLst>
              <a:ext uri="{FF2B5EF4-FFF2-40B4-BE49-F238E27FC236}">
                <a16:creationId xmlns:a16="http://schemas.microsoft.com/office/drawing/2014/main" id="{4B537434-7A40-36FC-0897-1168C634FFA1}"/>
              </a:ext>
            </a:extLst>
          </p:cNvPr>
          <p:cNvSpPr/>
          <p:nvPr/>
        </p:nvSpPr>
        <p:spPr>
          <a:xfrm>
            <a:off x="33351268" y="6631223"/>
            <a:ext cx="1438468" cy="5216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79">
            <p14:nvContentPartPr>
              <p14:cNvPr id="4096" name="Ink 4095">
                <a:extLst>
                  <a:ext uri="{FF2B5EF4-FFF2-40B4-BE49-F238E27FC236}">
                    <a16:creationId xmlns:a16="http://schemas.microsoft.com/office/drawing/2014/main" id="{C585DABA-B7ED-8C76-BBC1-8C6A18B7B6D6}"/>
                  </a:ext>
                </a:extLst>
              </p14:cNvPr>
              <p14:cNvContentPartPr/>
              <p14:nvPr/>
            </p14:nvContentPartPr>
            <p14:xfrm rot="389916">
              <a:off x="33293551" y="6570544"/>
              <a:ext cx="405989" cy="764886"/>
            </p14:xfrm>
          </p:contentPart>
        </mc:Choice>
        <mc:Fallback xmlns="">
          <p:pic>
            <p:nvPicPr>
              <p:cNvPr id="4096" name="Ink 4095">
                <a:extLst>
                  <a:ext uri="{FF2B5EF4-FFF2-40B4-BE49-F238E27FC236}">
                    <a16:creationId xmlns:a16="http://schemas.microsoft.com/office/drawing/2014/main" id="{C585DABA-B7ED-8C76-BBC1-8C6A18B7B6D6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 rot="389916">
                <a:off x="33284193" y="6561185"/>
                <a:ext cx="424705" cy="7836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3">
            <p14:nvContentPartPr>
              <p14:cNvPr id="4097" name="Ink 4096">
                <a:extLst>
                  <a:ext uri="{FF2B5EF4-FFF2-40B4-BE49-F238E27FC236}">
                    <a16:creationId xmlns:a16="http://schemas.microsoft.com/office/drawing/2014/main" id="{DCBBB86E-D1C5-9443-8855-CB11E61537E8}"/>
                  </a:ext>
                </a:extLst>
              </p14:cNvPr>
              <p14:cNvContentPartPr/>
              <p14:nvPr/>
            </p14:nvContentPartPr>
            <p14:xfrm rot="389916">
              <a:off x="33913741" y="6692074"/>
              <a:ext cx="56336" cy="658326"/>
            </p14:xfrm>
          </p:contentPart>
        </mc:Choice>
        <mc:Fallback xmlns="">
          <p:pic>
            <p:nvPicPr>
              <p:cNvPr id="4097" name="Ink 4096">
                <a:extLst>
                  <a:ext uri="{FF2B5EF4-FFF2-40B4-BE49-F238E27FC236}">
                    <a16:creationId xmlns:a16="http://schemas.microsoft.com/office/drawing/2014/main" id="{DCBBB86E-D1C5-9443-8855-CB11E61537E8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 rot="389916">
                <a:off x="33904411" y="6682716"/>
                <a:ext cx="74995" cy="6770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4098" name="Ink 4097">
                <a:extLst>
                  <a:ext uri="{FF2B5EF4-FFF2-40B4-BE49-F238E27FC236}">
                    <a16:creationId xmlns:a16="http://schemas.microsoft.com/office/drawing/2014/main" id="{3295DEAA-82AD-0538-C016-BD0D9B26E78C}"/>
                  </a:ext>
                </a:extLst>
              </p14:cNvPr>
              <p14:cNvContentPartPr/>
              <p14:nvPr/>
            </p14:nvContentPartPr>
            <p14:xfrm rot="389916">
              <a:off x="34034574" y="6476750"/>
              <a:ext cx="336487" cy="855299"/>
            </p14:xfrm>
          </p:contentPart>
        </mc:Choice>
        <mc:Fallback xmlns="">
          <p:pic>
            <p:nvPicPr>
              <p:cNvPr id="4098" name="Ink 4097">
                <a:extLst>
                  <a:ext uri="{FF2B5EF4-FFF2-40B4-BE49-F238E27FC236}">
                    <a16:creationId xmlns:a16="http://schemas.microsoft.com/office/drawing/2014/main" id="{3295DEAA-82AD-0538-C016-BD0D9B26E78C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 rot="389916">
                <a:off x="34025217" y="6467391"/>
                <a:ext cx="355201" cy="874018"/>
              </a:xfrm>
              <a:prstGeom prst="rect">
                <a:avLst/>
              </a:prstGeom>
            </p:spPr>
          </p:pic>
        </mc:Fallback>
      </mc:AlternateContent>
      <p:grpSp>
        <p:nvGrpSpPr>
          <p:cNvPr id="4099" name="Group 4098">
            <a:extLst>
              <a:ext uri="{FF2B5EF4-FFF2-40B4-BE49-F238E27FC236}">
                <a16:creationId xmlns:a16="http://schemas.microsoft.com/office/drawing/2014/main" id="{10542BBF-5A5C-DB39-B66A-B0B7D6B603C1}"/>
              </a:ext>
            </a:extLst>
          </p:cNvPr>
          <p:cNvGrpSpPr/>
          <p:nvPr/>
        </p:nvGrpSpPr>
        <p:grpSpPr>
          <a:xfrm rot="389916">
            <a:off x="34472549" y="6409311"/>
            <a:ext cx="483923" cy="976876"/>
            <a:chOff x="3804694" y="3331061"/>
            <a:chExt cx="587520" cy="89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4100" name="Ink 4099">
                  <a:extLst>
                    <a:ext uri="{FF2B5EF4-FFF2-40B4-BE49-F238E27FC236}">
                      <a16:creationId xmlns:a16="http://schemas.microsoft.com/office/drawing/2014/main" id="{3901B23A-97C0-7120-0B0B-6EDF7F652C7F}"/>
                    </a:ext>
                  </a:extLst>
                </p14:cNvPr>
                <p14:cNvContentPartPr/>
                <p14:nvPr/>
              </p14:nvContentPartPr>
              <p14:xfrm>
                <a:off x="3804694" y="3331061"/>
                <a:ext cx="587520" cy="681840"/>
              </p14:xfrm>
            </p:contentPart>
          </mc:Choice>
          <mc:Fallback xmlns="">
            <p:pic>
              <p:nvPicPr>
                <p:cNvPr id="1846" name="Ink 1845">
                  <a:extLst>
                    <a:ext uri="{FF2B5EF4-FFF2-40B4-BE49-F238E27FC236}">
                      <a16:creationId xmlns:a16="http://schemas.microsoft.com/office/drawing/2014/main" id="{31E9715C-9D25-ED1A-F5F4-B27D171255A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793369" y="3320296"/>
                  <a:ext cx="609943" cy="7031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4101" name="Ink 4100">
                  <a:extLst>
                    <a:ext uri="{FF2B5EF4-FFF2-40B4-BE49-F238E27FC236}">
                      <a16:creationId xmlns:a16="http://schemas.microsoft.com/office/drawing/2014/main" id="{7A02A65A-DEBA-A554-7323-3B092F3A47C5}"/>
                    </a:ext>
                  </a:extLst>
                </p14:cNvPr>
                <p14:cNvContentPartPr/>
                <p14:nvPr/>
              </p14:nvContentPartPr>
              <p14:xfrm>
                <a:off x="4059934" y="3430061"/>
                <a:ext cx="94680" cy="800640"/>
              </p14:xfrm>
            </p:contentPart>
          </mc:Choice>
          <mc:Fallback xmlns="">
            <p:pic>
              <p:nvPicPr>
                <p:cNvPr id="1847" name="Ink 1846">
                  <a:extLst>
                    <a:ext uri="{FF2B5EF4-FFF2-40B4-BE49-F238E27FC236}">
                      <a16:creationId xmlns:a16="http://schemas.microsoft.com/office/drawing/2014/main" id="{0EF1F0F9-6A93-B052-0893-C9D10AD616A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048609" y="3419291"/>
                  <a:ext cx="117104" cy="821965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102" name="Rectangle 4101">
            <a:extLst>
              <a:ext uri="{FF2B5EF4-FFF2-40B4-BE49-F238E27FC236}">
                <a16:creationId xmlns:a16="http://schemas.microsoft.com/office/drawing/2014/main" id="{9EB11029-5600-4024-3270-5AF9F69CA775}"/>
              </a:ext>
            </a:extLst>
          </p:cNvPr>
          <p:cNvSpPr/>
          <p:nvPr/>
        </p:nvSpPr>
        <p:spPr>
          <a:xfrm>
            <a:off x="14393527" y="985675"/>
            <a:ext cx="958912" cy="3507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4103" name="Rectangle 4102">
            <a:extLst>
              <a:ext uri="{FF2B5EF4-FFF2-40B4-BE49-F238E27FC236}">
                <a16:creationId xmlns:a16="http://schemas.microsoft.com/office/drawing/2014/main" id="{185A66D6-420A-DC48-0DEF-CF784F4FC1EC}"/>
              </a:ext>
            </a:extLst>
          </p:cNvPr>
          <p:cNvSpPr/>
          <p:nvPr/>
        </p:nvSpPr>
        <p:spPr>
          <a:xfrm>
            <a:off x="14422016" y="2039263"/>
            <a:ext cx="958912" cy="3507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grpSp>
        <p:nvGrpSpPr>
          <p:cNvPr id="4104" name="Group 4103">
            <a:extLst>
              <a:ext uri="{FF2B5EF4-FFF2-40B4-BE49-F238E27FC236}">
                <a16:creationId xmlns:a16="http://schemas.microsoft.com/office/drawing/2014/main" id="{494AE046-FB98-1AFD-ED98-DA91A6A87297}"/>
              </a:ext>
            </a:extLst>
          </p:cNvPr>
          <p:cNvGrpSpPr/>
          <p:nvPr/>
        </p:nvGrpSpPr>
        <p:grpSpPr>
          <a:xfrm>
            <a:off x="35225824" y="1431914"/>
            <a:ext cx="898680" cy="529986"/>
            <a:chOff x="39856496" y="7067826"/>
            <a:chExt cx="1662921" cy="976876"/>
          </a:xfrm>
        </p:grpSpPr>
        <p:sp>
          <p:nvSpPr>
            <p:cNvPr id="4105" name="Rectangle 4104">
              <a:extLst>
                <a:ext uri="{FF2B5EF4-FFF2-40B4-BE49-F238E27FC236}">
                  <a16:creationId xmlns:a16="http://schemas.microsoft.com/office/drawing/2014/main" id="{A3A83027-C33F-0526-6C3F-76BAD6868B65}"/>
                </a:ext>
              </a:extLst>
            </p:cNvPr>
            <p:cNvSpPr/>
            <p:nvPr/>
          </p:nvSpPr>
          <p:spPr>
            <a:xfrm>
              <a:off x="39858844" y="7279641"/>
              <a:ext cx="1438468" cy="5216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4106" name="Rectangle 4105">
              <a:extLst>
                <a:ext uri="{FF2B5EF4-FFF2-40B4-BE49-F238E27FC236}">
                  <a16:creationId xmlns:a16="http://schemas.microsoft.com/office/drawing/2014/main" id="{745C4902-8988-09F0-4E76-DA803A99A3C8}"/>
                </a:ext>
              </a:extLst>
            </p:cNvPr>
            <p:cNvSpPr/>
            <p:nvPr/>
          </p:nvSpPr>
          <p:spPr>
            <a:xfrm>
              <a:off x="39914213" y="7289738"/>
              <a:ext cx="1438468" cy="5216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4107" name="Ink 4106">
                  <a:extLst>
                    <a:ext uri="{FF2B5EF4-FFF2-40B4-BE49-F238E27FC236}">
                      <a16:creationId xmlns:a16="http://schemas.microsoft.com/office/drawing/2014/main" id="{005362DB-EEC1-73C9-A8BD-578FE486C11E}"/>
                    </a:ext>
                  </a:extLst>
                </p14:cNvPr>
                <p14:cNvContentPartPr/>
                <p14:nvPr/>
              </p14:nvContentPartPr>
              <p14:xfrm rot="389916">
                <a:off x="39856496" y="7229059"/>
                <a:ext cx="405989" cy="764886"/>
              </p14:xfrm>
            </p:contentPart>
          </mc:Choice>
          <mc:Fallback xmlns="">
            <p:pic>
              <p:nvPicPr>
                <p:cNvPr id="4107" name="Ink 4106">
                  <a:extLst>
                    <a:ext uri="{FF2B5EF4-FFF2-40B4-BE49-F238E27FC236}">
                      <a16:creationId xmlns:a16="http://schemas.microsoft.com/office/drawing/2014/main" id="{005362DB-EEC1-73C9-A8BD-578FE486C11E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 rot="389916">
                  <a:off x="39839192" y="7211811"/>
                  <a:ext cx="440598" cy="79938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4108" name="Ink 4107">
                  <a:extLst>
                    <a:ext uri="{FF2B5EF4-FFF2-40B4-BE49-F238E27FC236}">
                      <a16:creationId xmlns:a16="http://schemas.microsoft.com/office/drawing/2014/main" id="{81E380EA-7E69-B662-AFDF-1F397E5E06AB}"/>
                    </a:ext>
                  </a:extLst>
                </p14:cNvPr>
                <p14:cNvContentPartPr/>
                <p14:nvPr/>
              </p14:nvContentPartPr>
              <p14:xfrm rot="389916">
                <a:off x="40476686" y="7350589"/>
                <a:ext cx="56336" cy="658326"/>
              </p14:xfrm>
            </p:contentPart>
          </mc:Choice>
          <mc:Fallback xmlns="">
            <p:pic>
              <p:nvPicPr>
                <p:cNvPr id="4108" name="Ink 4107">
                  <a:extLst>
                    <a:ext uri="{FF2B5EF4-FFF2-40B4-BE49-F238E27FC236}">
                      <a16:creationId xmlns:a16="http://schemas.microsoft.com/office/drawing/2014/main" id="{81E380EA-7E69-B662-AFDF-1F397E5E06AB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 rot="389916">
                  <a:off x="40459454" y="7333352"/>
                  <a:ext cx="90800" cy="69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4109" name="Ink 4108">
                  <a:extLst>
                    <a:ext uri="{FF2B5EF4-FFF2-40B4-BE49-F238E27FC236}">
                      <a16:creationId xmlns:a16="http://schemas.microsoft.com/office/drawing/2014/main" id="{43F85130-1791-66E4-8CC2-2D9EE41DC813}"/>
                    </a:ext>
                  </a:extLst>
                </p14:cNvPr>
                <p14:cNvContentPartPr/>
                <p14:nvPr/>
              </p14:nvContentPartPr>
              <p14:xfrm rot="389916">
                <a:off x="40597519" y="7135265"/>
                <a:ext cx="336487" cy="855299"/>
              </p14:xfrm>
            </p:contentPart>
          </mc:Choice>
          <mc:Fallback xmlns="">
            <p:pic>
              <p:nvPicPr>
                <p:cNvPr id="4109" name="Ink 4108">
                  <a:extLst>
                    <a:ext uri="{FF2B5EF4-FFF2-40B4-BE49-F238E27FC236}">
                      <a16:creationId xmlns:a16="http://schemas.microsoft.com/office/drawing/2014/main" id="{43F85130-1791-66E4-8CC2-2D9EE41DC813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 rot="389916">
                  <a:off x="40580229" y="7118013"/>
                  <a:ext cx="371067" cy="889803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4110" name="Group 4109">
              <a:extLst>
                <a:ext uri="{FF2B5EF4-FFF2-40B4-BE49-F238E27FC236}">
                  <a16:creationId xmlns:a16="http://schemas.microsoft.com/office/drawing/2014/main" id="{A233FB20-E5C0-E9EF-AFC0-21E0D7BDD47C}"/>
                </a:ext>
              </a:extLst>
            </p:cNvPr>
            <p:cNvGrpSpPr/>
            <p:nvPr/>
          </p:nvGrpSpPr>
          <p:grpSpPr>
            <a:xfrm rot="389916">
              <a:off x="41035494" y="7067826"/>
              <a:ext cx="483923" cy="976876"/>
              <a:chOff x="3804694" y="3331061"/>
              <a:chExt cx="587520" cy="8996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93">
                <p14:nvContentPartPr>
                  <p14:cNvPr id="4111" name="Ink 4110">
                    <a:extLst>
                      <a:ext uri="{FF2B5EF4-FFF2-40B4-BE49-F238E27FC236}">
                        <a16:creationId xmlns:a16="http://schemas.microsoft.com/office/drawing/2014/main" id="{E697C548-A9DD-2A01-1A22-8CC2ACF64D8E}"/>
                      </a:ext>
                    </a:extLst>
                  </p14:cNvPr>
                  <p14:cNvContentPartPr/>
                  <p14:nvPr/>
                </p14:nvContentPartPr>
                <p14:xfrm>
                  <a:off x="3804694" y="3331061"/>
                  <a:ext cx="587520" cy="681840"/>
                </p14:xfrm>
              </p:contentPart>
            </mc:Choice>
            <mc:Fallback xmlns="">
              <p:pic>
                <p:nvPicPr>
                  <p:cNvPr id="1846" name="Ink 1845">
                    <a:extLst>
                      <a:ext uri="{FF2B5EF4-FFF2-40B4-BE49-F238E27FC236}">
                        <a16:creationId xmlns:a16="http://schemas.microsoft.com/office/drawing/2014/main" id="{31E9715C-9D25-ED1A-F5F4-B27D171255A9}"/>
                      </a:ext>
                    </a:extLst>
                  </p:cNvPr>
                  <p:cNvPicPr/>
                  <p:nvPr/>
                </p:nvPicPr>
                <p:blipFill>
                  <a:blip r:embed="rId47"/>
                  <a:stretch>
                    <a:fillRect/>
                  </a:stretch>
                </p:blipFill>
                <p:spPr>
                  <a:xfrm>
                    <a:off x="3793369" y="3320296"/>
                    <a:ext cx="609943" cy="70315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94">
                <p14:nvContentPartPr>
                  <p14:cNvPr id="4112" name="Ink 4111">
                    <a:extLst>
                      <a:ext uri="{FF2B5EF4-FFF2-40B4-BE49-F238E27FC236}">
                        <a16:creationId xmlns:a16="http://schemas.microsoft.com/office/drawing/2014/main" id="{06BD2599-19F6-B4B9-5EC8-1DFBB151D967}"/>
                      </a:ext>
                    </a:extLst>
                  </p14:cNvPr>
                  <p14:cNvContentPartPr/>
                  <p14:nvPr/>
                </p14:nvContentPartPr>
                <p14:xfrm>
                  <a:off x="4059934" y="3430061"/>
                  <a:ext cx="94680" cy="800640"/>
                </p14:xfrm>
              </p:contentPart>
            </mc:Choice>
            <mc:Fallback xmlns="">
              <p:pic>
                <p:nvPicPr>
                  <p:cNvPr id="1847" name="Ink 1846">
                    <a:extLst>
                      <a:ext uri="{FF2B5EF4-FFF2-40B4-BE49-F238E27FC236}">
                        <a16:creationId xmlns:a16="http://schemas.microsoft.com/office/drawing/2014/main" id="{0EF1F0F9-6A93-B052-0893-C9D10AD616A3}"/>
                      </a:ext>
                    </a:extLst>
                  </p:cNvPr>
                  <p:cNvPicPr/>
                  <p:nvPr/>
                </p:nvPicPr>
                <p:blipFill>
                  <a:blip r:embed="rId49"/>
                  <a:stretch>
                    <a:fillRect/>
                  </a:stretch>
                </p:blipFill>
                <p:spPr>
                  <a:xfrm>
                    <a:off x="4048609" y="3419291"/>
                    <a:ext cx="117104" cy="821965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sp>
        <p:nvSpPr>
          <p:cNvPr id="4113" name="Rectangle 4112">
            <a:extLst>
              <a:ext uri="{FF2B5EF4-FFF2-40B4-BE49-F238E27FC236}">
                <a16:creationId xmlns:a16="http://schemas.microsoft.com/office/drawing/2014/main" id="{DE488965-C57F-942F-FB5B-3082D7172B05}"/>
              </a:ext>
            </a:extLst>
          </p:cNvPr>
          <p:cNvSpPr/>
          <p:nvPr/>
        </p:nvSpPr>
        <p:spPr>
          <a:xfrm>
            <a:off x="35218917" y="2328748"/>
            <a:ext cx="777381" cy="283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4114" name="Rectangle 4113">
            <a:extLst>
              <a:ext uri="{FF2B5EF4-FFF2-40B4-BE49-F238E27FC236}">
                <a16:creationId xmlns:a16="http://schemas.microsoft.com/office/drawing/2014/main" id="{2BEECE9F-83FC-24A4-93D3-CCB7CC4BD6DB}"/>
              </a:ext>
            </a:extLst>
          </p:cNvPr>
          <p:cNvSpPr/>
          <p:nvPr/>
        </p:nvSpPr>
        <p:spPr>
          <a:xfrm>
            <a:off x="35248840" y="2334226"/>
            <a:ext cx="777381" cy="283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95">
            <p14:nvContentPartPr>
              <p14:cNvPr id="4115" name="Ink 4114">
                <a:extLst>
                  <a:ext uri="{FF2B5EF4-FFF2-40B4-BE49-F238E27FC236}">
                    <a16:creationId xmlns:a16="http://schemas.microsoft.com/office/drawing/2014/main" id="{8CF9A22A-D0E3-6556-E8D8-3724EC208134}"/>
                  </a:ext>
                </a:extLst>
              </p14:cNvPr>
              <p14:cNvContentPartPr/>
              <p14:nvPr/>
            </p14:nvContentPartPr>
            <p14:xfrm rot="389916">
              <a:off x="35399054" y="2292510"/>
              <a:ext cx="219406" cy="414975"/>
            </p14:xfrm>
          </p:contentPart>
        </mc:Choice>
        <mc:Fallback xmlns="">
          <p:pic>
            <p:nvPicPr>
              <p:cNvPr id="4115" name="Ink 4114">
                <a:extLst>
                  <a:ext uri="{FF2B5EF4-FFF2-40B4-BE49-F238E27FC236}">
                    <a16:creationId xmlns:a16="http://schemas.microsoft.com/office/drawing/2014/main" id="{8CF9A22A-D0E3-6556-E8D8-3724EC208134}"/>
                  </a:ext>
                </a:extLst>
              </p:cNvPr>
              <p:cNvPicPr/>
              <p:nvPr/>
            </p:nvPicPr>
            <p:blipFill>
              <a:blip r:embed="rId188"/>
              <a:stretch>
                <a:fillRect/>
              </a:stretch>
            </p:blipFill>
            <p:spPr>
              <a:xfrm rot="389916">
                <a:off x="35389702" y="2283152"/>
                <a:ext cx="238109" cy="4336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4116" name="Ink 4115">
                <a:extLst>
                  <a:ext uri="{FF2B5EF4-FFF2-40B4-BE49-F238E27FC236}">
                    <a16:creationId xmlns:a16="http://schemas.microsoft.com/office/drawing/2014/main" id="{D3D58CEA-C27B-2CAE-7AE7-F94789DC92C4}"/>
                  </a:ext>
                </a:extLst>
              </p14:cNvPr>
              <p14:cNvContentPartPr/>
              <p14:nvPr/>
            </p14:nvContentPartPr>
            <p14:xfrm rot="389916">
              <a:off x="35260864" y="2321416"/>
              <a:ext cx="30445" cy="357163"/>
            </p14:xfrm>
          </p:contentPart>
        </mc:Choice>
        <mc:Fallback xmlns="">
          <p:pic>
            <p:nvPicPr>
              <p:cNvPr id="4116" name="Ink 4115">
                <a:extLst>
                  <a:ext uri="{FF2B5EF4-FFF2-40B4-BE49-F238E27FC236}">
                    <a16:creationId xmlns:a16="http://schemas.microsoft.com/office/drawing/2014/main" id="{D3D58CEA-C27B-2CAE-7AE7-F94789DC92C4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 rot="389916">
                <a:off x="35251551" y="2312064"/>
                <a:ext cx="49070" cy="3758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4117" name="Ink 4116">
                <a:extLst>
                  <a:ext uri="{FF2B5EF4-FFF2-40B4-BE49-F238E27FC236}">
                    <a16:creationId xmlns:a16="http://schemas.microsoft.com/office/drawing/2014/main" id="{498B46CC-1577-46D7-0719-B39CDE1E387F}"/>
                  </a:ext>
                </a:extLst>
              </p14:cNvPr>
              <p14:cNvContentPartPr/>
              <p14:nvPr/>
            </p14:nvContentPartPr>
            <p14:xfrm rot="389916">
              <a:off x="35618114" y="2250420"/>
              <a:ext cx="181845" cy="464027"/>
            </p14:xfrm>
          </p:contentPart>
        </mc:Choice>
        <mc:Fallback xmlns="">
          <p:pic>
            <p:nvPicPr>
              <p:cNvPr id="4117" name="Ink 4116">
                <a:extLst>
                  <a:ext uri="{FF2B5EF4-FFF2-40B4-BE49-F238E27FC236}">
                    <a16:creationId xmlns:a16="http://schemas.microsoft.com/office/drawing/2014/main" id="{498B46CC-1577-46D7-0719-B39CDE1E387F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 rot="389916">
                <a:off x="35608770" y="2241060"/>
                <a:ext cx="200533" cy="482746"/>
              </a:xfrm>
              <a:prstGeom prst="rect">
                <a:avLst/>
              </a:prstGeom>
            </p:spPr>
          </p:pic>
        </mc:Fallback>
      </mc:AlternateContent>
      <p:grpSp>
        <p:nvGrpSpPr>
          <p:cNvPr id="4118" name="Group 4117">
            <a:extLst>
              <a:ext uri="{FF2B5EF4-FFF2-40B4-BE49-F238E27FC236}">
                <a16:creationId xmlns:a16="http://schemas.microsoft.com/office/drawing/2014/main" id="{B2944D33-928D-C6C6-731F-607EA72ADC4B}"/>
              </a:ext>
            </a:extLst>
          </p:cNvPr>
          <p:cNvGrpSpPr/>
          <p:nvPr/>
        </p:nvGrpSpPr>
        <p:grpSpPr>
          <a:xfrm rot="389916">
            <a:off x="35854805" y="2213832"/>
            <a:ext cx="261523" cy="529986"/>
            <a:chOff x="3804694" y="3331061"/>
            <a:chExt cx="587520" cy="89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4119" name="Ink 4118">
                  <a:extLst>
                    <a:ext uri="{FF2B5EF4-FFF2-40B4-BE49-F238E27FC236}">
                      <a16:creationId xmlns:a16="http://schemas.microsoft.com/office/drawing/2014/main" id="{88BA1520-92B8-B11D-560E-54D8D728E8BB}"/>
                    </a:ext>
                  </a:extLst>
                </p14:cNvPr>
                <p14:cNvContentPartPr/>
                <p14:nvPr/>
              </p14:nvContentPartPr>
              <p14:xfrm>
                <a:off x="3804694" y="3331061"/>
                <a:ext cx="587520" cy="681840"/>
              </p14:xfrm>
            </p:contentPart>
          </mc:Choice>
          <mc:Fallback xmlns="">
            <p:pic>
              <p:nvPicPr>
                <p:cNvPr id="1846" name="Ink 1845">
                  <a:extLst>
                    <a:ext uri="{FF2B5EF4-FFF2-40B4-BE49-F238E27FC236}">
                      <a16:creationId xmlns:a16="http://schemas.microsoft.com/office/drawing/2014/main" id="{31E9715C-9D25-ED1A-F5F4-B27D171255A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793369" y="3320296"/>
                  <a:ext cx="609943" cy="7031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4120" name="Ink 4119">
                  <a:extLst>
                    <a:ext uri="{FF2B5EF4-FFF2-40B4-BE49-F238E27FC236}">
                      <a16:creationId xmlns:a16="http://schemas.microsoft.com/office/drawing/2014/main" id="{3CBB9472-D142-00B6-4E72-E7727084D1B6}"/>
                    </a:ext>
                  </a:extLst>
                </p14:cNvPr>
                <p14:cNvContentPartPr/>
                <p14:nvPr/>
              </p14:nvContentPartPr>
              <p14:xfrm>
                <a:off x="4059934" y="3430061"/>
                <a:ext cx="94680" cy="800640"/>
              </p14:xfrm>
            </p:contentPart>
          </mc:Choice>
          <mc:Fallback xmlns="">
            <p:pic>
              <p:nvPicPr>
                <p:cNvPr id="1847" name="Ink 1846">
                  <a:extLst>
                    <a:ext uri="{FF2B5EF4-FFF2-40B4-BE49-F238E27FC236}">
                      <a16:creationId xmlns:a16="http://schemas.microsoft.com/office/drawing/2014/main" id="{0EF1F0F9-6A93-B052-0893-C9D10AD616A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048609" y="3419291"/>
                  <a:ext cx="117104" cy="821965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121" name="Rectangle 4120">
            <a:extLst>
              <a:ext uri="{FF2B5EF4-FFF2-40B4-BE49-F238E27FC236}">
                <a16:creationId xmlns:a16="http://schemas.microsoft.com/office/drawing/2014/main" id="{5D093F95-D3F0-E2EA-E848-FC3CBA04FC92}"/>
              </a:ext>
            </a:extLst>
          </p:cNvPr>
          <p:cNvSpPr/>
          <p:nvPr/>
        </p:nvSpPr>
        <p:spPr>
          <a:xfrm>
            <a:off x="35218917" y="3145667"/>
            <a:ext cx="777381" cy="283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4122" name="Rectangle 4121">
            <a:extLst>
              <a:ext uri="{FF2B5EF4-FFF2-40B4-BE49-F238E27FC236}">
                <a16:creationId xmlns:a16="http://schemas.microsoft.com/office/drawing/2014/main" id="{82534935-8EA5-EFBC-4411-7E213A698AE0}"/>
              </a:ext>
            </a:extLst>
          </p:cNvPr>
          <p:cNvSpPr/>
          <p:nvPr/>
        </p:nvSpPr>
        <p:spPr>
          <a:xfrm>
            <a:off x="35248840" y="3151145"/>
            <a:ext cx="777381" cy="283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4123" name="Ink 4122">
                <a:extLst>
                  <a:ext uri="{FF2B5EF4-FFF2-40B4-BE49-F238E27FC236}">
                    <a16:creationId xmlns:a16="http://schemas.microsoft.com/office/drawing/2014/main" id="{C4ED7839-4DC7-044E-5B96-93048C63D1AA}"/>
                  </a:ext>
                </a:extLst>
              </p14:cNvPr>
              <p14:cNvContentPartPr/>
              <p14:nvPr/>
            </p14:nvContentPartPr>
            <p14:xfrm rot="389916">
              <a:off x="35396490" y="3166159"/>
              <a:ext cx="219406" cy="414975"/>
            </p14:xfrm>
          </p:contentPart>
        </mc:Choice>
        <mc:Fallback xmlns="">
          <p:pic>
            <p:nvPicPr>
              <p:cNvPr id="4123" name="Ink 4122">
                <a:extLst>
                  <a:ext uri="{FF2B5EF4-FFF2-40B4-BE49-F238E27FC236}">
                    <a16:creationId xmlns:a16="http://schemas.microsoft.com/office/drawing/2014/main" id="{C4ED7839-4DC7-044E-5B96-93048C63D1AA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 rot="389916">
                <a:off x="35387138" y="3156801"/>
                <a:ext cx="238109" cy="4336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4124" name="Ink 4123">
                <a:extLst>
                  <a:ext uri="{FF2B5EF4-FFF2-40B4-BE49-F238E27FC236}">
                    <a16:creationId xmlns:a16="http://schemas.microsoft.com/office/drawing/2014/main" id="{C0F234A7-2AFC-B520-FE9E-B8446ABBEDA7}"/>
                  </a:ext>
                </a:extLst>
              </p14:cNvPr>
              <p14:cNvContentPartPr/>
              <p14:nvPr/>
            </p14:nvContentPartPr>
            <p14:xfrm rot="389916">
              <a:off x="35260864" y="3179000"/>
              <a:ext cx="30445" cy="357163"/>
            </p14:xfrm>
          </p:contentPart>
        </mc:Choice>
        <mc:Fallback xmlns="">
          <p:pic>
            <p:nvPicPr>
              <p:cNvPr id="4124" name="Ink 4123">
                <a:extLst>
                  <a:ext uri="{FF2B5EF4-FFF2-40B4-BE49-F238E27FC236}">
                    <a16:creationId xmlns:a16="http://schemas.microsoft.com/office/drawing/2014/main" id="{C0F234A7-2AFC-B520-FE9E-B8446ABBEDA7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 rot="389916">
                <a:off x="35251551" y="3169648"/>
                <a:ext cx="49070" cy="3758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5">
            <p14:nvContentPartPr>
              <p14:cNvPr id="4125" name="Ink 4124">
                <a:extLst>
                  <a:ext uri="{FF2B5EF4-FFF2-40B4-BE49-F238E27FC236}">
                    <a16:creationId xmlns:a16="http://schemas.microsoft.com/office/drawing/2014/main" id="{F8ACB966-1FDF-6492-7720-44D2DE7804AA}"/>
                  </a:ext>
                </a:extLst>
              </p14:cNvPr>
              <p14:cNvContentPartPr/>
              <p14:nvPr/>
            </p14:nvContentPartPr>
            <p14:xfrm rot="389916">
              <a:off x="35623515" y="3118900"/>
              <a:ext cx="181845" cy="464027"/>
            </p14:xfrm>
          </p:contentPart>
        </mc:Choice>
        <mc:Fallback xmlns="">
          <p:pic>
            <p:nvPicPr>
              <p:cNvPr id="4125" name="Ink 4124">
                <a:extLst>
                  <a:ext uri="{FF2B5EF4-FFF2-40B4-BE49-F238E27FC236}">
                    <a16:creationId xmlns:a16="http://schemas.microsoft.com/office/drawing/2014/main" id="{F8ACB966-1FDF-6492-7720-44D2DE7804AA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 rot="389916">
                <a:off x="35614171" y="3109540"/>
                <a:ext cx="200533" cy="482746"/>
              </a:xfrm>
              <a:prstGeom prst="rect">
                <a:avLst/>
              </a:prstGeom>
            </p:spPr>
          </p:pic>
        </mc:Fallback>
      </mc:AlternateContent>
      <p:grpSp>
        <p:nvGrpSpPr>
          <p:cNvPr id="4126" name="Group 4125">
            <a:extLst>
              <a:ext uri="{FF2B5EF4-FFF2-40B4-BE49-F238E27FC236}">
                <a16:creationId xmlns:a16="http://schemas.microsoft.com/office/drawing/2014/main" id="{0883AE57-2F74-6F52-F732-5850AEE9136B}"/>
              </a:ext>
            </a:extLst>
          </p:cNvPr>
          <p:cNvGrpSpPr/>
          <p:nvPr/>
        </p:nvGrpSpPr>
        <p:grpSpPr>
          <a:xfrm rot="389916">
            <a:off x="35864322" y="3087971"/>
            <a:ext cx="261523" cy="529986"/>
            <a:chOff x="3804694" y="3331061"/>
            <a:chExt cx="587520" cy="89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4127" name="Ink 4126">
                  <a:extLst>
                    <a:ext uri="{FF2B5EF4-FFF2-40B4-BE49-F238E27FC236}">
                      <a16:creationId xmlns:a16="http://schemas.microsoft.com/office/drawing/2014/main" id="{0D5615E8-562B-F1EA-FADD-3E4A9E9CFE69}"/>
                    </a:ext>
                  </a:extLst>
                </p14:cNvPr>
                <p14:cNvContentPartPr/>
                <p14:nvPr/>
              </p14:nvContentPartPr>
              <p14:xfrm>
                <a:off x="3804694" y="3331061"/>
                <a:ext cx="587520" cy="681840"/>
              </p14:xfrm>
            </p:contentPart>
          </mc:Choice>
          <mc:Fallback xmlns="">
            <p:pic>
              <p:nvPicPr>
                <p:cNvPr id="1846" name="Ink 1845">
                  <a:extLst>
                    <a:ext uri="{FF2B5EF4-FFF2-40B4-BE49-F238E27FC236}">
                      <a16:creationId xmlns:a16="http://schemas.microsoft.com/office/drawing/2014/main" id="{31E9715C-9D25-ED1A-F5F4-B27D171255A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793369" y="3320296"/>
                  <a:ext cx="609943" cy="7031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4128" name="Ink 4127">
                  <a:extLst>
                    <a:ext uri="{FF2B5EF4-FFF2-40B4-BE49-F238E27FC236}">
                      <a16:creationId xmlns:a16="http://schemas.microsoft.com/office/drawing/2014/main" id="{7411ACBC-F7EB-3978-A3B7-1234E99FB3B1}"/>
                    </a:ext>
                  </a:extLst>
                </p14:cNvPr>
                <p14:cNvContentPartPr/>
                <p14:nvPr/>
              </p14:nvContentPartPr>
              <p14:xfrm>
                <a:off x="4059934" y="3430061"/>
                <a:ext cx="94680" cy="800640"/>
              </p14:xfrm>
            </p:contentPart>
          </mc:Choice>
          <mc:Fallback xmlns="">
            <p:pic>
              <p:nvPicPr>
                <p:cNvPr id="1847" name="Ink 1846">
                  <a:extLst>
                    <a:ext uri="{FF2B5EF4-FFF2-40B4-BE49-F238E27FC236}">
                      <a16:creationId xmlns:a16="http://schemas.microsoft.com/office/drawing/2014/main" id="{0EF1F0F9-6A93-B052-0893-C9D10AD616A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048609" y="3419291"/>
                  <a:ext cx="117104" cy="821965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4129" name="Ink 4128">
                <a:extLst>
                  <a:ext uri="{FF2B5EF4-FFF2-40B4-BE49-F238E27FC236}">
                    <a16:creationId xmlns:a16="http://schemas.microsoft.com/office/drawing/2014/main" id="{673F1629-1CA5-AF08-1943-9E31F10F8C0C}"/>
                  </a:ext>
                </a:extLst>
              </p14:cNvPr>
              <p14:cNvContentPartPr/>
              <p14:nvPr/>
            </p14:nvContentPartPr>
            <p14:xfrm rot="389916">
              <a:off x="35413001" y="3961951"/>
              <a:ext cx="219406" cy="414975"/>
            </p14:xfrm>
          </p:contentPart>
        </mc:Choice>
        <mc:Fallback xmlns="">
          <p:pic>
            <p:nvPicPr>
              <p:cNvPr id="4129" name="Ink 4128">
                <a:extLst>
                  <a:ext uri="{FF2B5EF4-FFF2-40B4-BE49-F238E27FC236}">
                    <a16:creationId xmlns:a16="http://schemas.microsoft.com/office/drawing/2014/main" id="{673F1629-1CA5-AF08-1943-9E31F10F8C0C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 rot="389916">
                <a:off x="35403649" y="3952593"/>
                <a:ext cx="238109" cy="4336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9">
            <p14:nvContentPartPr>
              <p14:cNvPr id="4130" name="Ink 4129">
                <a:extLst>
                  <a:ext uri="{FF2B5EF4-FFF2-40B4-BE49-F238E27FC236}">
                    <a16:creationId xmlns:a16="http://schemas.microsoft.com/office/drawing/2014/main" id="{A527AE52-DFF7-2958-9990-C4516285DBE5}"/>
                  </a:ext>
                </a:extLst>
              </p14:cNvPr>
              <p14:cNvContentPartPr/>
              <p14:nvPr/>
            </p14:nvContentPartPr>
            <p14:xfrm rot="389916">
              <a:off x="35277375" y="3974792"/>
              <a:ext cx="30445" cy="357163"/>
            </p14:xfrm>
          </p:contentPart>
        </mc:Choice>
        <mc:Fallback xmlns="">
          <p:pic>
            <p:nvPicPr>
              <p:cNvPr id="4130" name="Ink 4129">
                <a:extLst>
                  <a:ext uri="{FF2B5EF4-FFF2-40B4-BE49-F238E27FC236}">
                    <a16:creationId xmlns:a16="http://schemas.microsoft.com/office/drawing/2014/main" id="{A527AE52-DFF7-2958-9990-C4516285DBE5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 rot="389916">
                <a:off x="35268062" y="3965440"/>
                <a:ext cx="49070" cy="3758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4131" name="Ink 4130">
                <a:extLst>
                  <a:ext uri="{FF2B5EF4-FFF2-40B4-BE49-F238E27FC236}">
                    <a16:creationId xmlns:a16="http://schemas.microsoft.com/office/drawing/2014/main" id="{D5476B54-9FF6-4484-C391-B38B2C367BC0}"/>
                  </a:ext>
                </a:extLst>
              </p14:cNvPr>
              <p14:cNvContentPartPr/>
              <p14:nvPr/>
            </p14:nvContentPartPr>
            <p14:xfrm rot="389916">
              <a:off x="35876283" y="3909857"/>
              <a:ext cx="181845" cy="464027"/>
            </p14:xfrm>
          </p:contentPart>
        </mc:Choice>
        <mc:Fallback xmlns="">
          <p:pic>
            <p:nvPicPr>
              <p:cNvPr id="4131" name="Ink 4130">
                <a:extLst>
                  <a:ext uri="{FF2B5EF4-FFF2-40B4-BE49-F238E27FC236}">
                    <a16:creationId xmlns:a16="http://schemas.microsoft.com/office/drawing/2014/main" id="{D5476B54-9FF6-4484-C391-B38B2C367BC0}"/>
                  </a:ext>
                </a:extLst>
              </p:cNvPr>
              <p:cNvPicPr/>
              <p:nvPr/>
            </p:nvPicPr>
            <p:blipFill>
              <a:blip r:embed="rId192"/>
              <a:stretch>
                <a:fillRect/>
              </a:stretch>
            </p:blipFill>
            <p:spPr>
              <a:xfrm rot="389916">
                <a:off x="35866939" y="3900497"/>
                <a:ext cx="200533" cy="482746"/>
              </a:xfrm>
              <a:prstGeom prst="rect">
                <a:avLst/>
              </a:prstGeom>
            </p:spPr>
          </p:pic>
        </mc:Fallback>
      </mc:AlternateContent>
      <p:grpSp>
        <p:nvGrpSpPr>
          <p:cNvPr id="4132" name="Group 4131">
            <a:extLst>
              <a:ext uri="{FF2B5EF4-FFF2-40B4-BE49-F238E27FC236}">
                <a16:creationId xmlns:a16="http://schemas.microsoft.com/office/drawing/2014/main" id="{9954906D-4FD8-D4A6-AFF2-D0D830A4F933}"/>
              </a:ext>
            </a:extLst>
          </p:cNvPr>
          <p:cNvGrpSpPr/>
          <p:nvPr/>
        </p:nvGrpSpPr>
        <p:grpSpPr>
          <a:xfrm rot="389916">
            <a:off x="35692829" y="3885584"/>
            <a:ext cx="261523" cy="529986"/>
            <a:chOff x="3804694" y="3331061"/>
            <a:chExt cx="587520" cy="89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4133" name="Ink 4132">
                  <a:extLst>
                    <a:ext uri="{FF2B5EF4-FFF2-40B4-BE49-F238E27FC236}">
                      <a16:creationId xmlns:a16="http://schemas.microsoft.com/office/drawing/2014/main" id="{41450FF8-2CD1-3937-DEDE-9F6B98F2A3A9}"/>
                    </a:ext>
                  </a:extLst>
                </p14:cNvPr>
                <p14:cNvContentPartPr/>
                <p14:nvPr/>
              </p14:nvContentPartPr>
              <p14:xfrm>
                <a:off x="3804694" y="3331061"/>
                <a:ext cx="587520" cy="681840"/>
              </p14:xfrm>
            </p:contentPart>
          </mc:Choice>
          <mc:Fallback xmlns="">
            <p:pic>
              <p:nvPicPr>
                <p:cNvPr id="1846" name="Ink 1845">
                  <a:extLst>
                    <a:ext uri="{FF2B5EF4-FFF2-40B4-BE49-F238E27FC236}">
                      <a16:creationId xmlns:a16="http://schemas.microsoft.com/office/drawing/2014/main" id="{31E9715C-9D25-ED1A-F5F4-B27D171255A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793369" y="3320296"/>
                  <a:ext cx="609943" cy="7031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4134" name="Ink 4133">
                  <a:extLst>
                    <a:ext uri="{FF2B5EF4-FFF2-40B4-BE49-F238E27FC236}">
                      <a16:creationId xmlns:a16="http://schemas.microsoft.com/office/drawing/2014/main" id="{44888D26-3FFA-FC40-BDC4-D8ACF35C5400}"/>
                    </a:ext>
                  </a:extLst>
                </p14:cNvPr>
                <p14:cNvContentPartPr/>
                <p14:nvPr/>
              </p14:nvContentPartPr>
              <p14:xfrm>
                <a:off x="4059934" y="3430061"/>
                <a:ext cx="94680" cy="800640"/>
              </p14:xfrm>
            </p:contentPart>
          </mc:Choice>
          <mc:Fallback xmlns="">
            <p:pic>
              <p:nvPicPr>
                <p:cNvPr id="1847" name="Ink 1846">
                  <a:extLst>
                    <a:ext uri="{FF2B5EF4-FFF2-40B4-BE49-F238E27FC236}">
                      <a16:creationId xmlns:a16="http://schemas.microsoft.com/office/drawing/2014/main" id="{0EF1F0F9-6A93-B052-0893-C9D10AD616A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048609" y="3419291"/>
                  <a:ext cx="117104" cy="821965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135" name="Rectangle 4134">
            <a:extLst>
              <a:ext uri="{FF2B5EF4-FFF2-40B4-BE49-F238E27FC236}">
                <a16:creationId xmlns:a16="http://schemas.microsoft.com/office/drawing/2014/main" id="{4E30D0C4-FDE7-AA97-78C4-6EA2FA47EA46}"/>
              </a:ext>
            </a:extLst>
          </p:cNvPr>
          <p:cNvSpPr/>
          <p:nvPr/>
        </p:nvSpPr>
        <p:spPr>
          <a:xfrm>
            <a:off x="23052681" y="2554993"/>
            <a:ext cx="1241305" cy="6269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4136" name="Rectangle 4135">
            <a:extLst>
              <a:ext uri="{FF2B5EF4-FFF2-40B4-BE49-F238E27FC236}">
                <a16:creationId xmlns:a16="http://schemas.microsoft.com/office/drawing/2014/main" id="{23EF7248-2DA3-58D2-72A2-E00169833522}"/>
              </a:ext>
            </a:extLst>
          </p:cNvPr>
          <p:cNvSpPr/>
          <p:nvPr/>
        </p:nvSpPr>
        <p:spPr>
          <a:xfrm>
            <a:off x="22979271" y="3667103"/>
            <a:ext cx="1337646" cy="6269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4137" name="Picture 4136">
            <a:extLst>
              <a:ext uri="{FF2B5EF4-FFF2-40B4-BE49-F238E27FC236}">
                <a16:creationId xmlns:a16="http://schemas.microsoft.com/office/drawing/2014/main" id="{1F06754E-101E-DBEA-F34E-A4C5F16156ED}"/>
              </a:ext>
            </a:extLst>
          </p:cNvPr>
          <p:cNvPicPr>
            <a:picLocks noChangeAspect="1"/>
          </p:cNvPicPr>
          <p:nvPr/>
        </p:nvPicPr>
        <p:blipFill>
          <a:blip r:embed="rId108"/>
          <a:srcRect t="25662" b="49201"/>
          <a:stretch>
            <a:fillRect/>
          </a:stretch>
        </p:blipFill>
        <p:spPr>
          <a:xfrm>
            <a:off x="22876729" y="1115994"/>
            <a:ext cx="1619196" cy="1188459"/>
          </a:xfrm>
          <a:prstGeom prst="rect">
            <a:avLst/>
          </a:prstGeom>
        </p:spPr>
      </p:pic>
      <p:sp>
        <p:nvSpPr>
          <p:cNvPr id="4138" name="Rectangle 4137">
            <a:extLst>
              <a:ext uri="{FF2B5EF4-FFF2-40B4-BE49-F238E27FC236}">
                <a16:creationId xmlns:a16="http://schemas.microsoft.com/office/drawing/2014/main" id="{FAFF8634-5265-9E73-58D5-8E1A2CBDAEB7}"/>
              </a:ext>
            </a:extLst>
          </p:cNvPr>
          <p:cNvSpPr/>
          <p:nvPr/>
        </p:nvSpPr>
        <p:spPr>
          <a:xfrm>
            <a:off x="23040800" y="1350184"/>
            <a:ext cx="1303750" cy="6269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grpSp>
        <p:nvGrpSpPr>
          <p:cNvPr id="4139" name="Group 4138">
            <a:extLst>
              <a:ext uri="{FF2B5EF4-FFF2-40B4-BE49-F238E27FC236}">
                <a16:creationId xmlns:a16="http://schemas.microsoft.com/office/drawing/2014/main" id="{F203A819-55AB-EF28-6B4B-0B9A1D3C15DB}"/>
              </a:ext>
            </a:extLst>
          </p:cNvPr>
          <p:cNvGrpSpPr/>
          <p:nvPr/>
        </p:nvGrpSpPr>
        <p:grpSpPr>
          <a:xfrm>
            <a:off x="23070224" y="1285982"/>
            <a:ext cx="1286989" cy="761028"/>
            <a:chOff x="39856496" y="7067826"/>
            <a:chExt cx="1662921" cy="976876"/>
          </a:xfrm>
        </p:grpSpPr>
        <p:sp>
          <p:nvSpPr>
            <p:cNvPr id="4140" name="Rectangle 4139">
              <a:extLst>
                <a:ext uri="{FF2B5EF4-FFF2-40B4-BE49-F238E27FC236}">
                  <a16:creationId xmlns:a16="http://schemas.microsoft.com/office/drawing/2014/main" id="{FAEC05E6-5D86-1648-4456-3B357F62D619}"/>
                </a:ext>
              </a:extLst>
            </p:cNvPr>
            <p:cNvSpPr/>
            <p:nvPr/>
          </p:nvSpPr>
          <p:spPr>
            <a:xfrm>
              <a:off x="39858844" y="7279641"/>
              <a:ext cx="1438468" cy="5216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4141" name="Rectangle 4140">
              <a:extLst>
                <a:ext uri="{FF2B5EF4-FFF2-40B4-BE49-F238E27FC236}">
                  <a16:creationId xmlns:a16="http://schemas.microsoft.com/office/drawing/2014/main" id="{ECD16C9C-46EF-84FE-A4B4-0888C0527BC3}"/>
                </a:ext>
              </a:extLst>
            </p:cNvPr>
            <p:cNvSpPr/>
            <p:nvPr/>
          </p:nvSpPr>
          <p:spPr>
            <a:xfrm>
              <a:off x="39914213" y="7289738"/>
              <a:ext cx="1438468" cy="5216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4142" name="Ink 4141">
                  <a:extLst>
                    <a:ext uri="{FF2B5EF4-FFF2-40B4-BE49-F238E27FC236}">
                      <a16:creationId xmlns:a16="http://schemas.microsoft.com/office/drawing/2014/main" id="{47E6D63C-FF41-0411-A662-04735C7A2713}"/>
                    </a:ext>
                  </a:extLst>
                </p14:cNvPr>
                <p14:cNvContentPartPr/>
                <p14:nvPr/>
              </p14:nvContentPartPr>
              <p14:xfrm rot="389916">
                <a:off x="39856496" y="7229059"/>
                <a:ext cx="405989" cy="764886"/>
              </p14:xfrm>
            </p:contentPart>
          </mc:Choice>
          <mc:Fallback xmlns="">
            <p:pic>
              <p:nvPicPr>
                <p:cNvPr id="4142" name="Ink 4141">
                  <a:extLst>
                    <a:ext uri="{FF2B5EF4-FFF2-40B4-BE49-F238E27FC236}">
                      <a16:creationId xmlns:a16="http://schemas.microsoft.com/office/drawing/2014/main" id="{47E6D63C-FF41-0411-A662-04735C7A2713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 rot="389916">
                  <a:off x="39844405" y="7217050"/>
                  <a:ext cx="430172" cy="7889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4143" name="Ink 4142">
                  <a:extLst>
                    <a:ext uri="{FF2B5EF4-FFF2-40B4-BE49-F238E27FC236}">
                      <a16:creationId xmlns:a16="http://schemas.microsoft.com/office/drawing/2014/main" id="{433D1B1B-FC02-6237-4F2D-3CE422423DA2}"/>
                    </a:ext>
                  </a:extLst>
                </p14:cNvPr>
                <p14:cNvContentPartPr/>
                <p14:nvPr/>
              </p14:nvContentPartPr>
              <p14:xfrm rot="389916">
                <a:off x="40476686" y="7350589"/>
                <a:ext cx="56336" cy="658326"/>
              </p14:xfrm>
            </p:contentPart>
          </mc:Choice>
          <mc:Fallback xmlns="">
            <p:pic>
              <p:nvPicPr>
                <p:cNvPr id="4143" name="Ink 4142">
                  <a:extLst>
                    <a:ext uri="{FF2B5EF4-FFF2-40B4-BE49-F238E27FC236}">
                      <a16:creationId xmlns:a16="http://schemas.microsoft.com/office/drawing/2014/main" id="{433D1B1B-FC02-6237-4F2D-3CE422423DA2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 rot="389916">
                  <a:off x="40464680" y="7338577"/>
                  <a:ext cx="80348" cy="6823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4144" name="Ink 4143">
                  <a:extLst>
                    <a:ext uri="{FF2B5EF4-FFF2-40B4-BE49-F238E27FC236}">
                      <a16:creationId xmlns:a16="http://schemas.microsoft.com/office/drawing/2014/main" id="{0F7263D9-47A8-A33E-7C27-60DBF0AAF606}"/>
                    </a:ext>
                  </a:extLst>
                </p14:cNvPr>
                <p14:cNvContentPartPr/>
                <p14:nvPr/>
              </p14:nvContentPartPr>
              <p14:xfrm rot="389916">
                <a:off x="40597519" y="7135265"/>
                <a:ext cx="336487" cy="855299"/>
              </p14:xfrm>
            </p:contentPart>
          </mc:Choice>
          <mc:Fallback xmlns="">
            <p:pic>
              <p:nvPicPr>
                <p:cNvPr id="4144" name="Ink 4143">
                  <a:extLst>
                    <a:ext uri="{FF2B5EF4-FFF2-40B4-BE49-F238E27FC236}">
                      <a16:creationId xmlns:a16="http://schemas.microsoft.com/office/drawing/2014/main" id="{0F7263D9-47A8-A33E-7C27-60DBF0AAF606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 rot="389916">
                  <a:off x="40585435" y="7123251"/>
                  <a:ext cx="360655" cy="879327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4145" name="Group 4144">
              <a:extLst>
                <a:ext uri="{FF2B5EF4-FFF2-40B4-BE49-F238E27FC236}">
                  <a16:creationId xmlns:a16="http://schemas.microsoft.com/office/drawing/2014/main" id="{57E51B3C-6FCD-2A74-2946-E279E5822214}"/>
                </a:ext>
              </a:extLst>
            </p:cNvPr>
            <p:cNvGrpSpPr/>
            <p:nvPr/>
          </p:nvGrpSpPr>
          <p:grpSpPr>
            <a:xfrm rot="389916">
              <a:off x="41035494" y="7067826"/>
              <a:ext cx="483923" cy="976876"/>
              <a:chOff x="3804694" y="3331061"/>
              <a:chExt cx="587520" cy="8996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219">
                <p14:nvContentPartPr>
                  <p14:cNvPr id="4146" name="Ink 4145">
                    <a:extLst>
                      <a:ext uri="{FF2B5EF4-FFF2-40B4-BE49-F238E27FC236}">
                        <a16:creationId xmlns:a16="http://schemas.microsoft.com/office/drawing/2014/main" id="{93544BBD-E371-B5D6-C7AA-0E9D5C47DCC9}"/>
                      </a:ext>
                    </a:extLst>
                  </p14:cNvPr>
                  <p14:cNvContentPartPr/>
                  <p14:nvPr/>
                </p14:nvContentPartPr>
                <p14:xfrm>
                  <a:off x="3804694" y="3331061"/>
                  <a:ext cx="587520" cy="681840"/>
                </p14:xfrm>
              </p:contentPart>
            </mc:Choice>
            <mc:Fallback xmlns="">
              <p:pic>
                <p:nvPicPr>
                  <p:cNvPr id="1846" name="Ink 1845">
                    <a:extLst>
                      <a:ext uri="{FF2B5EF4-FFF2-40B4-BE49-F238E27FC236}">
                        <a16:creationId xmlns:a16="http://schemas.microsoft.com/office/drawing/2014/main" id="{31E9715C-9D25-ED1A-F5F4-B27D171255A9}"/>
                      </a:ext>
                    </a:extLst>
                  </p:cNvPr>
                  <p:cNvPicPr/>
                  <p:nvPr/>
                </p:nvPicPr>
                <p:blipFill>
                  <a:blip r:embed="rId47"/>
                  <a:stretch>
                    <a:fillRect/>
                  </a:stretch>
                </p:blipFill>
                <p:spPr>
                  <a:xfrm>
                    <a:off x="3793369" y="3320296"/>
                    <a:ext cx="609943" cy="70315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20">
                <p14:nvContentPartPr>
                  <p14:cNvPr id="4147" name="Ink 4146">
                    <a:extLst>
                      <a:ext uri="{FF2B5EF4-FFF2-40B4-BE49-F238E27FC236}">
                        <a16:creationId xmlns:a16="http://schemas.microsoft.com/office/drawing/2014/main" id="{932518C9-CA69-ABC7-B735-396766DCB6E8}"/>
                      </a:ext>
                    </a:extLst>
                  </p14:cNvPr>
                  <p14:cNvContentPartPr/>
                  <p14:nvPr/>
                </p14:nvContentPartPr>
                <p14:xfrm>
                  <a:off x="4059934" y="3430061"/>
                  <a:ext cx="94680" cy="800640"/>
                </p14:xfrm>
              </p:contentPart>
            </mc:Choice>
            <mc:Fallback xmlns="">
              <p:pic>
                <p:nvPicPr>
                  <p:cNvPr id="1847" name="Ink 1846">
                    <a:extLst>
                      <a:ext uri="{FF2B5EF4-FFF2-40B4-BE49-F238E27FC236}">
                        <a16:creationId xmlns:a16="http://schemas.microsoft.com/office/drawing/2014/main" id="{0EF1F0F9-6A93-B052-0893-C9D10AD616A3}"/>
                      </a:ext>
                    </a:extLst>
                  </p:cNvPr>
                  <p:cNvPicPr/>
                  <p:nvPr/>
                </p:nvPicPr>
                <p:blipFill>
                  <a:blip r:embed="rId49"/>
                  <a:stretch>
                    <a:fillRect/>
                  </a:stretch>
                </p:blipFill>
                <p:spPr>
                  <a:xfrm>
                    <a:off x="4048609" y="3419291"/>
                    <a:ext cx="117104" cy="821965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sp>
        <p:nvSpPr>
          <p:cNvPr id="4148" name="Rectangle 4147">
            <a:extLst>
              <a:ext uri="{FF2B5EF4-FFF2-40B4-BE49-F238E27FC236}">
                <a16:creationId xmlns:a16="http://schemas.microsoft.com/office/drawing/2014/main" id="{9F6132DA-848D-1274-B01E-6B61A1D2D833}"/>
              </a:ext>
            </a:extLst>
          </p:cNvPr>
          <p:cNvSpPr/>
          <p:nvPr/>
        </p:nvSpPr>
        <p:spPr>
          <a:xfrm>
            <a:off x="23060333" y="2573781"/>
            <a:ext cx="1113278" cy="4064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4149" name="Rectangle 4148">
            <a:extLst>
              <a:ext uri="{FF2B5EF4-FFF2-40B4-BE49-F238E27FC236}">
                <a16:creationId xmlns:a16="http://schemas.microsoft.com/office/drawing/2014/main" id="{59D8B462-9681-1D25-A781-1E7FD1E6603F}"/>
              </a:ext>
            </a:extLst>
          </p:cNvPr>
          <p:cNvSpPr/>
          <p:nvPr/>
        </p:nvSpPr>
        <p:spPr>
          <a:xfrm>
            <a:off x="23103185" y="2581647"/>
            <a:ext cx="1113278" cy="4064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21">
            <p14:nvContentPartPr>
              <p14:cNvPr id="4150" name="Ink 4149">
                <a:extLst>
                  <a:ext uri="{FF2B5EF4-FFF2-40B4-BE49-F238E27FC236}">
                    <a16:creationId xmlns:a16="http://schemas.microsoft.com/office/drawing/2014/main" id="{50FCA328-B674-8455-5919-9EDB92FF5A04}"/>
                  </a:ext>
                </a:extLst>
              </p14:cNvPr>
              <p14:cNvContentPartPr/>
              <p14:nvPr/>
            </p14:nvContentPartPr>
            <p14:xfrm rot="389916">
              <a:off x="23318305" y="2521745"/>
              <a:ext cx="314209" cy="595879"/>
            </p14:xfrm>
          </p:contentPart>
        </mc:Choice>
        <mc:Fallback xmlns="">
          <p:pic>
            <p:nvPicPr>
              <p:cNvPr id="4150" name="Ink 4149">
                <a:extLst>
                  <a:ext uri="{FF2B5EF4-FFF2-40B4-BE49-F238E27FC236}">
                    <a16:creationId xmlns:a16="http://schemas.microsoft.com/office/drawing/2014/main" id="{50FCA328-B674-8455-5919-9EDB92FF5A04}"/>
                  </a:ext>
                </a:extLst>
              </p:cNvPr>
              <p:cNvPicPr/>
              <p:nvPr/>
            </p:nvPicPr>
            <p:blipFill>
              <a:blip r:embed="rId214"/>
              <a:stretch>
                <a:fillRect/>
              </a:stretch>
            </p:blipFill>
            <p:spPr>
              <a:xfrm rot="389916">
                <a:off x="23308947" y="2512389"/>
                <a:ext cx="332925" cy="6145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4151" name="Ink 4150">
                <a:extLst>
                  <a:ext uri="{FF2B5EF4-FFF2-40B4-BE49-F238E27FC236}">
                    <a16:creationId xmlns:a16="http://schemas.microsoft.com/office/drawing/2014/main" id="{89419A54-1B78-1AEF-FC56-5634CA7DCAF9}"/>
                  </a:ext>
                </a:extLst>
              </p14:cNvPr>
              <p14:cNvContentPartPr/>
              <p14:nvPr/>
            </p14:nvContentPartPr>
            <p14:xfrm rot="389916">
              <a:off x="23120404" y="2563252"/>
              <a:ext cx="43600" cy="512864"/>
            </p14:xfrm>
          </p:contentPart>
        </mc:Choice>
        <mc:Fallback xmlns="">
          <p:pic>
            <p:nvPicPr>
              <p:cNvPr id="4151" name="Ink 4150">
                <a:extLst>
                  <a:ext uri="{FF2B5EF4-FFF2-40B4-BE49-F238E27FC236}">
                    <a16:creationId xmlns:a16="http://schemas.microsoft.com/office/drawing/2014/main" id="{89419A54-1B78-1AEF-FC56-5634CA7DCAF9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 rot="389916">
                <a:off x="23111112" y="2553894"/>
                <a:ext cx="62184" cy="5315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4152" name="Ink 4151">
                <a:extLst>
                  <a:ext uri="{FF2B5EF4-FFF2-40B4-BE49-F238E27FC236}">
                    <a16:creationId xmlns:a16="http://schemas.microsoft.com/office/drawing/2014/main" id="{6598F918-5E9F-B7F2-FA81-338838396CF8}"/>
                  </a:ext>
                </a:extLst>
              </p14:cNvPr>
              <p14:cNvContentPartPr/>
              <p14:nvPr/>
            </p14:nvContentPartPr>
            <p14:xfrm rot="389916">
              <a:off x="23632018" y="2461307"/>
              <a:ext cx="260418" cy="666314"/>
            </p14:xfrm>
          </p:contentPart>
        </mc:Choice>
        <mc:Fallback xmlns="">
          <p:pic>
            <p:nvPicPr>
              <p:cNvPr id="4152" name="Ink 4151">
                <a:extLst>
                  <a:ext uri="{FF2B5EF4-FFF2-40B4-BE49-F238E27FC236}">
                    <a16:creationId xmlns:a16="http://schemas.microsoft.com/office/drawing/2014/main" id="{6598F918-5E9F-B7F2-FA81-338838396CF8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 rot="389916">
                <a:off x="23622666" y="2451948"/>
                <a:ext cx="279122" cy="685033"/>
              </a:xfrm>
              <a:prstGeom prst="rect">
                <a:avLst/>
              </a:prstGeom>
            </p:spPr>
          </p:pic>
        </mc:Fallback>
      </mc:AlternateContent>
      <p:grpSp>
        <p:nvGrpSpPr>
          <p:cNvPr id="4153" name="Group 4152">
            <a:extLst>
              <a:ext uri="{FF2B5EF4-FFF2-40B4-BE49-F238E27FC236}">
                <a16:creationId xmlns:a16="http://schemas.microsoft.com/office/drawing/2014/main" id="{F7DEFAA6-3975-4CE7-CBFD-E22B627E18E6}"/>
              </a:ext>
            </a:extLst>
          </p:cNvPr>
          <p:cNvGrpSpPr/>
          <p:nvPr/>
        </p:nvGrpSpPr>
        <p:grpSpPr>
          <a:xfrm rot="389916">
            <a:off x="23970980" y="2408768"/>
            <a:ext cx="374524" cy="761028"/>
            <a:chOff x="3804694" y="3331061"/>
            <a:chExt cx="587520" cy="89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4154" name="Ink 4153">
                  <a:extLst>
                    <a:ext uri="{FF2B5EF4-FFF2-40B4-BE49-F238E27FC236}">
                      <a16:creationId xmlns:a16="http://schemas.microsoft.com/office/drawing/2014/main" id="{B7510148-038E-5891-863C-D168D178AEC7}"/>
                    </a:ext>
                  </a:extLst>
                </p14:cNvPr>
                <p14:cNvContentPartPr/>
                <p14:nvPr/>
              </p14:nvContentPartPr>
              <p14:xfrm>
                <a:off x="3804694" y="3331061"/>
                <a:ext cx="587520" cy="681840"/>
              </p14:xfrm>
            </p:contentPart>
          </mc:Choice>
          <mc:Fallback xmlns="">
            <p:pic>
              <p:nvPicPr>
                <p:cNvPr id="1846" name="Ink 1845">
                  <a:extLst>
                    <a:ext uri="{FF2B5EF4-FFF2-40B4-BE49-F238E27FC236}">
                      <a16:creationId xmlns:a16="http://schemas.microsoft.com/office/drawing/2014/main" id="{31E9715C-9D25-ED1A-F5F4-B27D171255A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793369" y="3320296"/>
                  <a:ext cx="609943" cy="7031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4155" name="Ink 4154">
                  <a:extLst>
                    <a:ext uri="{FF2B5EF4-FFF2-40B4-BE49-F238E27FC236}">
                      <a16:creationId xmlns:a16="http://schemas.microsoft.com/office/drawing/2014/main" id="{4DFBA14A-A315-9D56-F43B-33162D08F020}"/>
                    </a:ext>
                  </a:extLst>
                </p14:cNvPr>
                <p14:cNvContentPartPr/>
                <p14:nvPr/>
              </p14:nvContentPartPr>
              <p14:xfrm>
                <a:off x="4059934" y="3430061"/>
                <a:ext cx="94680" cy="800640"/>
              </p14:xfrm>
            </p:contentPart>
          </mc:Choice>
          <mc:Fallback xmlns="">
            <p:pic>
              <p:nvPicPr>
                <p:cNvPr id="1847" name="Ink 1846">
                  <a:extLst>
                    <a:ext uri="{FF2B5EF4-FFF2-40B4-BE49-F238E27FC236}">
                      <a16:creationId xmlns:a16="http://schemas.microsoft.com/office/drawing/2014/main" id="{0EF1F0F9-6A93-B052-0893-C9D10AD616A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048609" y="3419291"/>
                  <a:ext cx="117104" cy="821965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156" name="Rectangle 4155">
            <a:extLst>
              <a:ext uri="{FF2B5EF4-FFF2-40B4-BE49-F238E27FC236}">
                <a16:creationId xmlns:a16="http://schemas.microsoft.com/office/drawing/2014/main" id="{E68A5A7C-DE0C-22FB-0B7A-9620555C37B4}"/>
              </a:ext>
            </a:extLst>
          </p:cNvPr>
          <p:cNvSpPr/>
          <p:nvPr/>
        </p:nvSpPr>
        <p:spPr>
          <a:xfrm>
            <a:off x="23060333" y="3746827"/>
            <a:ext cx="1113278" cy="4064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4157" name="Rectangle 4156">
            <a:extLst>
              <a:ext uri="{FF2B5EF4-FFF2-40B4-BE49-F238E27FC236}">
                <a16:creationId xmlns:a16="http://schemas.microsoft.com/office/drawing/2014/main" id="{B43C6270-12BE-2D77-643A-2A70AC5916E1}"/>
              </a:ext>
            </a:extLst>
          </p:cNvPr>
          <p:cNvSpPr/>
          <p:nvPr/>
        </p:nvSpPr>
        <p:spPr>
          <a:xfrm>
            <a:off x="23103185" y="3754693"/>
            <a:ext cx="1113278" cy="4064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4158" name="Ink 4157">
                <a:extLst>
                  <a:ext uri="{FF2B5EF4-FFF2-40B4-BE49-F238E27FC236}">
                    <a16:creationId xmlns:a16="http://schemas.microsoft.com/office/drawing/2014/main" id="{DFDE7E36-B518-96F7-B3F7-D0EDCFD373DE}"/>
                  </a:ext>
                </a:extLst>
              </p14:cNvPr>
              <p14:cNvContentPartPr/>
              <p14:nvPr/>
            </p14:nvContentPartPr>
            <p14:xfrm rot="389916">
              <a:off x="23314633" y="3776252"/>
              <a:ext cx="314209" cy="595879"/>
            </p14:xfrm>
          </p:contentPart>
        </mc:Choice>
        <mc:Fallback xmlns="">
          <p:pic>
            <p:nvPicPr>
              <p:cNvPr id="4158" name="Ink 4157">
                <a:extLst>
                  <a:ext uri="{FF2B5EF4-FFF2-40B4-BE49-F238E27FC236}">
                    <a16:creationId xmlns:a16="http://schemas.microsoft.com/office/drawing/2014/main" id="{DFDE7E36-B518-96F7-B3F7-D0EDCFD373DE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 rot="389916">
                <a:off x="23305275" y="3766896"/>
                <a:ext cx="332925" cy="6145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4159" name="Ink 4158">
                <a:extLst>
                  <a:ext uri="{FF2B5EF4-FFF2-40B4-BE49-F238E27FC236}">
                    <a16:creationId xmlns:a16="http://schemas.microsoft.com/office/drawing/2014/main" id="{C2FFAA73-2B91-4D83-840D-2420347645F5}"/>
                  </a:ext>
                </a:extLst>
              </p14:cNvPr>
              <p14:cNvContentPartPr/>
              <p14:nvPr/>
            </p14:nvContentPartPr>
            <p14:xfrm rot="389916">
              <a:off x="23120404" y="3794691"/>
              <a:ext cx="43600" cy="512864"/>
            </p14:xfrm>
          </p:contentPart>
        </mc:Choice>
        <mc:Fallback xmlns="">
          <p:pic>
            <p:nvPicPr>
              <p:cNvPr id="4159" name="Ink 4158">
                <a:extLst>
                  <a:ext uri="{FF2B5EF4-FFF2-40B4-BE49-F238E27FC236}">
                    <a16:creationId xmlns:a16="http://schemas.microsoft.com/office/drawing/2014/main" id="{C2FFAA73-2B91-4D83-840D-2420347645F5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 rot="389916">
                <a:off x="23111112" y="3785333"/>
                <a:ext cx="62184" cy="5315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1">
            <p14:nvContentPartPr>
              <p14:cNvPr id="4160" name="Ink 4159">
                <a:extLst>
                  <a:ext uri="{FF2B5EF4-FFF2-40B4-BE49-F238E27FC236}">
                    <a16:creationId xmlns:a16="http://schemas.microsoft.com/office/drawing/2014/main" id="{E6BC0C03-6F19-5B5E-35C8-AF895BDA597E}"/>
                  </a:ext>
                </a:extLst>
              </p14:cNvPr>
              <p14:cNvContentPartPr/>
              <p14:nvPr/>
            </p14:nvContentPartPr>
            <p14:xfrm rot="389916">
              <a:off x="23601426" y="3724552"/>
              <a:ext cx="260418" cy="666314"/>
            </p14:xfrm>
          </p:contentPart>
        </mc:Choice>
        <mc:Fallback xmlns="">
          <p:pic>
            <p:nvPicPr>
              <p:cNvPr id="4160" name="Ink 4159">
                <a:extLst>
                  <a:ext uri="{FF2B5EF4-FFF2-40B4-BE49-F238E27FC236}">
                    <a16:creationId xmlns:a16="http://schemas.microsoft.com/office/drawing/2014/main" id="{E6BC0C03-6F19-5B5E-35C8-AF895BDA597E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 rot="389916">
                <a:off x="23592074" y="3715193"/>
                <a:ext cx="279122" cy="685033"/>
              </a:xfrm>
              <a:prstGeom prst="rect">
                <a:avLst/>
              </a:prstGeom>
            </p:spPr>
          </p:pic>
        </mc:Fallback>
      </mc:AlternateContent>
      <p:grpSp>
        <p:nvGrpSpPr>
          <p:cNvPr id="4161" name="Group 4160">
            <a:extLst>
              <a:ext uri="{FF2B5EF4-FFF2-40B4-BE49-F238E27FC236}">
                <a16:creationId xmlns:a16="http://schemas.microsoft.com/office/drawing/2014/main" id="{1E482907-38E0-FC9F-7C80-F4BFEABC23A3}"/>
              </a:ext>
            </a:extLst>
          </p:cNvPr>
          <p:cNvGrpSpPr/>
          <p:nvPr/>
        </p:nvGrpSpPr>
        <p:grpSpPr>
          <a:xfrm rot="389916">
            <a:off x="23918258" y="3674949"/>
            <a:ext cx="374524" cy="761028"/>
            <a:chOff x="3804694" y="3331061"/>
            <a:chExt cx="587520" cy="89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4162" name="Ink 4161">
                  <a:extLst>
                    <a:ext uri="{FF2B5EF4-FFF2-40B4-BE49-F238E27FC236}">
                      <a16:creationId xmlns:a16="http://schemas.microsoft.com/office/drawing/2014/main" id="{A9D2F4FC-8AC6-4BD0-ED61-41D71A8A5ADA}"/>
                    </a:ext>
                  </a:extLst>
                </p14:cNvPr>
                <p14:cNvContentPartPr/>
                <p14:nvPr/>
              </p14:nvContentPartPr>
              <p14:xfrm>
                <a:off x="3804694" y="3331061"/>
                <a:ext cx="587520" cy="681840"/>
              </p14:xfrm>
            </p:contentPart>
          </mc:Choice>
          <mc:Fallback xmlns="">
            <p:pic>
              <p:nvPicPr>
                <p:cNvPr id="4162" name="Ink 4161">
                  <a:extLst>
                    <a:ext uri="{FF2B5EF4-FFF2-40B4-BE49-F238E27FC236}">
                      <a16:creationId xmlns:a16="http://schemas.microsoft.com/office/drawing/2014/main" id="{A9D2F4FC-8AC6-4BD0-ED61-41D71A8A5ADA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790006" y="3320002"/>
                  <a:ext cx="616896" cy="7039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4163" name="Ink 4162">
                  <a:extLst>
                    <a:ext uri="{FF2B5EF4-FFF2-40B4-BE49-F238E27FC236}">
                      <a16:creationId xmlns:a16="http://schemas.microsoft.com/office/drawing/2014/main" id="{DB56E93F-2B79-92D8-E83B-478A1CAD04FF}"/>
                    </a:ext>
                  </a:extLst>
                </p14:cNvPr>
                <p14:cNvContentPartPr/>
                <p14:nvPr/>
              </p14:nvContentPartPr>
              <p14:xfrm>
                <a:off x="4059934" y="3430061"/>
                <a:ext cx="94680" cy="800640"/>
              </p14:xfrm>
            </p:contentPart>
          </mc:Choice>
          <mc:Fallback xmlns="">
            <p:pic>
              <p:nvPicPr>
                <p:cNvPr id="4163" name="Ink 4162">
                  <a:extLst>
                    <a:ext uri="{FF2B5EF4-FFF2-40B4-BE49-F238E27FC236}">
                      <a16:creationId xmlns:a16="http://schemas.microsoft.com/office/drawing/2014/main" id="{DB56E93F-2B79-92D8-E83B-478A1CAD04FF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045281" y="3418994"/>
                  <a:ext cx="123986" cy="822774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164" name="Rectangle 4163">
            <a:extLst>
              <a:ext uri="{FF2B5EF4-FFF2-40B4-BE49-F238E27FC236}">
                <a16:creationId xmlns:a16="http://schemas.microsoft.com/office/drawing/2014/main" id="{4FC74D46-AC78-D7D0-2B01-9B765E31FF44}"/>
              </a:ext>
            </a:extLst>
          </p:cNvPr>
          <p:cNvSpPr/>
          <p:nvPr/>
        </p:nvSpPr>
        <p:spPr>
          <a:xfrm>
            <a:off x="22587988" y="7883928"/>
            <a:ext cx="1241305" cy="6269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4165" name="Rectangle 4164">
            <a:extLst>
              <a:ext uri="{FF2B5EF4-FFF2-40B4-BE49-F238E27FC236}">
                <a16:creationId xmlns:a16="http://schemas.microsoft.com/office/drawing/2014/main" id="{6FBC3561-ED34-E8B7-50C4-664F716340A0}"/>
              </a:ext>
            </a:extLst>
          </p:cNvPr>
          <p:cNvSpPr/>
          <p:nvPr/>
        </p:nvSpPr>
        <p:spPr>
          <a:xfrm>
            <a:off x="22514578" y="8996038"/>
            <a:ext cx="1337646" cy="6269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4166" name="Picture 4165">
            <a:extLst>
              <a:ext uri="{FF2B5EF4-FFF2-40B4-BE49-F238E27FC236}">
                <a16:creationId xmlns:a16="http://schemas.microsoft.com/office/drawing/2014/main" id="{EFC4E516-0533-FC90-547F-979BBE3CBA4F}"/>
              </a:ext>
            </a:extLst>
          </p:cNvPr>
          <p:cNvPicPr>
            <a:picLocks noChangeAspect="1"/>
          </p:cNvPicPr>
          <p:nvPr/>
        </p:nvPicPr>
        <p:blipFill>
          <a:blip r:embed="rId108"/>
          <a:srcRect t="25662" b="49201"/>
          <a:stretch>
            <a:fillRect/>
          </a:stretch>
        </p:blipFill>
        <p:spPr>
          <a:xfrm>
            <a:off x="22412036" y="6444929"/>
            <a:ext cx="1619196" cy="1188459"/>
          </a:xfrm>
          <a:prstGeom prst="rect">
            <a:avLst/>
          </a:prstGeom>
        </p:spPr>
      </p:pic>
      <p:sp>
        <p:nvSpPr>
          <p:cNvPr id="4167" name="Rectangle 4166">
            <a:extLst>
              <a:ext uri="{FF2B5EF4-FFF2-40B4-BE49-F238E27FC236}">
                <a16:creationId xmlns:a16="http://schemas.microsoft.com/office/drawing/2014/main" id="{B23BCBD5-39CF-DD1C-72F0-FFA9CF4C5A80}"/>
              </a:ext>
            </a:extLst>
          </p:cNvPr>
          <p:cNvSpPr/>
          <p:nvPr/>
        </p:nvSpPr>
        <p:spPr>
          <a:xfrm>
            <a:off x="22576107" y="6679119"/>
            <a:ext cx="1303750" cy="6269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grpSp>
        <p:nvGrpSpPr>
          <p:cNvPr id="4168" name="Group 4167">
            <a:extLst>
              <a:ext uri="{FF2B5EF4-FFF2-40B4-BE49-F238E27FC236}">
                <a16:creationId xmlns:a16="http://schemas.microsoft.com/office/drawing/2014/main" id="{2D3C5C31-710D-D54C-F1AC-08866C05B510}"/>
              </a:ext>
            </a:extLst>
          </p:cNvPr>
          <p:cNvGrpSpPr/>
          <p:nvPr/>
        </p:nvGrpSpPr>
        <p:grpSpPr>
          <a:xfrm>
            <a:off x="22605531" y="6614917"/>
            <a:ext cx="1286989" cy="761028"/>
            <a:chOff x="39856496" y="7067826"/>
            <a:chExt cx="1662921" cy="976876"/>
          </a:xfrm>
        </p:grpSpPr>
        <p:sp>
          <p:nvSpPr>
            <p:cNvPr id="4169" name="Rectangle 4168">
              <a:extLst>
                <a:ext uri="{FF2B5EF4-FFF2-40B4-BE49-F238E27FC236}">
                  <a16:creationId xmlns:a16="http://schemas.microsoft.com/office/drawing/2014/main" id="{77F879DD-DF1F-99C2-7BC0-75FBFF378C22}"/>
                </a:ext>
              </a:extLst>
            </p:cNvPr>
            <p:cNvSpPr/>
            <p:nvPr/>
          </p:nvSpPr>
          <p:spPr>
            <a:xfrm>
              <a:off x="39858844" y="7279641"/>
              <a:ext cx="1438468" cy="5216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4170" name="Rectangle 4169">
              <a:extLst>
                <a:ext uri="{FF2B5EF4-FFF2-40B4-BE49-F238E27FC236}">
                  <a16:creationId xmlns:a16="http://schemas.microsoft.com/office/drawing/2014/main" id="{6D82C9FF-319B-4D64-5EBD-F43C364A58CC}"/>
                </a:ext>
              </a:extLst>
            </p:cNvPr>
            <p:cNvSpPr/>
            <p:nvPr/>
          </p:nvSpPr>
          <p:spPr>
            <a:xfrm>
              <a:off x="39914213" y="7289738"/>
              <a:ext cx="1438468" cy="5216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4171" name="Ink 4170">
                  <a:extLst>
                    <a:ext uri="{FF2B5EF4-FFF2-40B4-BE49-F238E27FC236}">
                      <a16:creationId xmlns:a16="http://schemas.microsoft.com/office/drawing/2014/main" id="{73A81986-451D-9478-DD92-2CBF13E9B235}"/>
                    </a:ext>
                  </a:extLst>
                </p14:cNvPr>
                <p14:cNvContentPartPr/>
                <p14:nvPr/>
              </p14:nvContentPartPr>
              <p14:xfrm rot="389916">
                <a:off x="39856496" y="7229059"/>
                <a:ext cx="405989" cy="764886"/>
              </p14:xfrm>
            </p:contentPart>
          </mc:Choice>
          <mc:Fallback xmlns="">
            <p:pic>
              <p:nvPicPr>
                <p:cNvPr id="4171" name="Ink 4170">
                  <a:extLst>
                    <a:ext uri="{FF2B5EF4-FFF2-40B4-BE49-F238E27FC236}">
                      <a16:creationId xmlns:a16="http://schemas.microsoft.com/office/drawing/2014/main" id="{73A81986-451D-9478-DD92-2CBF13E9B235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 rot="389916">
                  <a:off x="39844405" y="7217050"/>
                  <a:ext cx="430172" cy="7889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4172" name="Ink 4171">
                  <a:extLst>
                    <a:ext uri="{FF2B5EF4-FFF2-40B4-BE49-F238E27FC236}">
                      <a16:creationId xmlns:a16="http://schemas.microsoft.com/office/drawing/2014/main" id="{457B4535-30F7-2E3C-359E-D62B6DCF8B03}"/>
                    </a:ext>
                  </a:extLst>
                </p14:cNvPr>
                <p14:cNvContentPartPr/>
                <p14:nvPr/>
              </p14:nvContentPartPr>
              <p14:xfrm rot="389916">
                <a:off x="40476686" y="7350589"/>
                <a:ext cx="56336" cy="658326"/>
              </p14:xfrm>
            </p:contentPart>
          </mc:Choice>
          <mc:Fallback xmlns="">
            <p:pic>
              <p:nvPicPr>
                <p:cNvPr id="4172" name="Ink 4171">
                  <a:extLst>
                    <a:ext uri="{FF2B5EF4-FFF2-40B4-BE49-F238E27FC236}">
                      <a16:creationId xmlns:a16="http://schemas.microsoft.com/office/drawing/2014/main" id="{457B4535-30F7-2E3C-359E-D62B6DCF8B03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 rot="389916">
                  <a:off x="40464680" y="7338577"/>
                  <a:ext cx="80348" cy="6823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4173" name="Ink 4172">
                  <a:extLst>
                    <a:ext uri="{FF2B5EF4-FFF2-40B4-BE49-F238E27FC236}">
                      <a16:creationId xmlns:a16="http://schemas.microsoft.com/office/drawing/2014/main" id="{6B33AE49-1446-5BFB-3F23-A089FBE42A40}"/>
                    </a:ext>
                  </a:extLst>
                </p14:cNvPr>
                <p14:cNvContentPartPr/>
                <p14:nvPr/>
              </p14:nvContentPartPr>
              <p14:xfrm rot="389916">
                <a:off x="40597519" y="7135265"/>
                <a:ext cx="336487" cy="855299"/>
              </p14:xfrm>
            </p:contentPart>
          </mc:Choice>
          <mc:Fallback xmlns="">
            <p:pic>
              <p:nvPicPr>
                <p:cNvPr id="4173" name="Ink 4172">
                  <a:extLst>
                    <a:ext uri="{FF2B5EF4-FFF2-40B4-BE49-F238E27FC236}">
                      <a16:creationId xmlns:a16="http://schemas.microsoft.com/office/drawing/2014/main" id="{6B33AE49-1446-5BFB-3F23-A089FBE42A40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 rot="389916">
                  <a:off x="40585435" y="7123251"/>
                  <a:ext cx="360655" cy="879327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4174" name="Group 4173">
              <a:extLst>
                <a:ext uri="{FF2B5EF4-FFF2-40B4-BE49-F238E27FC236}">
                  <a16:creationId xmlns:a16="http://schemas.microsoft.com/office/drawing/2014/main" id="{6533CF6E-14F8-C4C0-0634-52D3ABFD0294}"/>
                </a:ext>
              </a:extLst>
            </p:cNvPr>
            <p:cNvGrpSpPr/>
            <p:nvPr/>
          </p:nvGrpSpPr>
          <p:grpSpPr>
            <a:xfrm rot="389916">
              <a:off x="41035494" y="7067826"/>
              <a:ext cx="483923" cy="976876"/>
              <a:chOff x="3804694" y="3331061"/>
              <a:chExt cx="587520" cy="8996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239">
                <p14:nvContentPartPr>
                  <p14:cNvPr id="4175" name="Ink 4174">
                    <a:extLst>
                      <a:ext uri="{FF2B5EF4-FFF2-40B4-BE49-F238E27FC236}">
                        <a16:creationId xmlns:a16="http://schemas.microsoft.com/office/drawing/2014/main" id="{EEDB6A8C-4889-7A32-4844-F6D594A573B1}"/>
                      </a:ext>
                    </a:extLst>
                  </p14:cNvPr>
                  <p14:cNvContentPartPr/>
                  <p14:nvPr/>
                </p14:nvContentPartPr>
                <p14:xfrm>
                  <a:off x="3804694" y="3331061"/>
                  <a:ext cx="587520" cy="681840"/>
                </p14:xfrm>
              </p:contentPart>
            </mc:Choice>
            <mc:Fallback xmlns="">
              <p:pic>
                <p:nvPicPr>
                  <p:cNvPr id="1846" name="Ink 1845">
                    <a:extLst>
                      <a:ext uri="{FF2B5EF4-FFF2-40B4-BE49-F238E27FC236}">
                        <a16:creationId xmlns:a16="http://schemas.microsoft.com/office/drawing/2014/main" id="{31E9715C-9D25-ED1A-F5F4-B27D171255A9}"/>
                      </a:ext>
                    </a:extLst>
                  </p:cNvPr>
                  <p:cNvPicPr/>
                  <p:nvPr/>
                </p:nvPicPr>
                <p:blipFill>
                  <a:blip r:embed="rId47"/>
                  <a:stretch>
                    <a:fillRect/>
                  </a:stretch>
                </p:blipFill>
                <p:spPr>
                  <a:xfrm>
                    <a:off x="3793369" y="3320296"/>
                    <a:ext cx="609943" cy="70315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40">
                <p14:nvContentPartPr>
                  <p14:cNvPr id="4176" name="Ink 4175">
                    <a:extLst>
                      <a:ext uri="{FF2B5EF4-FFF2-40B4-BE49-F238E27FC236}">
                        <a16:creationId xmlns:a16="http://schemas.microsoft.com/office/drawing/2014/main" id="{67A96C51-5DF8-945F-6464-874B26393526}"/>
                      </a:ext>
                    </a:extLst>
                  </p14:cNvPr>
                  <p14:cNvContentPartPr/>
                  <p14:nvPr/>
                </p14:nvContentPartPr>
                <p14:xfrm>
                  <a:off x="4059934" y="3430061"/>
                  <a:ext cx="94680" cy="800640"/>
                </p14:xfrm>
              </p:contentPart>
            </mc:Choice>
            <mc:Fallback xmlns="">
              <p:pic>
                <p:nvPicPr>
                  <p:cNvPr id="1847" name="Ink 1846">
                    <a:extLst>
                      <a:ext uri="{FF2B5EF4-FFF2-40B4-BE49-F238E27FC236}">
                        <a16:creationId xmlns:a16="http://schemas.microsoft.com/office/drawing/2014/main" id="{0EF1F0F9-6A93-B052-0893-C9D10AD616A3}"/>
                      </a:ext>
                    </a:extLst>
                  </p:cNvPr>
                  <p:cNvPicPr/>
                  <p:nvPr/>
                </p:nvPicPr>
                <p:blipFill>
                  <a:blip r:embed="rId49"/>
                  <a:stretch>
                    <a:fillRect/>
                  </a:stretch>
                </p:blipFill>
                <p:spPr>
                  <a:xfrm>
                    <a:off x="4048609" y="3419291"/>
                    <a:ext cx="117104" cy="821965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sp>
        <p:nvSpPr>
          <p:cNvPr id="4177" name="Rectangle 4176">
            <a:extLst>
              <a:ext uri="{FF2B5EF4-FFF2-40B4-BE49-F238E27FC236}">
                <a16:creationId xmlns:a16="http://schemas.microsoft.com/office/drawing/2014/main" id="{AD5963D0-EB5C-BBFA-7C63-230DD6669E12}"/>
              </a:ext>
            </a:extLst>
          </p:cNvPr>
          <p:cNvSpPr/>
          <p:nvPr/>
        </p:nvSpPr>
        <p:spPr>
          <a:xfrm>
            <a:off x="22595640" y="7902716"/>
            <a:ext cx="1113278" cy="4064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4178" name="Rectangle 4177">
            <a:extLst>
              <a:ext uri="{FF2B5EF4-FFF2-40B4-BE49-F238E27FC236}">
                <a16:creationId xmlns:a16="http://schemas.microsoft.com/office/drawing/2014/main" id="{CA3227FC-9527-23A5-3C18-FFED55C88481}"/>
              </a:ext>
            </a:extLst>
          </p:cNvPr>
          <p:cNvSpPr/>
          <p:nvPr/>
        </p:nvSpPr>
        <p:spPr>
          <a:xfrm>
            <a:off x="22638492" y="7910582"/>
            <a:ext cx="1113278" cy="4064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41">
            <p14:nvContentPartPr>
              <p14:cNvPr id="4179" name="Ink 4178">
                <a:extLst>
                  <a:ext uri="{FF2B5EF4-FFF2-40B4-BE49-F238E27FC236}">
                    <a16:creationId xmlns:a16="http://schemas.microsoft.com/office/drawing/2014/main" id="{85CD8444-90FD-242A-CDAC-8CCAC92F0227}"/>
                  </a:ext>
                </a:extLst>
              </p14:cNvPr>
              <p14:cNvContentPartPr/>
              <p14:nvPr/>
            </p14:nvContentPartPr>
            <p14:xfrm rot="389916">
              <a:off x="22853612" y="7850680"/>
              <a:ext cx="314209" cy="595879"/>
            </p14:xfrm>
          </p:contentPart>
        </mc:Choice>
        <mc:Fallback xmlns="">
          <p:pic>
            <p:nvPicPr>
              <p:cNvPr id="4179" name="Ink 4178">
                <a:extLst>
                  <a:ext uri="{FF2B5EF4-FFF2-40B4-BE49-F238E27FC236}">
                    <a16:creationId xmlns:a16="http://schemas.microsoft.com/office/drawing/2014/main" id="{85CD8444-90FD-242A-CDAC-8CCAC92F0227}"/>
                  </a:ext>
                </a:extLst>
              </p:cNvPr>
              <p:cNvPicPr/>
              <p:nvPr/>
            </p:nvPicPr>
            <p:blipFill>
              <a:blip r:embed="rId214"/>
              <a:stretch>
                <a:fillRect/>
              </a:stretch>
            </p:blipFill>
            <p:spPr>
              <a:xfrm rot="389916">
                <a:off x="22844254" y="7841324"/>
                <a:ext cx="332925" cy="6145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4180" name="Ink 4179">
                <a:extLst>
                  <a:ext uri="{FF2B5EF4-FFF2-40B4-BE49-F238E27FC236}">
                    <a16:creationId xmlns:a16="http://schemas.microsoft.com/office/drawing/2014/main" id="{5D76FF76-58DE-8FBA-3E5D-7DDF83F0F276}"/>
                  </a:ext>
                </a:extLst>
              </p14:cNvPr>
              <p14:cNvContentPartPr/>
              <p14:nvPr/>
            </p14:nvContentPartPr>
            <p14:xfrm rot="389916">
              <a:off x="22655711" y="7892187"/>
              <a:ext cx="43600" cy="512864"/>
            </p14:xfrm>
          </p:contentPart>
        </mc:Choice>
        <mc:Fallback xmlns="">
          <p:pic>
            <p:nvPicPr>
              <p:cNvPr id="4180" name="Ink 4179">
                <a:extLst>
                  <a:ext uri="{FF2B5EF4-FFF2-40B4-BE49-F238E27FC236}">
                    <a16:creationId xmlns:a16="http://schemas.microsoft.com/office/drawing/2014/main" id="{5D76FF76-58DE-8FBA-3E5D-7DDF83F0F276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 rot="389916">
                <a:off x="22646419" y="7882829"/>
                <a:ext cx="62184" cy="5315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3">
            <p14:nvContentPartPr>
              <p14:cNvPr id="4181" name="Ink 4180">
                <a:extLst>
                  <a:ext uri="{FF2B5EF4-FFF2-40B4-BE49-F238E27FC236}">
                    <a16:creationId xmlns:a16="http://schemas.microsoft.com/office/drawing/2014/main" id="{DAA36590-77D7-6613-9226-E204FC400C61}"/>
                  </a:ext>
                </a:extLst>
              </p14:cNvPr>
              <p14:cNvContentPartPr/>
              <p14:nvPr/>
            </p14:nvContentPartPr>
            <p14:xfrm rot="389916">
              <a:off x="23167325" y="7790242"/>
              <a:ext cx="260418" cy="666314"/>
            </p14:xfrm>
          </p:contentPart>
        </mc:Choice>
        <mc:Fallback xmlns="">
          <p:pic>
            <p:nvPicPr>
              <p:cNvPr id="4181" name="Ink 4180">
                <a:extLst>
                  <a:ext uri="{FF2B5EF4-FFF2-40B4-BE49-F238E27FC236}">
                    <a16:creationId xmlns:a16="http://schemas.microsoft.com/office/drawing/2014/main" id="{DAA36590-77D7-6613-9226-E204FC400C61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 rot="389916">
                <a:off x="23157973" y="7780883"/>
                <a:ext cx="279122" cy="685033"/>
              </a:xfrm>
              <a:prstGeom prst="rect">
                <a:avLst/>
              </a:prstGeom>
            </p:spPr>
          </p:pic>
        </mc:Fallback>
      </mc:AlternateContent>
      <p:grpSp>
        <p:nvGrpSpPr>
          <p:cNvPr id="4182" name="Group 4181">
            <a:extLst>
              <a:ext uri="{FF2B5EF4-FFF2-40B4-BE49-F238E27FC236}">
                <a16:creationId xmlns:a16="http://schemas.microsoft.com/office/drawing/2014/main" id="{690C40C9-C5E7-03F0-EFD1-F860A9FE3956}"/>
              </a:ext>
            </a:extLst>
          </p:cNvPr>
          <p:cNvGrpSpPr/>
          <p:nvPr/>
        </p:nvGrpSpPr>
        <p:grpSpPr>
          <a:xfrm rot="389916">
            <a:off x="23506287" y="7737703"/>
            <a:ext cx="374524" cy="761028"/>
            <a:chOff x="3804694" y="3331061"/>
            <a:chExt cx="587520" cy="89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4183" name="Ink 4182">
                  <a:extLst>
                    <a:ext uri="{FF2B5EF4-FFF2-40B4-BE49-F238E27FC236}">
                      <a16:creationId xmlns:a16="http://schemas.microsoft.com/office/drawing/2014/main" id="{A636C75B-FBA8-ED43-40EE-7767E0587E02}"/>
                    </a:ext>
                  </a:extLst>
                </p14:cNvPr>
                <p14:cNvContentPartPr/>
                <p14:nvPr/>
              </p14:nvContentPartPr>
              <p14:xfrm>
                <a:off x="3804694" y="3331061"/>
                <a:ext cx="587520" cy="681840"/>
              </p14:xfrm>
            </p:contentPart>
          </mc:Choice>
          <mc:Fallback xmlns="">
            <p:pic>
              <p:nvPicPr>
                <p:cNvPr id="1846" name="Ink 1845">
                  <a:extLst>
                    <a:ext uri="{FF2B5EF4-FFF2-40B4-BE49-F238E27FC236}">
                      <a16:creationId xmlns:a16="http://schemas.microsoft.com/office/drawing/2014/main" id="{31E9715C-9D25-ED1A-F5F4-B27D171255A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793369" y="3320296"/>
                  <a:ext cx="609943" cy="7031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4184" name="Ink 4183">
                  <a:extLst>
                    <a:ext uri="{FF2B5EF4-FFF2-40B4-BE49-F238E27FC236}">
                      <a16:creationId xmlns:a16="http://schemas.microsoft.com/office/drawing/2014/main" id="{63017C17-4666-C4D6-58C6-E46005B52BC2}"/>
                    </a:ext>
                  </a:extLst>
                </p14:cNvPr>
                <p14:cNvContentPartPr/>
                <p14:nvPr/>
              </p14:nvContentPartPr>
              <p14:xfrm>
                <a:off x="4059934" y="3430061"/>
                <a:ext cx="94680" cy="800640"/>
              </p14:xfrm>
            </p:contentPart>
          </mc:Choice>
          <mc:Fallback xmlns="">
            <p:pic>
              <p:nvPicPr>
                <p:cNvPr id="1847" name="Ink 1846">
                  <a:extLst>
                    <a:ext uri="{FF2B5EF4-FFF2-40B4-BE49-F238E27FC236}">
                      <a16:creationId xmlns:a16="http://schemas.microsoft.com/office/drawing/2014/main" id="{0EF1F0F9-6A93-B052-0893-C9D10AD616A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048609" y="3419291"/>
                  <a:ext cx="117104" cy="821965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185" name="Rectangle 4184">
            <a:extLst>
              <a:ext uri="{FF2B5EF4-FFF2-40B4-BE49-F238E27FC236}">
                <a16:creationId xmlns:a16="http://schemas.microsoft.com/office/drawing/2014/main" id="{38A63A8B-5B82-470B-F2FD-EACB9AF86B6A}"/>
              </a:ext>
            </a:extLst>
          </p:cNvPr>
          <p:cNvSpPr/>
          <p:nvPr/>
        </p:nvSpPr>
        <p:spPr>
          <a:xfrm>
            <a:off x="22595640" y="9075762"/>
            <a:ext cx="1113278" cy="4064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4186" name="Rectangle 4185">
            <a:extLst>
              <a:ext uri="{FF2B5EF4-FFF2-40B4-BE49-F238E27FC236}">
                <a16:creationId xmlns:a16="http://schemas.microsoft.com/office/drawing/2014/main" id="{EC3D074B-BAD4-16E7-54B1-48489B2E31D5}"/>
              </a:ext>
            </a:extLst>
          </p:cNvPr>
          <p:cNvSpPr/>
          <p:nvPr/>
        </p:nvSpPr>
        <p:spPr>
          <a:xfrm>
            <a:off x="22638492" y="9083628"/>
            <a:ext cx="1113278" cy="4064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4187" name="Ink 4186">
                <a:extLst>
                  <a:ext uri="{FF2B5EF4-FFF2-40B4-BE49-F238E27FC236}">
                    <a16:creationId xmlns:a16="http://schemas.microsoft.com/office/drawing/2014/main" id="{AE4C625B-76C8-0AB3-949C-93BD93286625}"/>
                  </a:ext>
                </a:extLst>
              </p14:cNvPr>
              <p14:cNvContentPartPr/>
              <p14:nvPr/>
            </p14:nvContentPartPr>
            <p14:xfrm rot="389916">
              <a:off x="22849940" y="9105187"/>
              <a:ext cx="314209" cy="595879"/>
            </p14:xfrm>
          </p:contentPart>
        </mc:Choice>
        <mc:Fallback xmlns="">
          <p:pic>
            <p:nvPicPr>
              <p:cNvPr id="4187" name="Ink 4186">
                <a:extLst>
                  <a:ext uri="{FF2B5EF4-FFF2-40B4-BE49-F238E27FC236}">
                    <a16:creationId xmlns:a16="http://schemas.microsoft.com/office/drawing/2014/main" id="{AE4C625B-76C8-0AB3-949C-93BD93286625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 rot="389916">
                <a:off x="22840582" y="9095831"/>
                <a:ext cx="332925" cy="6145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7">
            <p14:nvContentPartPr>
              <p14:cNvPr id="4188" name="Ink 4187">
                <a:extLst>
                  <a:ext uri="{FF2B5EF4-FFF2-40B4-BE49-F238E27FC236}">
                    <a16:creationId xmlns:a16="http://schemas.microsoft.com/office/drawing/2014/main" id="{B6947E16-6D70-BB49-D407-D6A3866A08A4}"/>
                  </a:ext>
                </a:extLst>
              </p14:cNvPr>
              <p14:cNvContentPartPr/>
              <p14:nvPr/>
            </p14:nvContentPartPr>
            <p14:xfrm rot="389916">
              <a:off x="22655711" y="9123626"/>
              <a:ext cx="43600" cy="512864"/>
            </p14:xfrm>
          </p:contentPart>
        </mc:Choice>
        <mc:Fallback xmlns="">
          <p:pic>
            <p:nvPicPr>
              <p:cNvPr id="4188" name="Ink 4187">
                <a:extLst>
                  <a:ext uri="{FF2B5EF4-FFF2-40B4-BE49-F238E27FC236}">
                    <a16:creationId xmlns:a16="http://schemas.microsoft.com/office/drawing/2014/main" id="{B6947E16-6D70-BB49-D407-D6A3866A08A4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 rot="389916">
                <a:off x="22646419" y="9114268"/>
                <a:ext cx="62184" cy="5315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4189" name="Ink 4188">
                <a:extLst>
                  <a:ext uri="{FF2B5EF4-FFF2-40B4-BE49-F238E27FC236}">
                    <a16:creationId xmlns:a16="http://schemas.microsoft.com/office/drawing/2014/main" id="{5EBDEF13-BBB5-34A6-71AA-8718A724AA9B}"/>
                  </a:ext>
                </a:extLst>
              </p14:cNvPr>
              <p14:cNvContentPartPr/>
              <p14:nvPr/>
            </p14:nvContentPartPr>
            <p14:xfrm rot="389916">
              <a:off x="23181856" y="9043512"/>
              <a:ext cx="260418" cy="666314"/>
            </p14:xfrm>
          </p:contentPart>
        </mc:Choice>
        <mc:Fallback xmlns="">
          <p:pic>
            <p:nvPicPr>
              <p:cNvPr id="4189" name="Ink 4188">
                <a:extLst>
                  <a:ext uri="{FF2B5EF4-FFF2-40B4-BE49-F238E27FC236}">
                    <a16:creationId xmlns:a16="http://schemas.microsoft.com/office/drawing/2014/main" id="{5EBDEF13-BBB5-34A6-71AA-8718A724AA9B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 rot="389916">
                <a:off x="23172504" y="9034153"/>
                <a:ext cx="279122" cy="685033"/>
              </a:xfrm>
              <a:prstGeom prst="rect">
                <a:avLst/>
              </a:prstGeom>
            </p:spPr>
          </p:pic>
        </mc:Fallback>
      </mc:AlternateContent>
      <p:grpSp>
        <p:nvGrpSpPr>
          <p:cNvPr id="4190" name="Group 4189">
            <a:extLst>
              <a:ext uri="{FF2B5EF4-FFF2-40B4-BE49-F238E27FC236}">
                <a16:creationId xmlns:a16="http://schemas.microsoft.com/office/drawing/2014/main" id="{20503068-0152-4122-A762-85E04AF0D825}"/>
              </a:ext>
            </a:extLst>
          </p:cNvPr>
          <p:cNvGrpSpPr/>
          <p:nvPr/>
        </p:nvGrpSpPr>
        <p:grpSpPr>
          <a:xfrm rot="389916">
            <a:off x="23479547" y="8960409"/>
            <a:ext cx="374524" cy="761028"/>
            <a:chOff x="3804694" y="3331061"/>
            <a:chExt cx="587520" cy="89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4191" name="Ink 4190">
                  <a:extLst>
                    <a:ext uri="{FF2B5EF4-FFF2-40B4-BE49-F238E27FC236}">
                      <a16:creationId xmlns:a16="http://schemas.microsoft.com/office/drawing/2014/main" id="{844944DB-3A70-E52D-12C1-8D9D0E9FEEFD}"/>
                    </a:ext>
                  </a:extLst>
                </p14:cNvPr>
                <p14:cNvContentPartPr/>
                <p14:nvPr/>
              </p14:nvContentPartPr>
              <p14:xfrm>
                <a:off x="3804694" y="3331061"/>
                <a:ext cx="587520" cy="681840"/>
              </p14:xfrm>
            </p:contentPart>
          </mc:Choice>
          <mc:Fallback xmlns="">
            <p:pic>
              <p:nvPicPr>
                <p:cNvPr id="4191" name="Ink 4190">
                  <a:extLst>
                    <a:ext uri="{FF2B5EF4-FFF2-40B4-BE49-F238E27FC236}">
                      <a16:creationId xmlns:a16="http://schemas.microsoft.com/office/drawing/2014/main" id="{844944DB-3A70-E52D-12C1-8D9D0E9FEEFD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790006" y="3320002"/>
                  <a:ext cx="616896" cy="7039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4192" name="Ink 4191">
                  <a:extLst>
                    <a:ext uri="{FF2B5EF4-FFF2-40B4-BE49-F238E27FC236}">
                      <a16:creationId xmlns:a16="http://schemas.microsoft.com/office/drawing/2014/main" id="{5F8EC412-A722-510B-7CB5-056BDBB2EB5D}"/>
                    </a:ext>
                  </a:extLst>
                </p14:cNvPr>
                <p14:cNvContentPartPr/>
                <p14:nvPr/>
              </p14:nvContentPartPr>
              <p14:xfrm>
                <a:off x="4059934" y="3430061"/>
                <a:ext cx="94680" cy="800640"/>
              </p14:xfrm>
            </p:contentPart>
          </mc:Choice>
          <mc:Fallback xmlns="">
            <p:pic>
              <p:nvPicPr>
                <p:cNvPr id="4192" name="Ink 4191">
                  <a:extLst>
                    <a:ext uri="{FF2B5EF4-FFF2-40B4-BE49-F238E27FC236}">
                      <a16:creationId xmlns:a16="http://schemas.microsoft.com/office/drawing/2014/main" id="{5F8EC412-A722-510B-7CB5-056BDBB2EB5D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045281" y="3418994"/>
                  <a:ext cx="123986" cy="822774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193" name="Rectangle 4192">
            <a:extLst>
              <a:ext uri="{FF2B5EF4-FFF2-40B4-BE49-F238E27FC236}">
                <a16:creationId xmlns:a16="http://schemas.microsoft.com/office/drawing/2014/main" id="{5C17063F-1C14-B269-F230-3A2A77FEB277}"/>
              </a:ext>
            </a:extLst>
          </p:cNvPr>
          <p:cNvSpPr/>
          <p:nvPr/>
        </p:nvSpPr>
        <p:spPr>
          <a:xfrm>
            <a:off x="22250354" y="13082992"/>
            <a:ext cx="1147267" cy="5677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4194" name="Rectangle 4193">
            <a:extLst>
              <a:ext uri="{FF2B5EF4-FFF2-40B4-BE49-F238E27FC236}">
                <a16:creationId xmlns:a16="http://schemas.microsoft.com/office/drawing/2014/main" id="{BB45C68B-1709-8AE8-D1B4-429E45AE42E7}"/>
              </a:ext>
            </a:extLst>
          </p:cNvPr>
          <p:cNvSpPr/>
          <p:nvPr/>
        </p:nvSpPr>
        <p:spPr>
          <a:xfrm>
            <a:off x="22182506" y="14090006"/>
            <a:ext cx="1236310" cy="5677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4195" name="Picture 4194">
            <a:extLst>
              <a:ext uri="{FF2B5EF4-FFF2-40B4-BE49-F238E27FC236}">
                <a16:creationId xmlns:a16="http://schemas.microsoft.com/office/drawing/2014/main" id="{BD711FCF-9DE3-C60F-6336-5CFD8001E6BA}"/>
              </a:ext>
            </a:extLst>
          </p:cNvPr>
          <p:cNvPicPr>
            <a:picLocks noChangeAspect="1"/>
          </p:cNvPicPr>
          <p:nvPr/>
        </p:nvPicPr>
        <p:blipFill>
          <a:blip r:embed="rId108"/>
          <a:srcRect t="25662" b="49201"/>
          <a:stretch>
            <a:fillRect/>
          </a:stretch>
        </p:blipFill>
        <p:spPr>
          <a:xfrm>
            <a:off x="22087732" y="11779981"/>
            <a:ext cx="1496530" cy="1076148"/>
          </a:xfrm>
          <a:prstGeom prst="rect">
            <a:avLst/>
          </a:prstGeom>
        </p:spPr>
      </p:pic>
      <p:sp>
        <p:nvSpPr>
          <p:cNvPr id="4196" name="Rectangle 4195">
            <a:extLst>
              <a:ext uri="{FF2B5EF4-FFF2-40B4-BE49-F238E27FC236}">
                <a16:creationId xmlns:a16="http://schemas.microsoft.com/office/drawing/2014/main" id="{E62E59A3-8261-838E-9792-B51E52BC5604}"/>
              </a:ext>
            </a:extLst>
          </p:cNvPr>
          <p:cNvSpPr/>
          <p:nvPr/>
        </p:nvSpPr>
        <p:spPr>
          <a:xfrm>
            <a:off x="22239374" y="11992040"/>
            <a:ext cx="1204981" cy="5677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grpSp>
        <p:nvGrpSpPr>
          <p:cNvPr id="4197" name="Group 4196">
            <a:extLst>
              <a:ext uri="{FF2B5EF4-FFF2-40B4-BE49-F238E27FC236}">
                <a16:creationId xmlns:a16="http://schemas.microsoft.com/office/drawing/2014/main" id="{669C765D-DAE2-7E62-A287-BBFECC6FA274}"/>
              </a:ext>
            </a:extLst>
          </p:cNvPr>
          <p:cNvGrpSpPr/>
          <p:nvPr/>
        </p:nvGrpSpPr>
        <p:grpSpPr>
          <a:xfrm>
            <a:off x="22266568" y="11933905"/>
            <a:ext cx="1189490" cy="689109"/>
            <a:chOff x="39856496" y="7067826"/>
            <a:chExt cx="1662921" cy="976876"/>
          </a:xfrm>
        </p:grpSpPr>
        <p:sp>
          <p:nvSpPr>
            <p:cNvPr id="4198" name="Rectangle 4197">
              <a:extLst>
                <a:ext uri="{FF2B5EF4-FFF2-40B4-BE49-F238E27FC236}">
                  <a16:creationId xmlns:a16="http://schemas.microsoft.com/office/drawing/2014/main" id="{DA7B6179-9567-ECCD-3519-75018B6052CA}"/>
                </a:ext>
              </a:extLst>
            </p:cNvPr>
            <p:cNvSpPr/>
            <p:nvPr/>
          </p:nvSpPr>
          <p:spPr>
            <a:xfrm>
              <a:off x="39858844" y="7279641"/>
              <a:ext cx="1438468" cy="5216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4199" name="Rectangle 4198">
              <a:extLst>
                <a:ext uri="{FF2B5EF4-FFF2-40B4-BE49-F238E27FC236}">
                  <a16:creationId xmlns:a16="http://schemas.microsoft.com/office/drawing/2014/main" id="{3F9F8A23-E059-4C71-F00D-D0FA5AF34D1C}"/>
                </a:ext>
              </a:extLst>
            </p:cNvPr>
            <p:cNvSpPr/>
            <p:nvPr/>
          </p:nvSpPr>
          <p:spPr>
            <a:xfrm>
              <a:off x="39914213" y="7289738"/>
              <a:ext cx="1438468" cy="5216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4200" name="Ink 4199">
                  <a:extLst>
                    <a:ext uri="{FF2B5EF4-FFF2-40B4-BE49-F238E27FC236}">
                      <a16:creationId xmlns:a16="http://schemas.microsoft.com/office/drawing/2014/main" id="{56618FF7-1A83-E079-76FC-C2E8D7F0179D}"/>
                    </a:ext>
                  </a:extLst>
                </p14:cNvPr>
                <p14:cNvContentPartPr/>
                <p14:nvPr/>
              </p14:nvContentPartPr>
              <p14:xfrm rot="389916">
                <a:off x="39856496" y="7229059"/>
                <a:ext cx="405989" cy="764886"/>
              </p14:xfrm>
            </p:contentPart>
          </mc:Choice>
          <mc:Fallback xmlns="">
            <p:pic>
              <p:nvPicPr>
                <p:cNvPr id="4200" name="Ink 4199">
                  <a:extLst>
                    <a:ext uri="{FF2B5EF4-FFF2-40B4-BE49-F238E27FC236}">
                      <a16:creationId xmlns:a16="http://schemas.microsoft.com/office/drawing/2014/main" id="{56618FF7-1A83-E079-76FC-C2E8D7F0179D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 rot="389916">
                  <a:off x="39843416" y="7215792"/>
                  <a:ext cx="432149" cy="7914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4201" name="Ink 4200">
                  <a:extLst>
                    <a:ext uri="{FF2B5EF4-FFF2-40B4-BE49-F238E27FC236}">
                      <a16:creationId xmlns:a16="http://schemas.microsoft.com/office/drawing/2014/main" id="{CF4E4296-E79B-0376-2F33-627AD73F66EB}"/>
                    </a:ext>
                  </a:extLst>
                </p14:cNvPr>
                <p14:cNvContentPartPr/>
                <p14:nvPr/>
              </p14:nvContentPartPr>
              <p14:xfrm rot="389916">
                <a:off x="40476686" y="7350589"/>
                <a:ext cx="56336" cy="658326"/>
              </p14:xfrm>
            </p:contentPart>
          </mc:Choice>
          <mc:Fallback xmlns="">
            <p:pic>
              <p:nvPicPr>
                <p:cNvPr id="4201" name="Ink 4200">
                  <a:extLst>
                    <a:ext uri="{FF2B5EF4-FFF2-40B4-BE49-F238E27FC236}">
                      <a16:creationId xmlns:a16="http://schemas.microsoft.com/office/drawing/2014/main" id="{CF4E4296-E79B-0376-2F33-627AD73F66EB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 rot="389916">
                  <a:off x="40463724" y="7337320"/>
                  <a:ext cx="81762" cy="68486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4202" name="Ink 4201">
                  <a:extLst>
                    <a:ext uri="{FF2B5EF4-FFF2-40B4-BE49-F238E27FC236}">
                      <a16:creationId xmlns:a16="http://schemas.microsoft.com/office/drawing/2014/main" id="{1A12DB65-6827-FF12-B630-7E43CB16399A}"/>
                    </a:ext>
                  </a:extLst>
                </p14:cNvPr>
                <p14:cNvContentPartPr/>
                <p14:nvPr/>
              </p14:nvContentPartPr>
              <p14:xfrm rot="389916">
                <a:off x="40597519" y="7135265"/>
                <a:ext cx="336487" cy="855299"/>
              </p14:xfrm>
            </p:contentPart>
          </mc:Choice>
          <mc:Fallback xmlns="">
            <p:pic>
              <p:nvPicPr>
                <p:cNvPr id="4202" name="Ink 4201">
                  <a:extLst>
                    <a:ext uri="{FF2B5EF4-FFF2-40B4-BE49-F238E27FC236}">
                      <a16:creationId xmlns:a16="http://schemas.microsoft.com/office/drawing/2014/main" id="{1A12DB65-6827-FF12-B630-7E43CB16399A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 rot="389916">
                  <a:off x="40584442" y="7121997"/>
                  <a:ext cx="362641" cy="881836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4203" name="Group 4202">
              <a:extLst>
                <a:ext uri="{FF2B5EF4-FFF2-40B4-BE49-F238E27FC236}">
                  <a16:creationId xmlns:a16="http://schemas.microsoft.com/office/drawing/2014/main" id="{9BB91E35-48AD-4B34-E509-1E5228FEAE9D}"/>
                </a:ext>
              </a:extLst>
            </p:cNvPr>
            <p:cNvGrpSpPr/>
            <p:nvPr/>
          </p:nvGrpSpPr>
          <p:grpSpPr>
            <a:xfrm rot="389916">
              <a:off x="41035494" y="7067826"/>
              <a:ext cx="483923" cy="976876"/>
              <a:chOff x="3804694" y="3331061"/>
              <a:chExt cx="587520" cy="8996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257">
                <p14:nvContentPartPr>
                  <p14:cNvPr id="4204" name="Ink 4203">
                    <a:extLst>
                      <a:ext uri="{FF2B5EF4-FFF2-40B4-BE49-F238E27FC236}">
                        <a16:creationId xmlns:a16="http://schemas.microsoft.com/office/drawing/2014/main" id="{E82B96E5-6B65-BA80-6CCA-57CC696374FE}"/>
                      </a:ext>
                    </a:extLst>
                  </p14:cNvPr>
                  <p14:cNvContentPartPr/>
                  <p14:nvPr/>
                </p14:nvContentPartPr>
                <p14:xfrm>
                  <a:off x="3804694" y="3331061"/>
                  <a:ext cx="587520" cy="681840"/>
                </p14:xfrm>
              </p:contentPart>
            </mc:Choice>
            <mc:Fallback xmlns="">
              <p:pic>
                <p:nvPicPr>
                  <p:cNvPr id="1846" name="Ink 1845">
                    <a:extLst>
                      <a:ext uri="{FF2B5EF4-FFF2-40B4-BE49-F238E27FC236}">
                        <a16:creationId xmlns:a16="http://schemas.microsoft.com/office/drawing/2014/main" id="{31E9715C-9D25-ED1A-F5F4-B27D171255A9}"/>
                      </a:ext>
                    </a:extLst>
                  </p:cNvPr>
                  <p:cNvPicPr/>
                  <p:nvPr/>
                </p:nvPicPr>
                <p:blipFill>
                  <a:blip r:embed="rId47"/>
                  <a:stretch>
                    <a:fillRect/>
                  </a:stretch>
                </p:blipFill>
                <p:spPr>
                  <a:xfrm>
                    <a:off x="3793369" y="3320296"/>
                    <a:ext cx="609943" cy="70315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58">
                <p14:nvContentPartPr>
                  <p14:cNvPr id="4205" name="Ink 4204">
                    <a:extLst>
                      <a:ext uri="{FF2B5EF4-FFF2-40B4-BE49-F238E27FC236}">
                        <a16:creationId xmlns:a16="http://schemas.microsoft.com/office/drawing/2014/main" id="{0E83D663-9583-048A-45C4-158EF232FA94}"/>
                      </a:ext>
                    </a:extLst>
                  </p14:cNvPr>
                  <p14:cNvContentPartPr/>
                  <p14:nvPr/>
                </p14:nvContentPartPr>
                <p14:xfrm>
                  <a:off x="4059934" y="3430061"/>
                  <a:ext cx="94680" cy="800640"/>
                </p14:xfrm>
              </p:contentPart>
            </mc:Choice>
            <mc:Fallback xmlns="">
              <p:pic>
                <p:nvPicPr>
                  <p:cNvPr id="1847" name="Ink 1846">
                    <a:extLst>
                      <a:ext uri="{FF2B5EF4-FFF2-40B4-BE49-F238E27FC236}">
                        <a16:creationId xmlns:a16="http://schemas.microsoft.com/office/drawing/2014/main" id="{0EF1F0F9-6A93-B052-0893-C9D10AD616A3}"/>
                      </a:ext>
                    </a:extLst>
                  </p:cNvPr>
                  <p:cNvPicPr/>
                  <p:nvPr/>
                </p:nvPicPr>
                <p:blipFill>
                  <a:blip r:embed="rId49"/>
                  <a:stretch>
                    <a:fillRect/>
                  </a:stretch>
                </p:blipFill>
                <p:spPr>
                  <a:xfrm>
                    <a:off x="4048609" y="3419291"/>
                    <a:ext cx="117104" cy="821965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sp>
        <p:nvSpPr>
          <p:cNvPr id="4206" name="Rectangle 4205">
            <a:extLst>
              <a:ext uri="{FF2B5EF4-FFF2-40B4-BE49-F238E27FC236}">
                <a16:creationId xmlns:a16="http://schemas.microsoft.com/office/drawing/2014/main" id="{8AB17455-1670-E08B-31EE-C33671A3EF5C}"/>
              </a:ext>
            </a:extLst>
          </p:cNvPr>
          <p:cNvSpPr/>
          <p:nvPr/>
        </p:nvSpPr>
        <p:spPr>
          <a:xfrm>
            <a:off x="22257426" y="13100004"/>
            <a:ext cx="1028939" cy="36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4207" name="Rectangle 4206">
            <a:extLst>
              <a:ext uri="{FF2B5EF4-FFF2-40B4-BE49-F238E27FC236}">
                <a16:creationId xmlns:a16="http://schemas.microsoft.com/office/drawing/2014/main" id="{331343D2-3C3A-E981-B66B-C32D2D4CD086}"/>
              </a:ext>
            </a:extLst>
          </p:cNvPr>
          <p:cNvSpPr/>
          <p:nvPr/>
        </p:nvSpPr>
        <p:spPr>
          <a:xfrm>
            <a:off x="22297032" y="13107127"/>
            <a:ext cx="1028939" cy="36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59">
            <p14:nvContentPartPr>
              <p14:cNvPr id="4208" name="Ink 4207">
                <a:extLst>
                  <a:ext uri="{FF2B5EF4-FFF2-40B4-BE49-F238E27FC236}">
                    <a16:creationId xmlns:a16="http://schemas.microsoft.com/office/drawing/2014/main" id="{64CD104F-D794-5F0C-34EC-130CECD1D01D}"/>
                  </a:ext>
                </a:extLst>
              </p14:cNvPr>
              <p14:cNvContentPartPr/>
              <p14:nvPr/>
            </p14:nvContentPartPr>
            <p14:xfrm rot="389916">
              <a:off x="22297072" y="13119148"/>
              <a:ext cx="290405" cy="539567"/>
            </p14:xfrm>
          </p:contentPart>
        </mc:Choice>
        <mc:Fallback xmlns="">
          <p:pic>
            <p:nvPicPr>
              <p:cNvPr id="4208" name="Ink 4207">
                <a:extLst>
                  <a:ext uri="{FF2B5EF4-FFF2-40B4-BE49-F238E27FC236}">
                    <a16:creationId xmlns:a16="http://schemas.microsoft.com/office/drawing/2014/main" id="{64CD104F-D794-5F0C-34EC-130CECD1D01D}"/>
                  </a:ext>
                </a:extLst>
              </p:cNvPr>
              <p:cNvPicPr/>
              <p:nvPr/>
            </p:nvPicPr>
            <p:blipFill>
              <a:blip r:embed="rId260"/>
              <a:stretch>
                <a:fillRect/>
              </a:stretch>
            </p:blipFill>
            <p:spPr>
              <a:xfrm rot="389916">
                <a:off x="22287716" y="13109789"/>
                <a:ext cx="309118" cy="5582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1">
            <p14:nvContentPartPr>
              <p14:cNvPr id="4209" name="Ink 4208">
                <a:extLst>
                  <a:ext uri="{FF2B5EF4-FFF2-40B4-BE49-F238E27FC236}">
                    <a16:creationId xmlns:a16="http://schemas.microsoft.com/office/drawing/2014/main" id="{43925B3D-F9D4-8050-5278-41837049FE9F}"/>
                  </a:ext>
                </a:extLst>
              </p14:cNvPr>
              <p14:cNvContentPartPr/>
              <p14:nvPr/>
            </p14:nvContentPartPr>
            <p14:xfrm rot="389916">
              <a:off x="22689463" y="13090471"/>
              <a:ext cx="40297" cy="464398"/>
            </p14:xfrm>
          </p:contentPart>
        </mc:Choice>
        <mc:Fallback xmlns="">
          <p:pic>
            <p:nvPicPr>
              <p:cNvPr id="4209" name="Ink 4208">
                <a:extLst>
                  <a:ext uri="{FF2B5EF4-FFF2-40B4-BE49-F238E27FC236}">
                    <a16:creationId xmlns:a16="http://schemas.microsoft.com/office/drawing/2014/main" id="{43925B3D-F9D4-8050-5278-41837049FE9F}"/>
                  </a:ext>
                </a:extLst>
              </p:cNvPr>
              <p:cNvPicPr/>
              <p:nvPr/>
            </p:nvPicPr>
            <p:blipFill>
              <a:blip r:embed="rId262"/>
              <a:stretch>
                <a:fillRect/>
              </a:stretch>
            </p:blipFill>
            <p:spPr>
              <a:xfrm rot="389916">
                <a:off x="22680191" y="13081111"/>
                <a:ext cx="58841" cy="4831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3">
            <p14:nvContentPartPr>
              <p14:cNvPr id="4210" name="Ink 4209">
                <a:extLst>
                  <a:ext uri="{FF2B5EF4-FFF2-40B4-BE49-F238E27FC236}">
                    <a16:creationId xmlns:a16="http://schemas.microsoft.com/office/drawing/2014/main" id="{280807BF-3103-4F85-56BC-CC1206C8881C}"/>
                  </a:ext>
                </a:extLst>
              </p14:cNvPr>
              <p14:cNvContentPartPr/>
              <p14:nvPr/>
            </p14:nvContentPartPr>
            <p14:xfrm rot="389916">
              <a:off x="22785802" y="12998159"/>
              <a:ext cx="240689" cy="603346"/>
            </p14:xfrm>
          </p:contentPart>
        </mc:Choice>
        <mc:Fallback xmlns="">
          <p:pic>
            <p:nvPicPr>
              <p:cNvPr id="4210" name="Ink 4209">
                <a:extLst>
                  <a:ext uri="{FF2B5EF4-FFF2-40B4-BE49-F238E27FC236}">
                    <a16:creationId xmlns:a16="http://schemas.microsoft.com/office/drawing/2014/main" id="{280807BF-3103-4F85-56BC-CC1206C8881C}"/>
                  </a:ext>
                </a:extLst>
              </p:cNvPr>
              <p:cNvPicPr/>
              <p:nvPr/>
            </p:nvPicPr>
            <p:blipFill>
              <a:blip r:embed="rId264"/>
              <a:stretch>
                <a:fillRect/>
              </a:stretch>
            </p:blipFill>
            <p:spPr>
              <a:xfrm rot="389916">
                <a:off x="22776448" y="12988799"/>
                <a:ext cx="259397" cy="622066"/>
              </a:xfrm>
              <a:prstGeom prst="rect">
                <a:avLst/>
              </a:prstGeom>
            </p:spPr>
          </p:pic>
        </mc:Fallback>
      </mc:AlternateContent>
      <p:grpSp>
        <p:nvGrpSpPr>
          <p:cNvPr id="4211" name="Group 4210">
            <a:extLst>
              <a:ext uri="{FF2B5EF4-FFF2-40B4-BE49-F238E27FC236}">
                <a16:creationId xmlns:a16="http://schemas.microsoft.com/office/drawing/2014/main" id="{6A403B57-7329-F5E5-448C-E2432ADF86E4}"/>
              </a:ext>
            </a:extLst>
          </p:cNvPr>
          <p:cNvGrpSpPr/>
          <p:nvPr/>
        </p:nvGrpSpPr>
        <p:grpSpPr>
          <a:xfrm rot="389916">
            <a:off x="23099086" y="12950586"/>
            <a:ext cx="346151" cy="689109"/>
            <a:chOff x="3804694" y="3331061"/>
            <a:chExt cx="587520" cy="89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4212" name="Ink 4211">
                  <a:extLst>
                    <a:ext uri="{FF2B5EF4-FFF2-40B4-BE49-F238E27FC236}">
                      <a16:creationId xmlns:a16="http://schemas.microsoft.com/office/drawing/2014/main" id="{C3653178-51F0-59B6-498A-E28B0CED1239}"/>
                    </a:ext>
                  </a:extLst>
                </p14:cNvPr>
                <p14:cNvContentPartPr/>
                <p14:nvPr/>
              </p14:nvContentPartPr>
              <p14:xfrm>
                <a:off x="3804694" y="3331061"/>
                <a:ext cx="587520" cy="681840"/>
              </p14:xfrm>
            </p:contentPart>
          </mc:Choice>
          <mc:Fallback xmlns="">
            <p:pic>
              <p:nvPicPr>
                <p:cNvPr id="1846" name="Ink 1845">
                  <a:extLst>
                    <a:ext uri="{FF2B5EF4-FFF2-40B4-BE49-F238E27FC236}">
                      <a16:creationId xmlns:a16="http://schemas.microsoft.com/office/drawing/2014/main" id="{31E9715C-9D25-ED1A-F5F4-B27D171255A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793369" y="3320296"/>
                  <a:ext cx="609943" cy="7031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4213" name="Ink 4212">
                  <a:extLst>
                    <a:ext uri="{FF2B5EF4-FFF2-40B4-BE49-F238E27FC236}">
                      <a16:creationId xmlns:a16="http://schemas.microsoft.com/office/drawing/2014/main" id="{15A1CAD8-1638-42B2-D644-FCE8A3D49303}"/>
                    </a:ext>
                  </a:extLst>
                </p14:cNvPr>
                <p14:cNvContentPartPr/>
                <p14:nvPr/>
              </p14:nvContentPartPr>
              <p14:xfrm>
                <a:off x="4059934" y="3430061"/>
                <a:ext cx="94680" cy="800640"/>
              </p14:xfrm>
            </p:contentPart>
          </mc:Choice>
          <mc:Fallback xmlns="">
            <p:pic>
              <p:nvPicPr>
                <p:cNvPr id="1847" name="Ink 1846">
                  <a:extLst>
                    <a:ext uri="{FF2B5EF4-FFF2-40B4-BE49-F238E27FC236}">
                      <a16:creationId xmlns:a16="http://schemas.microsoft.com/office/drawing/2014/main" id="{0EF1F0F9-6A93-B052-0893-C9D10AD616A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048609" y="3419291"/>
                  <a:ext cx="117104" cy="821965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214" name="Rectangle 4213">
            <a:extLst>
              <a:ext uri="{FF2B5EF4-FFF2-40B4-BE49-F238E27FC236}">
                <a16:creationId xmlns:a16="http://schemas.microsoft.com/office/drawing/2014/main" id="{6C84F9CC-89E4-5532-C2B3-034EDE40C98A}"/>
              </a:ext>
            </a:extLst>
          </p:cNvPr>
          <p:cNvSpPr/>
          <p:nvPr/>
        </p:nvSpPr>
        <p:spPr>
          <a:xfrm>
            <a:off x="22257426" y="14162195"/>
            <a:ext cx="1028939" cy="36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4215" name="Rectangle 4214">
            <a:extLst>
              <a:ext uri="{FF2B5EF4-FFF2-40B4-BE49-F238E27FC236}">
                <a16:creationId xmlns:a16="http://schemas.microsoft.com/office/drawing/2014/main" id="{C5C4EE2F-B95A-FAC4-C0A7-A1548E7DA842}"/>
              </a:ext>
            </a:extLst>
          </p:cNvPr>
          <p:cNvSpPr/>
          <p:nvPr/>
        </p:nvSpPr>
        <p:spPr>
          <a:xfrm>
            <a:off x="22297032" y="14169318"/>
            <a:ext cx="1028939" cy="36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67">
            <p14:nvContentPartPr>
              <p14:cNvPr id="4216" name="Ink 4215">
                <a:extLst>
                  <a:ext uri="{FF2B5EF4-FFF2-40B4-BE49-F238E27FC236}">
                    <a16:creationId xmlns:a16="http://schemas.microsoft.com/office/drawing/2014/main" id="{848DE1FC-D16A-89D1-4348-B557A3583146}"/>
                  </a:ext>
                </a:extLst>
              </p14:cNvPr>
              <p14:cNvContentPartPr/>
              <p14:nvPr/>
            </p14:nvContentPartPr>
            <p14:xfrm rot="389916">
              <a:off x="22293678" y="14188841"/>
              <a:ext cx="290405" cy="539567"/>
            </p14:xfrm>
          </p:contentPart>
        </mc:Choice>
        <mc:Fallback xmlns="">
          <p:pic>
            <p:nvPicPr>
              <p:cNvPr id="4216" name="Ink 4215">
                <a:extLst>
                  <a:ext uri="{FF2B5EF4-FFF2-40B4-BE49-F238E27FC236}">
                    <a16:creationId xmlns:a16="http://schemas.microsoft.com/office/drawing/2014/main" id="{848DE1FC-D16A-89D1-4348-B557A3583146}"/>
                  </a:ext>
                </a:extLst>
              </p:cNvPr>
              <p:cNvPicPr/>
              <p:nvPr/>
            </p:nvPicPr>
            <p:blipFill>
              <a:blip r:embed="rId268"/>
              <a:stretch>
                <a:fillRect/>
              </a:stretch>
            </p:blipFill>
            <p:spPr>
              <a:xfrm rot="389916">
                <a:off x="22284322" y="14179482"/>
                <a:ext cx="309118" cy="5582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9">
            <p14:nvContentPartPr>
              <p14:cNvPr id="4217" name="Ink 4216">
                <a:extLst>
                  <a:ext uri="{FF2B5EF4-FFF2-40B4-BE49-F238E27FC236}">
                    <a16:creationId xmlns:a16="http://schemas.microsoft.com/office/drawing/2014/main" id="{4B747BA0-7212-5C50-756D-D1CA87875660}"/>
                  </a:ext>
                </a:extLst>
              </p14:cNvPr>
              <p14:cNvContentPartPr/>
              <p14:nvPr/>
            </p14:nvContentPartPr>
            <p14:xfrm rot="389916">
              <a:off x="22689463" y="14152528"/>
              <a:ext cx="40297" cy="464398"/>
            </p14:xfrm>
          </p:contentPart>
        </mc:Choice>
        <mc:Fallback xmlns="">
          <p:pic>
            <p:nvPicPr>
              <p:cNvPr id="4217" name="Ink 4216">
                <a:extLst>
                  <a:ext uri="{FF2B5EF4-FFF2-40B4-BE49-F238E27FC236}">
                    <a16:creationId xmlns:a16="http://schemas.microsoft.com/office/drawing/2014/main" id="{4B747BA0-7212-5C50-756D-D1CA87875660}"/>
                  </a:ext>
                </a:extLst>
              </p:cNvPr>
              <p:cNvPicPr/>
              <p:nvPr/>
            </p:nvPicPr>
            <p:blipFill>
              <a:blip r:embed="rId262"/>
              <a:stretch>
                <a:fillRect/>
              </a:stretch>
            </p:blipFill>
            <p:spPr>
              <a:xfrm rot="389916">
                <a:off x="22680191" y="14143168"/>
                <a:ext cx="58841" cy="4831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0">
            <p14:nvContentPartPr>
              <p14:cNvPr id="4218" name="Ink 4217">
                <a:extLst>
                  <a:ext uri="{FF2B5EF4-FFF2-40B4-BE49-F238E27FC236}">
                    <a16:creationId xmlns:a16="http://schemas.microsoft.com/office/drawing/2014/main" id="{1172CD5C-6C15-FE71-26BD-DB5E34EAC191}"/>
                  </a:ext>
                </a:extLst>
              </p14:cNvPr>
              <p14:cNvContentPartPr/>
              <p14:nvPr/>
            </p14:nvContentPartPr>
            <p14:xfrm rot="389916">
              <a:off x="22752924" y="14051897"/>
              <a:ext cx="240689" cy="603346"/>
            </p14:xfrm>
          </p:contentPart>
        </mc:Choice>
        <mc:Fallback xmlns="">
          <p:pic>
            <p:nvPicPr>
              <p:cNvPr id="4218" name="Ink 4217">
                <a:extLst>
                  <a:ext uri="{FF2B5EF4-FFF2-40B4-BE49-F238E27FC236}">
                    <a16:creationId xmlns:a16="http://schemas.microsoft.com/office/drawing/2014/main" id="{1172CD5C-6C15-FE71-26BD-DB5E34EAC191}"/>
                  </a:ext>
                </a:extLst>
              </p:cNvPr>
              <p:cNvPicPr/>
              <p:nvPr/>
            </p:nvPicPr>
            <p:blipFill>
              <a:blip r:embed="rId264"/>
              <a:stretch>
                <a:fillRect/>
              </a:stretch>
            </p:blipFill>
            <p:spPr>
              <a:xfrm rot="389916">
                <a:off x="22743570" y="14042537"/>
                <a:ext cx="259397" cy="622066"/>
              </a:xfrm>
              <a:prstGeom prst="rect">
                <a:avLst/>
              </a:prstGeom>
            </p:spPr>
          </p:pic>
        </mc:Fallback>
      </mc:AlternateContent>
      <p:grpSp>
        <p:nvGrpSpPr>
          <p:cNvPr id="4219" name="Group 4218">
            <a:extLst>
              <a:ext uri="{FF2B5EF4-FFF2-40B4-BE49-F238E27FC236}">
                <a16:creationId xmlns:a16="http://schemas.microsoft.com/office/drawing/2014/main" id="{12B9595A-5B0C-E6F9-ABD0-CBF7EAF415CF}"/>
              </a:ext>
            </a:extLst>
          </p:cNvPr>
          <p:cNvGrpSpPr/>
          <p:nvPr/>
        </p:nvGrpSpPr>
        <p:grpSpPr>
          <a:xfrm rot="389916">
            <a:off x="23064860" y="13983160"/>
            <a:ext cx="346151" cy="689109"/>
            <a:chOff x="3804694" y="3331061"/>
            <a:chExt cx="587520" cy="89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4220" name="Ink 4219">
                  <a:extLst>
                    <a:ext uri="{FF2B5EF4-FFF2-40B4-BE49-F238E27FC236}">
                      <a16:creationId xmlns:a16="http://schemas.microsoft.com/office/drawing/2014/main" id="{74D32A78-32E9-6A48-C3BF-A0A885868337}"/>
                    </a:ext>
                  </a:extLst>
                </p14:cNvPr>
                <p14:cNvContentPartPr/>
                <p14:nvPr/>
              </p14:nvContentPartPr>
              <p14:xfrm>
                <a:off x="3804694" y="3331061"/>
                <a:ext cx="587520" cy="681840"/>
              </p14:xfrm>
            </p:contentPart>
          </mc:Choice>
          <mc:Fallback xmlns="">
            <p:pic>
              <p:nvPicPr>
                <p:cNvPr id="4220" name="Ink 4219">
                  <a:extLst>
                    <a:ext uri="{FF2B5EF4-FFF2-40B4-BE49-F238E27FC236}">
                      <a16:creationId xmlns:a16="http://schemas.microsoft.com/office/drawing/2014/main" id="{74D32A78-32E9-6A48-C3BF-A0A885868337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3788815" y="3318852"/>
                  <a:ext cx="619278" cy="7062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4221" name="Ink 4220">
                  <a:extLst>
                    <a:ext uri="{FF2B5EF4-FFF2-40B4-BE49-F238E27FC236}">
                      <a16:creationId xmlns:a16="http://schemas.microsoft.com/office/drawing/2014/main" id="{B92EBCC5-925D-1216-BCCE-BFBC952553C3}"/>
                    </a:ext>
                  </a:extLst>
                </p14:cNvPr>
                <p14:cNvContentPartPr/>
                <p14:nvPr/>
              </p14:nvContentPartPr>
              <p14:xfrm>
                <a:off x="4059934" y="3430061"/>
                <a:ext cx="94680" cy="800640"/>
              </p14:xfrm>
            </p:contentPart>
          </mc:Choice>
          <mc:Fallback xmlns="">
            <p:pic>
              <p:nvPicPr>
                <p:cNvPr id="4221" name="Ink 4220">
                  <a:extLst>
                    <a:ext uri="{FF2B5EF4-FFF2-40B4-BE49-F238E27FC236}">
                      <a16:creationId xmlns:a16="http://schemas.microsoft.com/office/drawing/2014/main" id="{B92EBCC5-925D-1216-BCCE-BFBC952553C3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4044052" y="3417845"/>
                  <a:ext cx="126444" cy="824603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22" name="Group 4221">
            <a:extLst>
              <a:ext uri="{FF2B5EF4-FFF2-40B4-BE49-F238E27FC236}">
                <a16:creationId xmlns:a16="http://schemas.microsoft.com/office/drawing/2014/main" id="{E438B974-5397-5ACA-7FBC-40405C9B4190}"/>
              </a:ext>
            </a:extLst>
          </p:cNvPr>
          <p:cNvGrpSpPr/>
          <p:nvPr/>
        </p:nvGrpSpPr>
        <p:grpSpPr>
          <a:xfrm>
            <a:off x="15451342" y="8240004"/>
            <a:ext cx="704263" cy="1751678"/>
            <a:chOff x="32122636" y="1172281"/>
            <a:chExt cx="1130654" cy="2306245"/>
          </a:xfrm>
        </p:grpSpPr>
        <p:sp>
          <p:nvSpPr>
            <p:cNvPr id="4223" name="Rectangle 4222">
              <a:extLst>
                <a:ext uri="{FF2B5EF4-FFF2-40B4-BE49-F238E27FC236}">
                  <a16:creationId xmlns:a16="http://schemas.microsoft.com/office/drawing/2014/main" id="{2D770500-5134-0DD4-E70A-8CC4D4948E1E}"/>
                </a:ext>
              </a:extLst>
            </p:cNvPr>
            <p:cNvSpPr/>
            <p:nvPr/>
          </p:nvSpPr>
          <p:spPr>
            <a:xfrm>
              <a:off x="32245501" y="2174411"/>
              <a:ext cx="797730" cy="46519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4224" name="Rectangle 4223">
              <a:extLst>
                <a:ext uri="{FF2B5EF4-FFF2-40B4-BE49-F238E27FC236}">
                  <a16:creationId xmlns:a16="http://schemas.microsoft.com/office/drawing/2014/main" id="{D513188E-5851-68EF-33F2-B5BE54D10C0D}"/>
                </a:ext>
              </a:extLst>
            </p:cNvPr>
            <p:cNvSpPr/>
            <p:nvPr/>
          </p:nvSpPr>
          <p:spPr>
            <a:xfrm>
              <a:off x="32194239" y="2948895"/>
              <a:ext cx="934053" cy="4366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pic>
          <p:nvPicPr>
            <p:cNvPr id="4225" name="Picture 4224">
              <a:extLst>
                <a:ext uri="{FF2B5EF4-FFF2-40B4-BE49-F238E27FC236}">
                  <a16:creationId xmlns:a16="http://schemas.microsoft.com/office/drawing/2014/main" id="{12182D18-EB62-604F-F1C6-45A77215BC7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8"/>
            <a:srcRect t="25662" b="49201"/>
            <a:stretch>
              <a:fillRect/>
            </a:stretch>
          </p:blipFill>
          <p:spPr>
            <a:xfrm>
              <a:off x="32122636" y="1172281"/>
              <a:ext cx="1130654" cy="827653"/>
            </a:xfrm>
            <a:prstGeom prst="rect">
              <a:avLst/>
            </a:prstGeom>
          </p:spPr>
        </p:pic>
        <p:sp>
          <p:nvSpPr>
            <p:cNvPr id="4226" name="Rectangle 4225">
              <a:extLst>
                <a:ext uri="{FF2B5EF4-FFF2-40B4-BE49-F238E27FC236}">
                  <a16:creationId xmlns:a16="http://schemas.microsoft.com/office/drawing/2014/main" id="{606A0764-2388-8B1B-EDAA-E4393E3AC3FB}"/>
                </a:ext>
              </a:extLst>
            </p:cNvPr>
            <p:cNvSpPr/>
            <p:nvPr/>
          </p:nvSpPr>
          <p:spPr>
            <a:xfrm>
              <a:off x="32237204" y="1335373"/>
              <a:ext cx="910384" cy="4366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grpSp>
          <p:nvGrpSpPr>
            <p:cNvPr id="4227" name="Group 4226">
              <a:extLst>
                <a:ext uri="{FF2B5EF4-FFF2-40B4-BE49-F238E27FC236}">
                  <a16:creationId xmlns:a16="http://schemas.microsoft.com/office/drawing/2014/main" id="{5653E1A4-BF2A-BF61-6831-7E1A41B74597}"/>
                </a:ext>
              </a:extLst>
            </p:cNvPr>
            <p:cNvGrpSpPr/>
            <p:nvPr/>
          </p:nvGrpSpPr>
          <p:grpSpPr>
            <a:xfrm>
              <a:off x="32257750" y="1290662"/>
              <a:ext cx="898680" cy="529986"/>
              <a:chOff x="39856496" y="7067826"/>
              <a:chExt cx="1662921" cy="976876"/>
            </a:xfrm>
          </p:grpSpPr>
          <p:sp>
            <p:nvSpPr>
              <p:cNvPr id="4244" name="Rectangle 4243">
                <a:extLst>
                  <a:ext uri="{FF2B5EF4-FFF2-40B4-BE49-F238E27FC236}">
                    <a16:creationId xmlns:a16="http://schemas.microsoft.com/office/drawing/2014/main" id="{6C253D75-2DBB-C3C7-20C7-1A1EA9415317}"/>
                  </a:ext>
                </a:extLst>
              </p:cNvPr>
              <p:cNvSpPr/>
              <p:nvPr/>
            </p:nvSpPr>
            <p:spPr>
              <a:xfrm>
                <a:off x="39858844" y="7279641"/>
                <a:ext cx="1438468" cy="5216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4245" name="Rectangle 4244">
                <a:extLst>
                  <a:ext uri="{FF2B5EF4-FFF2-40B4-BE49-F238E27FC236}">
                    <a16:creationId xmlns:a16="http://schemas.microsoft.com/office/drawing/2014/main" id="{80759721-AFB6-9977-A0DA-B8BE89540BA2}"/>
                  </a:ext>
                </a:extLst>
              </p:cNvPr>
              <p:cNvSpPr/>
              <p:nvPr/>
            </p:nvSpPr>
            <p:spPr>
              <a:xfrm>
                <a:off x="39914213" y="7289738"/>
                <a:ext cx="1438468" cy="5216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mc:AlternateContent xmlns:mc="http://schemas.openxmlformats.org/markup-compatibility/2006" xmlns:p14="http://schemas.microsoft.com/office/powerpoint/2010/main">
            <mc:Choice Requires="p14">
              <p:contentPart p14:bwMode="auto" r:id="rId275">
                <p14:nvContentPartPr>
                  <p14:cNvPr id="4246" name="Ink 4245">
                    <a:extLst>
                      <a:ext uri="{FF2B5EF4-FFF2-40B4-BE49-F238E27FC236}">
                        <a16:creationId xmlns:a16="http://schemas.microsoft.com/office/drawing/2014/main" id="{91383E68-7FBF-9869-8EB0-D7A7ECB0EB4F}"/>
                      </a:ext>
                    </a:extLst>
                  </p14:cNvPr>
                  <p14:cNvContentPartPr/>
                  <p14:nvPr/>
                </p14:nvContentPartPr>
                <p14:xfrm rot="389916">
                  <a:off x="39856496" y="7229059"/>
                  <a:ext cx="405989" cy="764886"/>
                </p14:xfrm>
              </p:contentPart>
            </mc:Choice>
            <mc:Fallback xmlns="">
              <p:pic>
                <p:nvPicPr>
                  <p:cNvPr id="4246" name="Ink 4245">
                    <a:extLst>
                      <a:ext uri="{FF2B5EF4-FFF2-40B4-BE49-F238E27FC236}">
                        <a16:creationId xmlns:a16="http://schemas.microsoft.com/office/drawing/2014/main" id="{91383E68-7FBF-9869-8EB0-D7A7ECB0EB4F}"/>
                      </a:ext>
                    </a:extLst>
                  </p:cNvPr>
                  <p:cNvPicPr/>
                  <p:nvPr/>
                </p:nvPicPr>
                <p:blipFill>
                  <a:blip r:embed="rId276"/>
                  <a:stretch>
                    <a:fillRect/>
                  </a:stretch>
                </p:blipFill>
                <p:spPr>
                  <a:xfrm rot="389916">
                    <a:off x="39828718" y="7206357"/>
                    <a:ext cx="461545" cy="81029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77">
                <p14:nvContentPartPr>
                  <p14:cNvPr id="4247" name="Ink 4246">
                    <a:extLst>
                      <a:ext uri="{FF2B5EF4-FFF2-40B4-BE49-F238E27FC236}">
                        <a16:creationId xmlns:a16="http://schemas.microsoft.com/office/drawing/2014/main" id="{0EB8E225-8A03-1130-225E-736D37E00A12}"/>
                      </a:ext>
                    </a:extLst>
                  </p14:cNvPr>
                  <p14:cNvContentPartPr/>
                  <p14:nvPr/>
                </p14:nvContentPartPr>
                <p14:xfrm rot="389916">
                  <a:off x="40476686" y="7350589"/>
                  <a:ext cx="56336" cy="658326"/>
                </p14:xfrm>
              </p:contentPart>
            </mc:Choice>
            <mc:Fallback xmlns="">
              <p:pic>
                <p:nvPicPr>
                  <p:cNvPr id="4247" name="Ink 4246">
                    <a:extLst>
                      <a:ext uri="{FF2B5EF4-FFF2-40B4-BE49-F238E27FC236}">
                        <a16:creationId xmlns:a16="http://schemas.microsoft.com/office/drawing/2014/main" id="{0EB8E225-8A03-1130-225E-736D37E00A12}"/>
                      </a:ext>
                    </a:extLst>
                  </p:cNvPr>
                  <p:cNvPicPr/>
                  <p:nvPr/>
                </p:nvPicPr>
                <p:blipFill>
                  <a:blip r:embed="rId278"/>
                  <a:stretch>
                    <a:fillRect/>
                  </a:stretch>
                </p:blipFill>
                <p:spPr>
                  <a:xfrm rot="389916">
                    <a:off x="40449049" y="7327888"/>
                    <a:ext cx="111609" cy="70372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79">
                <p14:nvContentPartPr>
                  <p14:cNvPr id="4248" name="Ink 4247">
                    <a:extLst>
                      <a:ext uri="{FF2B5EF4-FFF2-40B4-BE49-F238E27FC236}">
                        <a16:creationId xmlns:a16="http://schemas.microsoft.com/office/drawing/2014/main" id="{38FC48A0-AF81-5452-AAFE-DB53B678963E}"/>
                      </a:ext>
                    </a:extLst>
                  </p14:cNvPr>
                  <p14:cNvContentPartPr/>
                  <p14:nvPr/>
                </p14:nvContentPartPr>
                <p14:xfrm rot="389916">
                  <a:off x="40597519" y="7135265"/>
                  <a:ext cx="336487" cy="855299"/>
                </p14:xfrm>
              </p:contentPart>
            </mc:Choice>
            <mc:Fallback xmlns="">
              <p:pic>
                <p:nvPicPr>
                  <p:cNvPr id="4248" name="Ink 4247">
                    <a:extLst>
                      <a:ext uri="{FF2B5EF4-FFF2-40B4-BE49-F238E27FC236}">
                        <a16:creationId xmlns:a16="http://schemas.microsoft.com/office/drawing/2014/main" id="{38FC48A0-AF81-5452-AAFE-DB53B678963E}"/>
                      </a:ext>
                    </a:extLst>
                  </p:cNvPr>
                  <p:cNvPicPr/>
                  <p:nvPr/>
                </p:nvPicPr>
                <p:blipFill>
                  <a:blip r:embed="rId280"/>
                  <a:stretch>
                    <a:fillRect/>
                  </a:stretch>
                </p:blipFill>
                <p:spPr>
                  <a:xfrm rot="389916">
                    <a:off x="40569745" y="7112573"/>
                    <a:ext cx="392034" cy="899809"/>
                  </a:xfrm>
                  <a:prstGeom prst="rect">
                    <a:avLst/>
                  </a:prstGeom>
                </p:spPr>
              </p:pic>
            </mc:Fallback>
          </mc:AlternateContent>
          <p:grpSp>
            <p:nvGrpSpPr>
              <p:cNvPr id="4249" name="Group 4248">
                <a:extLst>
                  <a:ext uri="{FF2B5EF4-FFF2-40B4-BE49-F238E27FC236}">
                    <a16:creationId xmlns:a16="http://schemas.microsoft.com/office/drawing/2014/main" id="{30D509A9-79CE-5E12-ADB0-5E8D7EA3ADBE}"/>
                  </a:ext>
                </a:extLst>
              </p:cNvPr>
              <p:cNvGrpSpPr/>
              <p:nvPr/>
            </p:nvGrpSpPr>
            <p:grpSpPr>
              <a:xfrm rot="389916">
                <a:off x="41035494" y="7067826"/>
                <a:ext cx="483923" cy="976876"/>
                <a:chOff x="3804694" y="3331061"/>
                <a:chExt cx="587520" cy="899640"/>
              </a:xfrm>
            </p:grpSpPr>
            <mc:AlternateContent xmlns:mc="http://schemas.openxmlformats.org/markup-compatibility/2006" xmlns:p14="http://schemas.microsoft.com/office/powerpoint/2010/main">
              <mc:Choice Requires="p14">
                <p:contentPart p14:bwMode="auto" r:id="rId281">
                  <p14:nvContentPartPr>
                    <p14:cNvPr id="4250" name="Ink 4249">
                      <a:extLst>
                        <a:ext uri="{FF2B5EF4-FFF2-40B4-BE49-F238E27FC236}">
                          <a16:creationId xmlns:a16="http://schemas.microsoft.com/office/drawing/2014/main" id="{BCEBD49C-F164-66D1-B624-DAF97203B144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804694" y="3331061"/>
                    <a:ext cx="587520" cy="681840"/>
                  </p14:xfrm>
                </p:contentPart>
              </mc:Choice>
              <mc:Fallback xmlns="">
                <p:pic>
                  <p:nvPicPr>
                    <p:cNvPr id="1846" name="Ink 1845">
                      <a:extLst>
                        <a:ext uri="{FF2B5EF4-FFF2-40B4-BE49-F238E27FC236}">
                          <a16:creationId xmlns:a16="http://schemas.microsoft.com/office/drawing/2014/main" id="{31E9715C-9D25-ED1A-F5F4-B27D171255A9}"/>
                        </a:ext>
                      </a:extLst>
                    </p:cNvPr>
                    <p:cNvPicPr/>
                    <p:nvPr/>
                  </p:nvPicPr>
                  <p:blipFill>
                    <a:blip r:embed="rId47"/>
                    <a:stretch>
                      <a:fillRect/>
                    </a:stretch>
                  </p:blipFill>
                  <p:spPr>
                    <a:xfrm>
                      <a:off x="3793369" y="3320296"/>
                      <a:ext cx="609943" cy="703154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82">
                  <p14:nvContentPartPr>
                    <p14:cNvPr id="4251" name="Ink 4250">
                      <a:extLst>
                        <a:ext uri="{FF2B5EF4-FFF2-40B4-BE49-F238E27FC236}">
                          <a16:creationId xmlns:a16="http://schemas.microsoft.com/office/drawing/2014/main" id="{96AD5BB3-8467-D38E-ED25-2E3182685944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4059934" y="3430061"/>
                    <a:ext cx="94680" cy="800640"/>
                  </p14:xfrm>
                </p:contentPart>
              </mc:Choice>
              <mc:Fallback xmlns="">
                <p:pic>
                  <p:nvPicPr>
                    <p:cNvPr id="1847" name="Ink 1846">
                      <a:extLst>
                        <a:ext uri="{FF2B5EF4-FFF2-40B4-BE49-F238E27FC236}">
                          <a16:creationId xmlns:a16="http://schemas.microsoft.com/office/drawing/2014/main" id="{0EF1F0F9-6A93-B052-0893-C9D10AD616A3}"/>
                        </a:ext>
                      </a:extLst>
                    </p:cNvPr>
                    <p:cNvPicPr/>
                    <p:nvPr/>
                  </p:nvPicPr>
                  <p:blipFill>
                    <a:blip r:embed="rId49"/>
                    <a:stretch>
                      <a:fillRect/>
                    </a:stretch>
                  </p:blipFill>
                  <p:spPr>
                    <a:xfrm>
                      <a:off x="4048609" y="3419291"/>
                      <a:ext cx="117104" cy="821965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</p:grpSp>
        <p:sp>
          <p:nvSpPr>
            <p:cNvPr id="4228" name="Rectangle 4227">
              <a:extLst>
                <a:ext uri="{FF2B5EF4-FFF2-40B4-BE49-F238E27FC236}">
                  <a16:creationId xmlns:a16="http://schemas.microsoft.com/office/drawing/2014/main" id="{C8A0C19D-F988-70BA-2A95-BE7EEC604BAA}"/>
                </a:ext>
              </a:extLst>
            </p:cNvPr>
            <p:cNvSpPr/>
            <p:nvPr/>
          </p:nvSpPr>
          <p:spPr>
            <a:xfrm>
              <a:off x="32250843" y="2187496"/>
              <a:ext cx="777381" cy="2830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4229" name="Rectangle 4228">
              <a:extLst>
                <a:ext uri="{FF2B5EF4-FFF2-40B4-BE49-F238E27FC236}">
                  <a16:creationId xmlns:a16="http://schemas.microsoft.com/office/drawing/2014/main" id="{A348D45B-C2F6-40DF-601B-6D612CB49F20}"/>
                </a:ext>
              </a:extLst>
            </p:cNvPr>
            <p:cNvSpPr/>
            <p:nvPr/>
          </p:nvSpPr>
          <p:spPr>
            <a:xfrm>
              <a:off x="32280766" y="2192974"/>
              <a:ext cx="777381" cy="2830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4230" name="Ink 4229">
                  <a:extLst>
                    <a:ext uri="{FF2B5EF4-FFF2-40B4-BE49-F238E27FC236}">
                      <a16:creationId xmlns:a16="http://schemas.microsoft.com/office/drawing/2014/main" id="{F8A062E7-B749-328E-E1EF-8568AC0FC0DE}"/>
                    </a:ext>
                  </a:extLst>
                </p14:cNvPr>
                <p14:cNvContentPartPr/>
                <p14:nvPr/>
              </p14:nvContentPartPr>
              <p14:xfrm rot="389916">
                <a:off x="32430980" y="2151258"/>
                <a:ext cx="219406" cy="414975"/>
              </p14:xfrm>
            </p:contentPart>
          </mc:Choice>
          <mc:Fallback xmlns="">
            <p:pic>
              <p:nvPicPr>
                <p:cNvPr id="4230" name="Ink 4229">
                  <a:extLst>
                    <a:ext uri="{FF2B5EF4-FFF2-40B4-BE49-F238E27FC236}">
                      <a16:creationId xmlns:a16="http://schemas.microsoft.com/office/drawing/2014/main" id="{F8A062E7-B749-328E-E1EF-8568AC0FC0DE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 rot="389916">
                  <a:off x="32415968" y="2138941"/>
                  <a:ext cx="249430" cy="43960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4231" name="Ink 4230">
                  <a:extLst>
                    <a:ext uri="{FF2B5EF4-FFF2-40B4-BE49-F238E27FC236}">
                      <a16:creationId xmlns:a16="http://schemas.microsoft.com/office/drawing/2014/main" id="{0FDD390F-A236-083A-E507-D679F25A9466}"/>
                    </a:ext>
                  </a:extLst>
                </p14:cNvPr>
                <p14:cNvContentPartPr/>
                <p14:nvPr/>
              </p14:nvContentPartPr>
              <p14:xfrm rot="389916">
                <a:off x="32292790" y="2180164"/>
                <a:ext cx="30445" cy="357163"/>
              </p14:xfrm>
            </p:contentPart>
          </mc:Choice>
          <mc:Fallback xmlns="">
            <p:pic>
              <p:nvPicPr>
                <p:cNvPr id="4231" name="Ink 4230">
                  <a:extLst>
                    <a:ext uri="{FF2B5EF4-FFF2-40B4-BE49-F238E27FC236}">
                      <a16:creationId xmlns:a16="http://schemas.microsoft.com/office/drawing/2014/main" id="{0FDD390F-A236-083A-E507-D679F25A9466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 rot="389916">
                  <a:off x="32277855" y="2167848"/>
                  <a:ext cx="60316" cy="3817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4232" name="Ink 4231">
                  <a:extLst>
                    <a:ext uri="{FF2B5EF4-FFF2-40B4-BE49-F238E27FC236}">
                      <a16:creationId xmlns:a16="http://schemas.microsoft.com/office/drawing/2014/main" id="{1DC9489C-82F9-2A7E-3016-9A13541B48E8}"/>
                    </a:ext>
                  </a:extLst>
                </p14:cNvPr>
                <p14:cNvContentPartPr/>
                <p14:nvPr/>
              </p14:nvContentPartPr>
              <p14:xfrm rot="389916">
                <a:off x="32650040" y="2109168"/>
                <a:ext cx="181845" cy="464027"/>
              </p14:xfrm>
            </p:contentPart>
          </mc:Choice>
          <mc:Fallback xmlns="">
            <p:pic>
              <p:nvPicPr>
                <p:cNvPr id="4232" name="Ink 4231">
                  <a:extLst>
                    <a:ext uri="{FF2B5EF4-FFF2-40B4-BE49-F238E27FC236}">
                      <a16:creationId xmlns:a16="http://schemas.microsoft.com/office/drawing/2014/main" id="{1DC9489C-82F9-2A7E-3016-9A13541B48E8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 rot="389916">
                  <a:off x="32635031" y="2096857"/>
                  <a:ext cx="211864" cy="488175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4233" name="Group 4232">
              <a:extLst>
                <a:ext uri="{FF2B5EF4-FFF2-40B4-BE49-F238E27FC236}">
                  <a16:creationId xmlns:a16="http://schemas.microsoft.com/office/drawing/2014/main" id="{2176BA70-0C01-02AF-CC5C-93F604BCDED9}"/>
                </a:ext>
              </a:extLst>
            </p:cNvPr>
            <p:cNvGrpSpPr/>
            <p:nvPr/>
          </p:nvGrpSpPr>
          <p:grpSpPr>
            <a:xfrm rot="389916">
              <a:off x="32886731" y="2072580"/>
              <a:ext cx="261523" cy="529986"/>
              <a:chOff x="3804694" y="3331061"/>
              <a:chExt cx="587520" cy="8996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288">
                <p14:nvContentPartPr>
                  <p14:cNvPr id="4242" name="Ink 4241">
                    <a:extLst>
                      <a:ext uri="{FF2B5EF4-FFF2-40B4-BE49-F238E27FC236}">
                        <a16:creationId xmlns:a16="http://schemas.microsoft.com/office/drawing/2014/main" id="{58DDD02B-122F-2BAF-09E2-494844ABD969}"/>
                      </a:ext>
                    </a:extLst>
                  </p14:cNvPr>
                  <p14:cNvContentPartPr/>
                  <p14:nvPr/>
                </p14:nvContentPartPr>
                <p14:xfrm>
                  <a:off x="3804694" y="3331061"/>
                  <a:ext cx="587520" cy="681840"/>
                </p14:xfrm>
              </p:contentPart>
            </mc:Choice>
            <mc:Fallback xmlns="">
              <p:pic>
                <p:nvPicPr>
                  <p:cNvPr id="1846" name="Ink 1845">
                    <a:extLst>
                      <a:ext uri="{FF2B5EF4-FFF2-40B4-BE49-F238E27FC236}">
                        <a16:creationId xmlns:a16="http://schemas.microsoft.com/office/drawing/2014/main" id="{31E9715C-9D25-ED1A-F5F4-B27D171255A9}"/>
                      </a:ext>
                    </a:extLst>
                  </p:cNvPr>
                  <p:cNvPicPr/>
                  <p:nvPr/>
                </p:nvPicPr>
                <p:blipFill>
                  <a:blip r:embed="rId47"/>
                  <a:stretch>
                    <a:fillRect/>
                  </a:stretch>
                </p:blipFill>
                <p:spPr>
                  <a:xfrm>
                    <a:off x="3793369" y="3320296"/>
                    <a:ext cx="609943" cy="70315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89">
                <p14:nvContentPartPr>
                  <p14:cNvPr id="4243" name="Ink 4242">
                    <a:extLst>
                      <a:ext uri="{FF2B5EF4-FFF2-40B4-BE49-F238E27FC236}">
                        <a16:creationId xmlns:a16="http://schemas.microsoft.com/office/drawing/2014/main" id="{7CA92C80-FB28-5A28-93CB-7506111E1411}"/>
                      </a:ext>
                    </a:extLst>
                  </p14:cNvPr>
                  <p14:cNvContentPartPr/>
                  <p14:nvPr/>
                </p14:nvContentPartPr>
                <p14:xfrm>
                  <a:off x="4059934" y="3430061"/>
                  <a:ext cx="94680" cy="800640"/>
                </p14:xfrm>
              </p:contentPart>
            </mc:Choice>
            <mc:Fallback xmlns="">
              <p:pic>
                <p:nvPicPr>
                  <p:cNvPr id="1847" name="Ink 1846">
                    <a:extLst>
                      <a:ext uri="{FF2B5EF4-FFF2-40B4-BE49-F238E27FC236}">
                        <a16:creationId xmlns:a16="http://schemas.microsoft.com/office/drawing/2014/main" id="{0EF1F0F9-6A93-B052-0893-C9D10AD616A3}"/>
                      </a:ext>
                    </a:extLst>
                  </p:cNvPr>
                  <p:cNvPicPr/>
                  <p:nvPr/>
                </p:nvPicPr>
                <p:blipFill>
                  <a:blip r:embed="rId49"/>
                  <a:stretch>
                    <a:fillRect/>
                  </a:stretch>
                </p:blipFill>
                <p:spPr>
                  <a:xfrm>
                    <a:off x="4048609" y="3419291"/>
                    <a:ext cx="117104" cy="821965"/>
                  </a:xfrm>
                  <a:prstGeom prst="rect">
                    <a:avLst/>
                  </a:prstGeom>
                </p:spPr>
              </p:pic>
            </mc:Fallback>
          </mc:AlternateContent>
        </p:grpSp>
        <p:sp>
          <p:nvSpPr>
            <p:cNvPr id="4234" name="Rectangle 4233">
              <a:extLst>
                <a:ext uri="{FF2B5EF4-FFF2-40B4-BE49-F238E27FC236}">
                  <a16:creationId xmlns:a16="http://schemas.microsoft.com/office/drawing/2014/main" id="{7FC621DA-386D-37D7-921E-48FF3C8B9688}"/>
                </a:ext>
              </a:extLst>
            </p:cNvPr>
            <p:cNvSpPr/>
            <p:nvPr/>
          </p:nvSpPr>
          <p:spPr>
            <a:xfrm>
              <a:off x="32250843" y="3004415"/>
              <a:ext cx="777381" cy="2830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4235" name="Rectangle 4234">
              <a:extLst>
                <a:ext uri="{FF2B5EF4-FFF2-40B4-BE49-F238E27FC236}">
                  <a16:creationId xmlns:a16="http://schemas.microsoft.com/office/drawing/2014/main" id="{8674709F-32DA-6220-E0C4-C4A367A96AF7}"/>
                </a:ext>
              </a:extLst>
            </p:cNvPr>
            <p:cNvSpPr/>
            <p:nvPr/>
          </p:nvSpPr>
          <p:spPr>
            <a:xfrm>
              <a:off x="32280766" y="3009893"/>
              <a:ext cx="777381" cy="2830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4236" name="Ink 4235">
                  <a:extLst>
                    <a:ext uri="{FF2B5EF4-FFF2-40B4-BE49-F238E27FC236}">
                      <a16:creationId xmlns:a16="http://schemas.microsoft.com/office/drawing/2014/main" id="{8F5F842E-4596-62AE-1449-1F92E3935958}"/>
                    </a:ext>
                  </a:extLst>
                </p14:cNvPr>
                <p14:cNvContentPartPr/>
                <p14:nvPr/>
              </p14:nvContentPartPr>
              <p14:xfrm rot="389916">
                <a:off x="32428416" y="3024907"/>
                <a:ext cx="219406" cy="414975"/>
              </p14:xfrm>
            </p:contentPart>
          </mc:Choice>
          <mc:Fallback xmlns="">
            <p:pic>
              <p:nvPicPr>
                <p:cNvPr id="4236" name="Ink 4235">
                  <a:extLst>
                    <a:ext uri="{FF2B5EF4-FFF2-40B4-BE49-F238E27FC236}">
                      <a16:creationId xmlns:a16="http://schemas.microsoft.com/office/drawing/2014/main" id="{8F5F842E-4596-62AE-1449-1F92E3935958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 rot="389916">
                  <a:off x="32413404" y="3012590"/>
                  <a:ext cx="249430" cy="43960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4237" name="Ink 4236">
                  <a:extLst>
                    <a:ext uri="{FF2B5EF4-FFF2-40B4-BE49-F238E27FC236}">
                      <a16:creationId xmlns:a16="http://schemas.microsoft.com/office/drawing/2014/main" id="{0A16A70D-B571-BD51-800E-E0CBE1290BA7}"/>
                    </a:ext>
                  </a:extLst>
                </p14:cNvPr>
                <p14:cNvContentPartPr/>
                <p14:nvPr/>
              </p14:nvContentPartPr>
              <p14:xfrm rot="389916">
                <a:off x="32292790" y="3037748"/>
                <a:ext cx="30445" cy="357163"/>
              </p14:xfrm>
            </p:contentPart>
          </mc:Choice>
          <mc:Fallback xmlns="">
            <p:pic>
              <p:nvPicPr>
                <p:cNvPr id="4237" name="Ink 4236">
                  <a:extLst>
                    <a:ext uri="{FF2B5EF4-FFF2-40B4-BE49-F238E27FC236}">
                      <a16:creationId xmlns:a16="http://schemas.microsoft.com/office/drawing/2014/main" id="{0A16A70D-B571-BD51-800E-E0CBE1290BA7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 rot="389916">
                  <a:off x="32277855" y="3025432"/>
                  <a:ext cx="60316" cy="3817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4238" name="Ink 4237">
                  <a:extLst>
                    <a:ext uri="{FF2B5EF4-FFF2-40B4-BE49-F238E27FC236}">
                      <a16:creationId xmlns:a16="http://schemas.microsoft.com/office/drawing/2014/main" id="{F1BFF7B1-AF64-A9D3-0021-7F11933A6976}"/>
                    </a:ext>
                  </a:extLst>
                </p14:cNvPr>
                <p14:cNvContentPartPr/>
                <p14:nvPr/>
              </p14:nvContentPartPr>
              <p14:xfrm rot="389916">
                <a:off x="32891698" y="2972813"/>
                <a:ext cx="181845" cy="464027"/>
              </p14:xfrm>
            </p:contentPart>
          </mc:Choice>
          <mc:Fallback xmlns="">
            <p:pic>
              <p:nvPicPr>
                <p:cNvPr id="4238" name="Ink 4237">
                  <a:extLst>
                    <a:ext uri="{FF2B5EF4-FFF2-40B4-BE49-F238E27FC236}">
                      <a16:creationId xmlns:a16="http://schemas.microsoft.com/office/drawing/2014/main" id="{F1BFF7B1-AF64-A9D3-0021-7F11933A6976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 rot="389916">
                  <a:off x="32876689" y="2960502"/>
                  <a:ext cx="211864" cy="488175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4239" name="Group 4238">
              <a:extLst>
                <a:ext uri="{FF2B5EF4-FFF2-40B4-BE49-F238E27FC236}">
                  <a16:creationId xmlns:a16="http://schemas.microsoft.com/office/drawing/2014/main" id="{DA062FD6-DF8E-AB0E-38D1-2210616F89BD}"/>
                </a:ext>
              </a:extLst>
            </p:cNvPr>
            <p:cNvGrpSpPr/>
            <p:nvPr/>
          </p:nvGrpSpPr>
          <p:grpSpPr>
            <a:xfrm rot="389916">
              <a:off x="32708244" y="2948540"/>
              <a:ext cx="261523" cy="529986"/>
              <a:chOff x="3804694" y="3331061"/>
              <a:chExt cx="587520" cy="8996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294">
                <p14:nvContentPartPr>
                  <p14:cNvPr id="4240" name="Ink 4239">
                    <a:extLst>
                      <a:ext uri="{FF2B5EF4-FFF2-40B4-BE49-F238E27FC236}">
                        <a16:creationId xmlns:a16="http://schemas.microsoft.com/office/drawing/2014/main" id="{7FEC3B99-3ACA-6E24-EC59-2271C9801449}"/>
                      </a:ext>
                    </a:extLst>
                  </p14:cNvPr>
                  <p14:cNvContentPartPr/>
                  <p14:nvPr/>
                </p14:nvContentPartPr>
                <p14:xfrm>
                  <a:off x="3804694" y="3331061"/>
                  <a:ext cx="587520" cy="681840"/>
                </p14:xfrm>
              </p:contentPart>
            </mc:Choice>
            <mc:Fallback xmlns="">
              <p:pic>
                <p:nvPicPr>
                  <p:cNvPr id="1846" name="Ink 1845">
                    <a:extLst>
                      <a:ext uri="{FF2B5EF4-FFF2-40B4-BE49-F238E27FC236}">
                        <a16:creationId xmlns:a16="http://schemas.microsoft.com/office/drawing/2014/main" id="{31E9715C-9D25-ED1A-F5F4-B27D171255A9}"/>
                      </a:ext>
                    </a:extLst>
                  </p:cNvPr>
                  <p:cNvPicPr/>
                  <p:nvPr/>
                </p:nvPicPr>
                <p:blipFill>
                  <a:blip r:embed="rId47"/>
                  <a:stretch>
                    <a:fillRect/>
                  </a:stretch>
                </p:blipFill>
                <p:spPr>
                  <a:xfrm>
                    <a:off x="3793369" y="3320296"/>
                    <a:ext cx="609943" cy="70315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95">
                <p14:nvContentPartPr>
                  <p14:cNvPr id="4241" name="Ink 4240">
                    <a:extLst>
                      <a:ext uri="{FF2B5EF4-FFF2-40B4-BE49-F238E27FC236}">
                        <a16:creationId xmlns:a16="http://schemas.microsoft.com/office/drawing/2014/main" id="{D52EA42B-EED4-DC59-4BDE-88E2DCB862BA}"/>
                      </a:ext>
                    </a:extLst>
                  </p14:cNvPr>
                  <p14:cNvContentPartPr/>
                  <p14:nvPr/>
                </p14:nvContentPartPr>
                <p14:xfrm>
                  <a:off x="4059934" y="3430061"/>
                  <a:ext cx="94680" cy="800640"/>
                </p14:xfrm>
              </p:contentPart>
            </mc:Choice>
            <mc:Fallback xmlns="">
              <p:pic>
                <p:nvPicPr>
                  <p:cNvPr id="1847" name="Ink 1846">
                    <a:extLst>
                      <a:ext uri="{FF2B5EF4-FFF2-40B4-BE49-F238E27FC236}">
                        <a16:creationId xmlns:a16="http://schemas.microsoft.com/office/drawing/2014/main" id="{0EF1F0F9-6A93-B052-0893-C9D10AD616A3}"/>
                      </a:ext>
                    </a:extLst>
                  </p:cNvPr>
                  <p:cNvPicPr/>
                  <p:nvPr/>
                </p:nvPicPr>
                <p:blipFill>
                  <a:blip r:embed="rId49"/>
                  <a:stretch>
                    <a:fillRect/>
                  </a:stretch>
                </p:blipFill>
                <p:spPr>
                  <a:xfrm>
                    <a:off x="4048609" y="3419291"/>
                    <a:ext cx="117104" cy="821965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pic>
        <p:nvPicPr>
          <p:cNvPr id="4252" name="Picture 4251" descr="A hand holding a pen&#10;&#10;AI-generated content may be incorrect.">
            <a:extLst>
              <a:ext uri="{FF2B5EF4-FFF2-40B4-BE49-F238E27FC236}">
                <a16:creationId xmlns:a16="http://schemas.microsoft.com/office/drawing/2014/main" id="{866103CA-2D63-F1A4-2961-4348B7AE93A4}"/>
              </a:ext>
            </a:extLst>
          </p:cNvPr>
          <p:cNvPicPr>
            <a:picLocks noChangeAspect="1"/>
          </p:cNvPicPr>
          <p:nvPr/>
        </p:nvPicPr>
        <p:blipFill>
          <a:blip r:embed="rId73"/>
          <a:srcRect l="46549" t="21261" r="4581" b="9747"/>
          <a:stretch>
            <a:fillRect/>
          </a:stretch>
        </p:blipFill>
        <p:spPr>
          <a:xfrm rot="19429737">
            <a:off x="14792567" y="8970348"/>
            <a:ext cx="2905484" cy="2844803"/>
          </a:xfrm>
          <a:prstGeom prst="rect">
            <a:avLst/>
          </a:prstGeom>
        </p:spPr>
      </p:pic>
      <p:pic>
        <p:nvPicPr>
          <p:cNvPr id="4253" name="Picture 4252">
            <a:extLst>
              <a:ext uri="{FF2B5EF4-FFF2-40B4-BE49-F238E27FC236}">
                <a16:creationId xmlns:a16="http://schemas.microsoft.com/office/drawing/2014/main" id="{FDB52F2C-0781-2057-F629-0856DD098AA6}"/>
              </a:ext>
            </a:extLst>
          </p:cNvPr>
          <p:cNvPicPr>
            <a:picLocks noChangeAspect="1"/>
          </p:cNvPicPr>
          <p:nvPr/>
        </p:nvPicPr>
        <p:blipFill>
          <a:blip r:embed="rId296"/>
          <a:srcRect/>
          <a:stretch/>
        </p:blipFill>
        <p:spPr>
          <a:xfrm>
            <a:off x="14331148" y="2736061"/>
            <a:ext cx="1176211" cy="1985646"/>
          </a:xfrm>
          <a:prstGeom prst="rect">
            <a:avLst/>
          </a:prstGeom>
        </p:spPr>
      </p:pic>
      <p:grpSp>
        <p:nvGrpSpPr>
          <p:cNvPr id="4254" name="Group 4253">
            <a:extLst>
              <a:ext uri="{FF2B5EF4-FFF2-40B4-BE49-F238E27FC236}">
                <a16:creationId xmlns:a16="http://schemas.microsoft.com/office/drawing/2014/main" id="{91E7E9CF-5ED8-FD95-7BBB-D3E3775E403F}"/>
              </a:ext>
            </a:extLst>
          </p:cNvPr>
          <p:cNvGrpSpPr/>
          <p:nvPr/>
        </p:nvGrpSpPr>
        <p:grpSpPr>
          <a:xfrm>
            <a:off x="14437375" y="828299"/>
            <a:ext cx="970790" cy="2773095"/>
            <a:chOff x="32194239" y="1290662"/>
            <a:chExt cx="962191" cy="2187864"/>
          </a:xfrm>
        </p:grpSpPr>
        <p:sp>
          <p:nvSpPr>
            <p:cNvPr id="4255" name="Rectangle 4254">
              <a:extLst>
                <a:ext uri="{FF2B5EF4-FFF2-40B4-BE49-F238E27FC236}">
                  <a16:creationId xmlns:a16="http://schemas.microsoft.com/office/drawing/2014/main" id="{7370567E-C8D7-8147-1C8C-17BB386FEA73}"/>
                </a:ext>
              </a:extLst>
            </p:cNvPr>
            <p:cNvSpPr/>
            <p:nvPr/>
          </p:nvSpPr>
          <p:spPr>
            <a:xfrm>
              <a:off x="32245500" y="2174412"/>
              <a:ext cx="866780" cy="4366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4256" name="Rectangle 4255">
              <a:extLst>
                <a:ext uri="{FF2B5EF4-FFF2-40B4-BE49-F238E27FC236}">
                  <a16:creationId xmlns:a16="http://schemas.microsoft.com/office/drawing/2014/main" id="{68F4BBDF-EAFA-3740-432B-59D8D8BF1F7B}"/>
                </a:ext>
              </a:extLst>
            </p:cNvPr>
            <p:cNvSpPr/>
            <p:nvPr/>
          </p:nvSpPr>
          <p:spPr>
            <a:xfrm>
              <a:off x="32194239" y="2948895"/>
              <a:ext cx="934053" cy="4366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4257" name="Rectangle 4256">
              <a:extLst>
                <a:ext uri="{FF2B5EF4-FFF2-40B4-BE49-F238E27FC236}">
                  <a16:creationId xmlns:a16="http://schemas.microsoft.com/office/drawing/2014/main" id="{8C3F878B-8562-C950-11C1-9048A90CA019}"/>
                </a:ext>
              </a:extLst>
            </p:cNvPr>
            <p:cNvSpPr/>
            <p:nvPr/>
          </p:nvSpPr>
          <p:spPr>
            <a:xfrm>
              <a:off x="32237204" y="1335373"/>
              <a:ext cx="910384" cy="4366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grpSp>
          <p:nvGrpSpPr>
            <p:cNvPr id="4258" name="Group 4257">
              <a:extLst>
                <a:ext uri="{FF2B5EF4-FFF2-40B4-BE49-F238E27FC236}">
                  <a16:creationId xmlns:a16="http://schemas.microsoft.com/office/drawing/2014/main" id="{4D3D3365-9BE7-A67B-27B0-C6469733BEA0}"/>
                </a:ext>
              </a:extLst>
            </p:cNvPr>
            <p:cNvGrpSpPr/>
            <p:nvPr/>
          </p:nvGrpSpPr>
          <p:grpSpPr>
            <a:xfrm>
              <a:off x="32257750" y="1290662"/>
              <a:ext cx="898680" cy="529986"/>
              <a:chOff x="39856496" y="7067826"/>
              <a:chExt cx="1662921" cy="976876"/>
            </a:xfrm>
          </p:grpSpPr>
          <p:sp>
            <p:nvSpPr>
              <p:cNvPr id="4275" name="Rectangle 4274">
                <a:extLst>
                  <a:ext uri="{FF2B5EF4-FFF2-40B4-BE49-F238E27FC236}">
                    <a16:creationId xmlns:a16="http://schemas.microsoft.com/office/drawing/2014/main" id="{CAA3D574-868E-9CE2-761A-F2E9404CF66E}"/>
                  </a:ext>
                </a:extLst>
              </p:cNvPr>
              <p:cNvSpPr/>
              <p:nvPr/>
            </p:nvSpPr>
            <p:spPr>
              <a:xfrm>
                <a:off x="39858844" y="7279641"/>
                <a:ext cx="1438468" cy="5216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4276" name="Rectangle 4275">
                <a:extLst>
                  <a:ext uri="{FF2B5EF4-FFF2-40B4-BE49-F238E27FC236}">
                    <a16:creationId xmlns:a16="http://schemas.microsoft.com/office/drawing/2014/main" id="{104F2A72-0712-4960-6FB6-97101577A5C2}"/>
                  </a:ext>
                </a:extLst>
              </p:cNvPr>
              <p:cNvSpPr/>
              <p:nvPr/>
            </p:nvSpPr>
            <p:spPr>
              <a:xfrm>
                <a:off x="39914213" y="7289738"/>
                <a:ext cx="1438468" cy="5216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mc:AlternateContent xmlns:mc="http://schemas.openxmlformats.org/markup-compatibility/2006" xmlns:p14="http://schemas.microsoft.com/office/powerpoint/2010/main">
            <mc:Choice Requires="p14">
              <p:contentPart p14:bwMode="auto" r:id="rId297">
                <p14:nvContentPartPr>
                  <p14:cNvPr id="4277" name="Ink 4276">
                    <a:extLst>
                      <a:ext uri="{FF2B5EF4-FFF2-40B4-BE49-F238E27FC236}">
                        <a16:creationId xmlns:a16="http://schemas.microsoft.com/office/drawing/2014/main" id="{FCB65012-B3CC-A030-FEDD-7E556674EEEE}"/>
                      </a:ext>
                    </a:extLst>
                  </p14:cNvPr>
                  <p14:cNvContentPartPr/>
                  <p14:nvPr/>
                </p14:nvContentPartPr>
                <p14:xfrm rot="389916">
                  <a:off x="39856496" y="7229059"/>
                  <a:ext cx="405989" cy="764886"/>
                </p14:xfrm>
              </p:contentPart>
            </mc:Choice>
            <mc:Fallback xmlns="">
              <p:pic>
                <p:nvPicPr>
                  <p:cNvPr id="4277" name="Ink 4276">
                    <a:extLst>
                      <a:ext uri="{FF2B5EF4-FFF2-40B4-BE49-F238E27FC236}">
                        <a16:creationId xmlns:a16="http://schemas.microsoft.com/office/drawing/2014/main" id="{FCB65012-B3CC-A030-FEDD-7E556674EEEE}"/>
                      </a:ext>
                    </a:extLst>
                  </p:cNvPr>
                  <p:cNvPicPr/>
                  <p:nvPr/>
                </p:nvPicPr>
                <p:blipFill>
                  <a:blip r:embed="rId298"/>
                  <a:stretch>
                    <a:fillRect/>
                  </a:stretch>
                </p:blipFill>
                <p:spPr>
                  <a:xfrm rot="389916">
                    <a:off x="39839360" y="7215447"/>
                    <a:ext cx="439602" cy="79211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99">
                <p14:nvContentPartPr>
                  <p14:cNvPr id="4278" name="Ink 4277">
                    <a:extLst>
                      <a:ext uri="{FF2B5EF4-FFF2-40B4-BE49-F238E27FC236}">
                        <a16:creationId xmlns:a16="http://schemas.microsoft.com/office/drawing/2014/main" id="{323BA1A4-3AD1-55C3-1D31-40AF349067B0}"/>
                      </a:ext>
                    </a:extLst>
                  </p14:cNvPr>
                  <p14:cNvContentPartPr/>
                  <p14:nvPr/>
                </p14:nvContentPartPr>
                <p14:xfrm rot="389916">
                  <a:off x="40476686" y="7350589"/>
                  <a:ext cx="56336" cy="658326"/>
                </p14:xfrm>
              </p:contentPart>
            </mc:Choice>
            <mc:Fallback xmlns="">
              <p:pic>
                <p:nvPicPr>
                  <p:cNvPr id="4278" name="Ink 4277">
                    <a:extLst>
                      <a:ext uri="{FF2B5EF4-FFF2-40B4-BE49-F238E27FC236}">
                        <a16:creationId xmlns:a16="http://schemas.microsoft.com/office/drawing/2014/main" id="{323BA1A4-3AD1-55C3-1D31-40AF349067B0}"/>
                      </a:ext>
                    </a:extLst>
                  </p:cNvPr>
                  <p:cNvPicPr/>
                  <p:nvPr/>
                </p:nvPicPr>
                <p:blipFill>
                  <a:blip r:embed="rId300"/>
                  <a:stretch>
                    <a:fillRect/>
                  </a:stretch>
                </p:blipFill>
                <p:spPr>
                  <a:xfrm rot="389916">
                    <a:off x="40459654" y="7336983"/>
                    <a:ext cx="90400" cy="68553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01">
                <p14:nvContentPartPr>
                  <p14:cNvPr id="4279" name="Ink 4278">
                    <a:extLst>
                      <a:ext uri="{FF2B5EF4-FFF2-40B4-BE49-F238E27FC236}">
                        <a16:creationId xmlns:a16="http://schemas.microsoft.com/office/drawing/2014/main" id="{FBD5A03E-FBE6-CFD0-7F1C-AD8F89D7E2BD}"/>
                      </a:ext>
                    </a:extLst>
                  </p14:cNvPr>
                  <p14:cNvContentPartPr/>
                  <p14:nvPr/>
                </p14:nvContentPartPr>
                <p14:xfrm rot="389916">
                  <a:off x="40597519" y="7135265"/>
                  <a:ext cx="336487" cy="855299"/>
                </p14:xfrm>
              </p:contentPart>
            </mc:Choice>
            <mc:Fallback xmlns="">
              <p:pic>
                <p:nvPicPr>
                  <p:cNvPr id="4279" name="Ink 4278">
                    <a:extLst>
                      <a:ext uri="{FF2B5EF4-FFF2-40B4-BE49-F238E27FC236}">
                        <a16:creationId xmlns:a16="http://schemas.microsoft.com/office/drawing/2014/main" id="{FBD5A03E-FBE6-CFD0-7F1C-AD8F89D7E2BD}"/>
                      </a:ext>
                    </a:extLst>
                  </p:cNvPr>
                  <p:cNvPicPr/>
                  <p:nvPr/>
                </p:nvPicPr>
                <p:blipFill>
                  <a:blip r:embed="rId302"/>
                  <a:stretch>
                    <a:fillRect/>
                  </a:stretch>
                </p:blipFill>
                <p:spPr>
                  <a:xfrm rot="389916">
                    <a:off x="40580365" y="7121656"/>
                    <a:ext cx="370795" cy="882518"/>
                  </a:xfrm>
                  <a:prstGeom prst="rect">
                    <a:avLst/>
                  </a:prstGeom>
                </p:spPr>
              </p:pic>
            </mc:Fallback>
          </mc:AlternateContent>
          <p:grpSp>
            <p:nvGrpSpPr>
              <p:cNvPr id="4280" name="Group 4279">
                <a:extLst>
                  <a:ext uri="{FF2B5EF4-FFF2-40B4-BE49-F238E27FC236}">
                    <a16:creationId xmlns:a16="http://schemas.microsoft.com/office/drawing/2014/main" id="{AC4D666B-3DF1-3A49-3932-6FFA4E1998CA}"/>
                  </a:ext>
                </a:extLst>
              </p:cNvPr>
              <p:cNvGrpSpPr/>
              <p:nvPr/>
            </p:nvGrpSpPr>
            <p:grpSpPr>
              <a:xfrm rot="389916">
                <a:off x="41035494" y="7067826"/>
                <a:ext cx="483923" cy="976876"/>
                <a:chOff x="3804694" y="3331061"/>
                <a:chExt cx="587520" cy="899640"/>
              </a:xfrm>
            </p:grpSpPr>
            <mc:AlternateContent xmlns:mc="http://schemas.openxmlformats.org/markup-compatibility/2006" xmlns:p14="http://schemas.microsoft.com/office/powerpoint/2010/main">
              <mc:Choice Requires="p14">
                <p:contentPart p14:bwMode="auto" r:id="rId303">
                  <p14:nvContentPartPr>
                    <p14:cNvPr id="4281" name="Ink 4280">
                      <a:extLst>
                        <a:ext uri="{FF2B5EF4-FFF2-40B4-BE49-F238E27FC236}">
                          <a16:creationId xmlns:a16="http://schemas.microsoft.com/office/drawing/2014/main" id="{91AAE53A-C15F-FD91-C6A4-D5398BA7711D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804694" y="3331061"/>
                    <a:ext cx="587520" cy="681840"/>
                  </p14:xfrm>
                </p:contentPart>
              </mc:Choice>
              <mc:Fallback xmlns="">
                <p:pic>
                  <p:nvPicPr>
                    <p:cNvPr id="1846" name="Ink 1845">
                      <a:extLst>
                        <a:ext uri="{FF2B5EF4-FFF2-40B4-BE49-F238E27FC236}">
                          <a16:creationId xmlns:a16="http://schemas.microsoft.com/office/drawing/2014/main" id="{31E9715C-9D25-ED1A-F5F4-B27D171255A9}"/>
                        </a:ext>
                      </a:extLst>
                    </p:cNvPr>
                    <p:cNvPicPr/>
                    <p:nvPr/>
                  </p:nvPicPr>
                  <p:blipFill>
                    <a:blip r:embed="rId47"/>
                    <a:stretch>
                      <a:fillRect/>
                    </a:stretch>
                  </p:blipFill>
                  <p:spPr>
                    <a:xfrm>
                      <a:off x="3793369" y="3320296"/>
                      <a:ext cx="609943" cy="703154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304">
                  <p14:nvContentPartPr>
                    <p14:cNvPr id="4282" name="Ink 4281">
                      <a:extLst>
                        <a:ext uri="{FF2B5EF4-FFF2-40B4-BE49-F238E27FC236}">
                          <a16:creationId xmlns:a16="http://schemas.microsoft.com/office/drawing/2014/main" id="{3A35F0F8-2E52-9701-83F9-17E5D9A8CB8A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4059934" y="3430061"/>
                    <a:ext cx="94680" cy="800640"/>
                  </p14:xfrm>
                </p:contentPart>
              </mc:Choice>
              <mc:Fallback xmlns="">
                <p:pic>
                  <p:nvPicPr>
                    <p:cNvPr id="1847" name="Ink 1846">
                      <a:extLst>
                        <a:ext uri="{FF2B5EF4-FFF2-40B4-BE49-F238E27FC236}">
                          <a16:creationId xmlns:a16="http://schemas.microsoft.com/office/drawing/2014/main" id="{0EF1F0F9-6A93-B052-0893-C9D10AD616A3}"/>
                        </a:ext>
                      </a:extLst>
                    </p:cNvPr>
                    <p:cNvPicPr/>
                    <p:nvPr/>
                  </p:nvPicPr>
                  <p:blipFill>
                    <a:blip r:embed="rId49"/>
                    <a:stretch>
                      <a:fillRect/>
                    </a:stretch>
                  </p:blipFill>
                  <p:spPr>
                    <a:xfrm>
                      <a:off x="4048609" y="3419291"/>
                      <a:ext cx="117104" cy="821965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</p:grpSp>
        <p:sp>
          <p:nvSpPr>
            <p:cNvPr id="4259" name="Rectangle 4258">
              <a:extLst>
                <a:ext uri="{FF2B5EF4-FFF2-40B4-BE49-F238E27FC236}">
                  <a16:creationId xmlns:a16="http://schemas.microsoft.com/office/drawing/2014/main" id="{CED51A7A-AC9A-E064-7BB6-E0A910FECEE8}"/>
                </a:ext>
              </a:extLst>
            </p:cNvPr>
            <p:cNvSpPr/>
            <p:nvPr/>
          </p:nvSpPr>
          <p:spPr>
            <a:xfrm>
              <a:off x="32250843" y="2187496"/>
              <a:ext cx="777381" cy="2830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4260" name="Rectangle 4259">
              <a:extLst>
                <a:ext uri="{FF2B5EF4-FFF2-40B4-BE49-F238E27FC236}">
                  <a16:creationId xmlns:a16="http://schemas.microsoft.com/office/drawing/2014/main" id="{41F1A6EE-B577-35A1-0672-001E4A396C4A}"/>
                </a:ext>
              </a:extLst>
            </p:cNvPr>
            <p:cNvSpPr/>
            <p:nvPr/>
          </p:nvSpPr>
          <p:spPr>
            <a:xfrm>
              <a:off x="32280766" y="2192974"/>
              <a:ext cx="777381" cy="2830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4261" name="Ink 4260">
                  <a:extLst>
                    <a:ext uri="{FF2B5EF4-FFF2-40B4-BE49-F238E27FC236}">
                      <a16:creationId xmlns:a16="http://schemas.microsoft.com/office/drawing/2014/main" id="{812E8E3C-EEAC-F7E7-1A62-7092E4441B5C}"/>
                    </a:ext>
                  </a:extLst>
                </p14:cNvPr>
                <p14:cNvContentPartPr/>
                <p14:nvPr/>
              </p14:nvContentPartPr>
              <p14:xfrm rot="389916">
                <a:off x="32430980" y="2151258"/>
                <a:ext cx="219406" cy="414975"/>
              </p14:xfrm>
            </p:contentPart>
          </mc:Choice>
          <mc:Fallback xmlns="">
            <p:pic>
              <p:nvPicPr>
                <p:cNvPr id="4261" name="Ink 4260">
                  <a:extLst>
                    <a:ext uri="{FF2B5EF4-FFF2-40B4-BE49-F238E27FC236}">
                      <a16:creationId xmlns:a16="http://schemas.microsoft.com/office/drawing/2014/main" id="{812E8E3C-EEAC-F7E7-1A62-7092E4441B5C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 rot="389916">
                  <a:off x="32421704" y="2143873"/>
                  <a:ext cx="237957" cy="42974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4262" name="Ink 4261">
                  <a:extLst>
                    <a:ext uri="{FF2B5EF4-FFF2-40B4-BE49-F238E27FC236}">
                      <a16:creationId xmlns:a16="http://schemas.microsoft.com/office/drawing/2014/main" id="{BE5B2136-0868-0C37-F11B-5A1F71F0A92E}"/>
                    </a:ext>
                  </a:extLst>
                </p14:cNvPr>
                <p14:cNvContentPartPr/>
                <p14:nvPr/>
              </p14:nvContentPartPr>
              <p14:xfrm rot="389916">
                <a:off x="32292790" y="2180164"/>
                <a:ext cx="30445" cy="357163"/>
              </p14:xfrm>
            </p:contentPart>
          </mc:Choice>
          <mc:Fallback xmlns="">
            <p:pic>
              <p:nvPicPr>
                <p:cNvPr id="4262" name="Ink 4261">
                  <a:extLst>
                    <a:ext uri="{FF2B5EF4-FFF2-40B4-BE49-F238E27FC236}">
                      <a16:creationId xmlns:a16="http://schemas.microsoft.com/office/drawing/2014/main" id="{BE5B2136-0868-0C37-F11B-5A1F71F0A92E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 rot="389916">
                  <a:off x="32283586" y="2172782"/>
                  <a:ext cx="48854" cy="3719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4263" name="Ink 4262">
                  <a:extLst>
                    <a:ext uri="{FF2B5EF4-FFF2-40B4-BE49-F238E27FC236}">
                      <a16:creationId xmlns:a16="http://schemas.microsoft.com/office/drawing/2014/main" id="{F9BAED3E-9E3F-5EE5-F716-D0C6E7E04FBC}"/>
                    </a:ext>
                  </a:extLst>
                </p14:cNvPr>
                <p14:cNvContentPartPr/>
                <p14:nvPr/>
              </p14:nvContentPartPr>
              <p14:xfrm rot="389916">
                <a:off x="32650040" y="2109168"/>
                <a:ext cx="181845" cy="464027"/>
              </p14:xfrm>
            </p:contentPart>
          </mc:Choice>
          <mc:Fallback xmlns="">
            <p:pic>
              <p:nvPicPr>
                <p:cNvPr id="4263" name="Ink 4262">
                  <a:extLst>
                    <a:ext uri="{FF2B5EF4-FFF2-40B4-BE49-F238E27FC236}">
                      <a16:creationId xmlns:a16="http://schemas.microsoft.com/office/drawing/2014/main" id="{F9BAED3E-9E3F-5EE5-F716-D0C6E7E04FBC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 rot="389916">
                  <a:off x="32640769" y="2101784"/>
                  <a:ext cx="200386" cy="478794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4264" name="Group 4263">
              <a:extLst>
                <a:ext uri="{FF2B5EF4-FFF2-40B4-BE49-F238E27FC236}">
                  <a16:creationId xmlns:a16="http://schemas.microsoft.com/office/drawing/2014/main" id="{6BD2854E-F183-EB98-0E8C-80E3B7798162}"/>
                </a:ext>
              </a:extLst>
            </p:cNvPr>
            <p:cNvGrpSpPr/>
            <p:nvPr/>
          </p:nvGrpSpPr>
          <p:grpSpPr>
            <a:xfrm rot="389916">
              <a:off x="32886731" y="2072580"/>
              <a:ext cx="261523" cy="529986"/>
              <a:chOff x="3804694" y="3331061"/>
              <a:chExt cx="587520" cy="8996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10">
                <p14:nvContentPartPr>
                  <p14:cNvPr id="4273" name="Ink 4272">
                    <a:extLst>
                      <a:ext uri="{FF2B5EF4-FFF2-40B4-BE49-F238E27FC236}">
                        <a16:creationId xmlns:a16="http://schemas.microsoft.com/office/drawing/2014/main" id="{EAD54D11-E92F-1AC6-F6A9-40692F6EF1D0}"/>
                      </a:ext>
                    </a:extLst>
                  </p14:cNvPr>
                  <p14:cNvContentPartPr/>
                  <p14:nvPr/>
                </p14:nvContentPartPr>
                <p14:xfrm>
                  <a:off x="3804694" y="3331061"/>
                  <a:ext cx="587520" cy="681840"/>
                </p14:xfrm>
              </p:contentPart>
            </mc:Choice>
            <mc:Fallback xmlns="">
              <p:pic>
                <p:nvPicPr>
                  <p:cNvPr id="1846" name="Ink 1845">
                    <a:extLst>
                      <a:ext uri="{FF2B5EF4-FFF2-40B4-BE49-F238E27FC236}">
                        <a16:creationId xmlns:a16="http://schemas.microsoft.com/office/drawing/2014/main" id="{31E9715C-9D25-ED1A-F5F4-B27D171255A9}"/>
                      </a:ext>
                    </a:extLst>
                  </p:cNvPr>
                  <p:cNvPicPr/>
                  <p:nvPr/>
                </p:nvPicPr>
                <p:blipFill>
                  <a:blip r:embed="rId47"/>
                  <a:stretch>
                    <a:fillRect/>
                  </a:stretch>
                </p:blipFill>
                <p:spPr>
                  <a:xfrm>
                    <a:off x="3793369" y="3320296"/>
                    <a:ext cx="609943" cy="70315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11">
                <p14:nvContentPartPr>
                  <p14:cNvPr id="4274" name="Ink 4273">
                    <a:extLst>
                      <a:ext uri="{FF2B5EF4-FFF2-40B4-BE49-F238E27FC236}">
                        <a16:creationId xmlns:a16="http://schemas.microsoft.com/office/drawing/2014/main" id="{36710FA0-D4F6-4975-3B40-1045E38F8793}"/>
                      </a:ext>
                    </a:extLst>
                  </p14:cNvPr>
                  <p14:cNvContentPartPr/>
                  <p14:nvPr/>
                </p14:nvContentPartPr>
                <p14:xfrm>
                  <a:off x="4059934" y="3430061"/>
                  <a:ext cx="94680" cy="800640"/>
                </p14:xfrm>
              </p:contentPart>
            </mc:Choice>
            <mc:Fallback xmlns="">
              <p:pic>
                <p:nvPicPr>
                  <p:cNvPr id="1847" name="Ink 1846">
                    <a:extLst>
                      <a:ext uri="{FF2B5EF4-FFF2-40B4-BE49-F238E27FC236}">
                        <a16:creationId xmlns:a16="http://schemas.microsoft.com/office/drawing/2014/main" id="{0EF1F0F9-6A93-B052-0893-C9D10AD616A3}"/>
                      </a:ext>
                    </a:extLst>
                  </p:cNvPr>
                  <p:cNvPicPr/>
                  <p:nvPr/>
                </p:nvPicPr>
                <p:blipFill>
                  <a:blip r:embed="rId49"/>
                  <a:stretch>
                    <a:fillRect/>
                  </a:stretch>
                </p:blipFill>
                <p:spPr>
                  <a:xfrm>
                    <a:off x="4048609" y="3419291"/>
                    <a:ext cx="117104" cy="821965"/>
                  </a:xfrm>
                  <a:prstGeom prst="rect">
                    <a:avLst/>
                  </a:prstGeom>
                </p:spPr>
              </p:pic>
            </mc:Fallback>
          </mc:AlternateContent>
        </p:grpSp>
        <p:sp>
          <p:nvSpPr>
            <p:cNvPr id="4265" name="Rectangle 4264">
              <a:extLst>
                <a:ext uri="{FF2B5EF4-FFF2-40B4-BE49-F238E27FC236}">
                  <a16:creationId xmlns:a16="http://schemas.microsoft.com/office/drawing/2014/main" id="{5C78A914-8F52-484F-F363-C9714CE9F22F}"/>
                </a:ext>
              </a:extLst>
            </p:cNvPr>
            <p:cNvSpPr/>
            <p:nvPr/>
          </p:nvSpPr>
          <p:spPr>
            <a:xfrm>
              <a:off x="32250843" y="3004415"/>
              <a:ext cx="777381" cy="2830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4266" name="Rectangle 4265">
              <a:extLst>
                <a:ext uri="{FF2B5EF4-FFF2-40B4-BE49-F238E27FC236}">
                  <a16:creationId xmlns:a16="http://schemas.microsoft.com/office/drawing/2014/main" id="{0AC0EE24-5976-BCFE-8846-61E2D10FD471}"/>
                </a:ext>
              </a:extLst>
            </p:cNvPr>
            <p:cNvSpPr/>
            <p:nvPr/>
          </p:nvSpPr>
          <p:spPr>
            <a:xfrm>
              <a:off x="32280766" y="3009893"/>
              <a:ext cx="777381" cy="2830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4267" name="Ink 4266">
                  <a:extLst>
                    <a:ext uri="{FF2B5EF4-FFF2-40B4-BE49-F238E27FC236}">
                      <a16:creationId xmlns:a16="http://schemas.microsoft.com/office/drawing/2014/main" id="{D1347C66-1025-A5B9-6BC3-5544939434F1}"/>
                    </a:ext>
                  </a:extLst>
                </p14:cNvPr>
                <p14:cNvContentPartPr/>
                <p14:nvPr/>
              </p14:nvContentPartPr>
              <p14:xfrm rot="389916">
                <a:off x="32428416" y="3024907"/>
                <a:ext cx="219406" cy="414975"/>
              </p14:xfrm>
            </p:contentPart>
          </mc:Choice>
          <mc:Fallback xmlns="">
            <p:pic>
              <p:nvPicPr>
                <p:cNvPr id="4267" name="Ink 4266">
                  <a:extLst>
                    <a:ext uri="{FF2B5EF4-FFF2-40B4-BE49-F238E27FC236}">
                      <a16:creationId xmlns:a16="http://schemas.microsoft.com/office/drawing/2014/main" id="{D1347C66-1025-A5B9-6BC3-5544939434F1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 rot="389916">
                  <a:off x="32419140" y="3017522"/>
                  <a:ext cx="237957" cy="42974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4268" name="Ink 4267">
                  <a:extLst>
                    <a:ext uri="{FF2B5EF4-FFF2-40B4-BE49-F238E27FC236}">
                      <a16:creationId xmlns:a16="http://schemas.microsoft.com/office/drawing/2014/main" id="{4ED01DFE-CCB5-D72C-B2C0-BB2481C1B31E}"/>
                    </a:ext>
                  </a:extLst>
                </p14:cNvPr>
                <p14:cNvContentPartPr/>
                <p14:nvPr/>
              </p14:nvContentPartPr>
              <p14:xfrm rot="389916">
                <a:off x="32292790" y="3037748"/>
                <a:ext cx="30445" cy="357163"/>
              </p14:xfrm>
            </p:contentPart>
          </mc:Choice>
          <mc:Fallback xmlns="">
            <p:pic>
              <p:nvPicPr>
                <p:cNvPr id="4268" name="Ink 4267">
                  <a:extLst>
                    <a:ext uri="{FF2B5EF4-FFF2-40B4-BE49-F238E27FC236}">
                      <a16:creationId xmlns:a16="http://schemas.microsoft.com/office/drawing/2014/main" id="{4ED01DFE-CCB5-D72C-B2C0-BB2481C1B31E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 rot="389916">
                  <a:off x="32283586" y="3030366"/>
                  <a:ext cx="48854" cy="3719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4269" name="Ink 4268">
                  <a:extLst>
                    <a:ext uri="{FF2B5EF4-FFF2-40B4-BE49-F238E27FC236}">
                      <a16:creationId xmlns:a16="http://schemas.microsoft.com/office/drawing/2014/main" id="{C659CAB8-F02C-1897-E11B-F55D6ECBF1DB}"/>
                    </a:ext>
                  </a:extLst>
                </p14:cNvPr>
                <p14:cNvContentPartPr/>
                <p14:nvPr/>
              </p14:nvContentPartPr>
              <p14:xfrm rot="389916">
                <a:off x="32891698" y="2972813"/>
                <a:ext cx="181845" cy="464027"/>
              </p14:xfrm>
            </p:contentPart>
          </mc:Choice>
          <mc:Fallback xmlns="">
            <p:pic>
              <p:nvPicPr>
                <p:cNvPr id="4269" name="Ink 4268">
                  <a:extLst>
                    <a:ext uri="{FF2B5EF4-FFF2-40B4-BE49-F238E27FC236}">
                      <a16:creationId xmlns:a16="http://schemas.microsoft.com/office/drawing/2014/main" id="{C659CAB8-F02C-1897-E11B-F55D6ECBF1DB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 rot="389916">
                  <a:off x="32882427" y="2965429"/>
                  <a:ext cx="200386" cy="478794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4270" name="Group 4269">
              <a:extLst>
                <a:ext uri="{FF2B5EF4-FFF2-40B4-BE49-F238E27FC236}">
                  <a16:creationId xmlns:a16="http://schemas.microsoft.com/office/drawing/2014/main" id="{C72EE74D-2177-912D-62A8-5C43D95949D6}"/>
                </a:ext>
              </a:extLst>
            </p:cNvPr>
            <p:cNvGrpSpPr/>
            <p:nvPr/>
          </p:nvGrpSpPr>
          <p:grpSpPr>
            <a:xfrm rot="389916">
              <a:off x="32708244" y="2948540"/>
              <a:ext cx="261523" cy="529986"/>
              <a:chOff x="3804694" y="3331061"/>
              <a:chExt cx="587520" cy="8996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17">
                <p14:nvContentPartPr>
                  <p14:cNvPr id="4271" name="Ink 4270">
                    <a:extLst>
                      <a:ext uri="{FF2B5EF4-FFF2-40B4-BE49-F238E27FC236}">
                        <a16:creationId xmlns:a16="http://schemas.microsoft.com/office/drawing/2014/main" id="{9DBD658E-2DA1-4D37-0838-1958610E44D7}"/>
                      </a:ext>
                    </a:extLst>
                  </p14:cNvPr>
                  <p14:cNvContentPartPr/>
                  <p14:nvPr/>
                </p14:nvContentPartPr>
                <p14:xfrm>
                  <a:off x="3804694" y="3331061"/>
                  <a:ext cx="587520" cy="681840"/>
                </p14:xfrm>
              </p:contentPart>
            </mc:Choice>
            <mc:Fallback xmlns="">
              <p:pic>
                <p:nvPicPr>
                  <p:cNvPr id="4271" name="Ink 4270">
                    <a:extLst>
                      <a:ext uri="{FF2B5EF4-FFF2-40B4-BE49-F238E27FC236}">
                        <a16:creationId xmlns:a16="http://schemas.microsoft.com/office/drawing/2014/main" id="{9DBD658E-2DA1-4D37-0838-1958610E44D7}"/>
                      </a:ext>
                    </a:extLst>
                  </p:cNvPr>
                  <p:cNvPicPr/>
                  <p:nvPr/>
                </p:nvPicPr>
                <p:blipFill>
                  <a:blip r:embed="rId318"/>
                  <a:stretch>
                    <a:fillRect/>
                  </a:stretch>
                </p:blipFill>
                <p:spPr>
                  <a:xfrm>
                    <a:off x="3783854" y="3318532"/>
                    <a:ext cx="629199" cy="70689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19">
                <p14:nvContentPartPr>
                  <p14:cNvPr id="4272" name="Ink 4271">
                    <a:extLst>
                      <a:ext uri="{FF2B5EF4-FFF2-40B4-BE49-F238E27FC236}">
                        <a16:creationId xmlns:a16="http://schemas.microsoft.com/office/drawing/2014/main" id="{7C7ED72C-4C13-637A-9503-87E1F90CBDF6}"/>
                      </a:ext>
                    </a:extLst>
                  </p14:cNvPr>
                  <p14:cNvContentPartPr/>
                  <p14:nvPr/>
                </p14:nvContentPartPr>
                <p14:xfrm>
                  <a:off x="4059934" y="3430061"/>
                  <a:ext cx="94680" cy="800640"/>
                </p14:xfrm>
              </p:contentPart>
            </mc:Choice>
            <mc:Fallback xmlns="">
              <p:pic>
                <p:nvPicPr>
                  <p:cNvPr id="4272" name="Ink 4271">
                    <a:extLst>
                      <a:ext uri="{FF2B5EF4-FFF2-40B4-BE49-F238E27FC236}">
                        <a16:creationId xmlns:a16="http://schemas.microsoft.com/office/drawing/2014/main" id="{7C7ED72C-4C13-637A-9503-87E1F90CBDF6}"/>
                      </a:ext>
                    </a:extLst>
                  </p:cNvPr>
                  <p:cNvPicPr/>
                  <p:nvPr/>
                </p:nvPicPr>
                <p:blipFill>
                  <a:blip r:embed="rId320"/>
                  <a:stretch>
                    <a:fillRect/>
                  </a:stretch>
                </p:blipFill>
                <p:spPr>
                  <a:xfrm>
                    <a:off x="4039248" y="3417528"/>
                    <a:ext cx="136053" cy="825705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sp>
        <p:nvSpPr>
          <p:cNvPr id="4283" name="Rounded Rectangle 4282">
            <a:extLst>
              <a:ext uri="{FF2B5EF4-FFF2-40B4-BE49-F238E27FC236}">
                <a16:creationId xmlns:a16="http://schemas.microsoft.com/office/drawing/2014/main" id="{4A8CE1C9-F694-2080-8D4E-1712C9C05AC6}"/>
              </a:ext>
            </a:extLst>
          </p:cNvPr>
          <p:cNvSpPr/>
          <p:nvPr/>
        </p:nvSpPr>
        <p:spPr>
          <a:xfrm>
            <a:off x="11606745" y="3230247"/>
            <a:ext cx="7531415" cy="4320780"/>
          </a:xfrm>
          <a:prstGeom prst="roundRect">
            <a:avLst/>
          </a:prstGeom>
          <a:solidFill>
            <a:srgbClr val="FBFBFB"/>
          </a:solidFill>
          <a:ln>
            <a:noFill/>
          </a:ln>
          <a:effectLst>
            <a:outerShdw blurRad="1047274" sx="95464" sy="95464" algn="ctr" rotWithShape="0">
              <a:prstClr val="black">
                <a:alpha val="14259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grpSp>
        <p:nvGrpSpPr>
          <p:cNvPr id="4284" name="Group 4283">
            <a:extLst>
              <a:ext uri="{FF2B5EF4-FFF2-40B4-BE49-F238E27FC236}">
                <a16:creationId xmlns:a16="http://schemas.microsoft.com/office/drawing/2014/main" id="{6819C273-41E9-DE27-C6CC-7397A2FB1F1B}"/>
              </a:ext>
            </a:extLst>
          </p:cNvPr>
          <p:cNvGrpSpPr/>
          <p:nvPr/>
        </p:nvGrpSpPr>
        <p:grpSpPr>
          <a:xfrm>
            <a:off x="11923753" y="3577910"/>
            <a:ext cx="6831420" cy="3706018"/>
            <a:chOff x="15645548" y="8868721"/>
            <a:chExt cx="3796847" cy="1923026"/>
          </a:xfrm>
        </p:grpSpPr>
        <p:sp>
          <p:nvSpPr>
            <p:cNvPr id="4285" name="Rounded Rectangle 4284">
              <a:extLst>
                <a:ext uri="{FF2B5EF4-FFF2-40B4-BE49-F238E27FC236}">
                  <a16:creationId xmlns:a16="http://schemas.microsoft.com/office/drawing/2014/main" id="{FA95FDB3-5C04-E150-7139-FF5BBE15E1E8}"/>
                </a:ext>
              </a:extLst>
            </p:cNvPr>
            <p:cNvSpPr/>
            <p:nvPr/>
          </p:nvSpPr>
          <p:spPr>
            <a:xfrm>
              <a:off x="16920982" y="8868721"/>
              <a:ext cx="2521413" cy="1923026"/>
            </a:xfrm>
            <a:prstGeom prst="roundRect">
              <a:avLst>
                <a:gd name="adj" fmla="val 9363"/>
              </a:avLst>
            </a:prstGeom>
            <a:solidFill>
              <a:srgbClr val="EFF6FE"/>
            </a:solidFill>
            <a:ln>
              <a:solidFill>
                <a:srgbClr val="C4CCF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4000"/>
            </a:p>
          </p:txBody>
        </p:sp>
        <p:sp>
          <p:nvSpPr>
            <p:cNvPr id="4286" name="Rounded Rectangle 4285">
              <a:extLst>
                <a:ext uri="{FF2B5EF4-FFF2-40B4-BE49-F238E27FC236}">
                  <a16:creationId xmlns:a16="http://schemas.microsoft.com/office/drawing/2014/main" id="{30B37C5E-3857-3409-D8F5-481DFB5DF717}"/>
                </a:ext>
              </a:extLst>
            </p:cNvPr>
            <p:cNvSpPr/>
            <p:nvPr/>
          </p:nvSpPr>
          <p:spPr>
            <a:xfrm>
              <a:off x="17284890" y="9263553"/>
              <a:ext cx="1517905" cy="278084"/>
            </a:xfrm>
            <a:prstGeom prst="roundRect">
              <a:avLst>
                <a:gd name="adj" fmla="val 17595"/>
              </a:avLst>
            </a:prstGeom>
            <a:solidFill>
              <a:srgbClr val="FBF5FF">
                <a:alpha val="50163"/>
              </a:srgbClr>
            </a:solidFill>
            <a:ln>
              <a:solidFill>
                <a:srgbClr val="EDDAFF">
                  <a:alpha val="49757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4000"/>
            </a:p>
          </p:txBody>
        </p:sp>
        <p:sp>
          <p:nvSpPr>
            <p:cNvPr id="4287" name="Rounded Rectangle 4286">
              <a:extLst>
                <a:ext uri="{FF2B5EF4-FFF2-40B4-BE49-F238E27FC236}">
                  <a16:creationId xmlns:a16="http://schemas.microsoft.com/office/drawing/2014/main" id="{30444944-130B-650F-749A-8DB4B3407DE3}"/>
                </a:ext>
              </a:extLst>
            </p:cNvPr>
            <p:cNvSpPr/>
            <p:nvPr/>
          </p:nvSpPr>
          <p:spPr>
            <a:xfrm>
              <a:off x="17259533" y="9767672"/>
              <a:ext cx="289092" cy="227506"/>
            </a:xfrm>
            <a:prstGeom prst="roundRect">
              <a:avLst>
                <a:gd name="adj" fmla="val 32482"/>
              </a:avLst>
            </a:prstGeom>
            <a:solidFill>
              <a:srgbClr val="FFF8ED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CH" sz="1400" dirty="0">
                  <a:solidFill>
                    <a:schemeClr val="accent3"/>
                  </a:solidFill>
                </a:rPr>
                <a:t>True</a:t>
              </a:r>
            </a:p>
          </p:txBody>
        </p:sp>
        <p:sp>
          <p:nvSpPr>
            <p:cNvPr id="4288" name="TextBox 4287">
              <a:extLst>
                <a:ext uri="{FF2B5EF4-FFF2-40B4-BE49-F238E27FC236}">
                  <a16:creationId xmlns:a16="http://schemas.microsoft.com/office/drawing/2014/main" id="{B6BCBCCA-C2F5-6453-388A-193E26CF2387}"/>
                </a:ext>
              </a:extLst>
            </p:cNvPr>
            <p:cNvSpPr txBox="1"/>
            <p:nvPr/>
          </p:nvSpPr>
          <p:spPr>
            <a:xfrm>
              <a:off x="16927740" y="8900345"/>
              <a:ext cx="2146596" cy="2076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2000" dirty="0">
                  <a:solidFill>
                    <a:srgbClr val="5048DE"/>
                  </a:solidFill>
                  <a:latin typeface="PT Mono" panose="02060509020205020204" pitchFamily="49" charset="77"/>
                </a:rPr>
                <a:t>c</a:t>
              </a:r>
              <a:r>
                <a:rPr lang="en-CH" sz="2000" dirty="0">
                  <a:solidFill>
                    <a:srgbClr val="5048DE"/>
                  </a:solidFill>
                  <a:latin typeface="PT Mono" panose="02060509020205020204" pitchFamily="49" charset="77"/>
                </a:rPr>
                <a:t>ompare_and_swap(3,1)</a:t>
              </a:r>
            </a:p>
          </p:txBody>
        </p:sp>
        <p:cxnSp>
          <p:nvCxnSpPr>
            <p:cNvPr id="4289" name="Straight Connector 4288">
              <a:extLst>
                <a:ext uri="{FF2B5EF4-FFF2-40B4-BE49-F238E27FC236}">
                  <a16:creationId xmlns:a16="http://schemas.microsoft.com/office/drawing/2014/main" id="{11654560-DDF1-544D-7A32-28CBEBA122BB}"/>
                </a:ext>
              </a:extLst>
            </p:cNvPr>
            <p:cNvCxnSpPr/>
            <p:nvPr/>
          </p:nvCxnSpPr>
          <p:spPr>
            <a:xfrm>
              <a:off x="16927740" y="9209292"/>
              <a:ext cx="2507900" cy="0"/>
            </a:xfrm>
            <a:prstGeom prst="line">
              <a:avLst/>
            </a:prstGeom>
            <a:ln w="12700">
              <a:solidFill>
                <a:srgbClr val="C4CCF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90" name="TextBox 4289">
              <a:extLst>
                <a:ext uri="{FF2B5EF4-FFF2-40B4-BE49-F238E27FC236}">
                  <a16:creationId xmlns:a16="http://schemas.microsoft.com/office/drawing/2014/main" id="{00C14AA5-256A-703F-C8D0-8D6563FBA402}"/>
                </a:ext>
              </a:extLst>
            </p:cNvPr>
            <p:cNvSpPr txBox="1"/>
            <p:nvPr/>
          </p:nvSpPr>
          <p:spPr>
            <a:xfrm>
              <a:off x="16897879" y="9247010"/>
              <a:ext cx="2206317" cy="2076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000" dirty="0">
                  <a:solidFill>
                    <a:srgbClr val="5048DE"/>
                  </a:solidFill>
                  <a:latin typeface="PT Mono" panose="02060509020205020204" pitchFamily="49" charset="77"/>
                </a:rPr>
                <a:t>if                   </a:t>
              </a:r>
              <a:r>
                <a:rPr lang="en-US" sz="2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T Mono" panose="02060509020205020204" pitchFamily="49" charset="77"/>
                </a:rPr>
                <a:t>:</a:t>
              </a:r>
              <a:r>
                <a:rPr lang="en-US" sz="2000" dirty="0">
                  <a:solidFill>
                    <a:srgbClr val="5048DE"/>
                  </a:solidFill>
                  <a:latin typeface="PT Mono" panose="02060509020205020204" pitchFamily="49" charset="77"/>
                </a:rPr>
                <a:t> </a:t>
              </a:r>
              <a:endParaRPr lang="en-CH" sz="2000" dirty="0">
                <a:solidFill>
                  <a:srgbClr val="5048DE"/>
                </a:solidFill>
                <a:latin typeface="PT Mono" panose="02060509020205020204" pitchFamily="49" charset="77"/>
              </a:endParaRPr>
            </a:p>
          </p:txBody>
        </p:sp>
        <p:sp>
          <p:nvSpPr>
            <p:cNvPr id="4291" name="TextBox 4290">
              <a:extLst>
                <a:ext uri="{FF2B5EF4-FFF2-40B4-BE49-F238E27FC236}">
                  <a16:creationId xmlns:a16="http://schemas.microsoft.com/office/drawing/2014/main" id="{81A381D8-121F-363C-1173-170C42B70644}"/>
                </a:ext>
              </a:extLst>
            </p:cNvPr>
            <p:cNvSpPr txBox="1"/>
            <p:nvPr/>
          </p:nvSpPr>
          <p:spPr>
            <a:xfrm>
              <a:off x="17284889" y="9268851"/>
              <a:ext cx="1465810" cy="2076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2000" dirty="0">
                  <a:solidFill>
                    <a:srgbClr val="BA782F"/>
                  </a:solidFill>
                  <a:latin typeface="PT Mono" panose="02060509020205020204" pitchFamily="49" charset="77"/>
                </a:rPr>
                <a:t>i</a:t>
              </a:r>
              <a:r>
                <a:rPr lang="en-CH" sz="2000" dirty="0">
                  <a:solidFill>
                    <a:srgbClr val="BA782F"/>
                  </a:solidFill>
                  <a:latin typeface="PT Mono" panose="02060509020205020204" pitchFamily="49" charset="77"/>
                </a:rPr>
                <a:t>s_bigger(3,1)</a:t>
              </a:r>
            </a:p>
          </p:txBody>
        </p:sp>
        <p:sp>
          <p:nvSpPr>
            <p:cNvPr id="4292" name="Rounded Rectangle 4291">
              <a:extLst>
                <a:ext uri="{FF2B5EF4-FFF2-40B4-BE49-F238E27FC236}">
                  <a16:creationId xmlns:a16="http://schemas.microsoft.com/office/drawing/2014/main" id="{D7B53268-744B-D75A-20C5-63A4D3B8377E}"/>
                </a:ext>
              </a:extLst>
            </p:cNvPr>
            <p:cNvSpPr/>
            <p:nvPr/>
          </p:nvSpPr>
          <p:spPr>
            <a:xfrm>
              <a:off x="17084065" y="9628273"/>
              <a:ext cx="2263854" cy="1046508"/>
            </a:xfrm>
            <a:prstGeom prst="roundRect">
              <a:avLst>
                <a:gd name="adj" fmla="val 14551"/>
              </a:avLst>
            </a:prstGeom>
            <a:solidFill>
              <a:srgbClr val="E7EDFE"/>
            </a:solidFill>
            <a:ln w="6350">
              <a:solidFill>
                <a:srgbClr val="C7D3F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4000"/>
            </a:p>
          </p:txBody>
        </p:sp>
        <p:pic>
          <p:nvPicPr>
            <p:cNvPr id="4293" name="Picture 4292">
              <a:extLst>
                <a:ext uri="{FF2B5EF4-FFF2-40B4-BE49-F238E27FC236}">
                  <a16:creationId xmlns:a16="http://schemas.microsoft.com/office/drawing/2014/main" id="{6A79A11B-7419-B92B-3CAC-F93312CEA9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21"/>
            <a:srcRect/>
            <a:stretch/>
          </p:blipFill>
          <p:spPr>
            <a:xfrm>
              <a:off x="15645548" y="8931953"/>
              <a:ext cx="1174199" cy="1794549"/>
            </a:xfrm>
            <a:prstGeom prst="rect">
              <a:avLst/>
            </a:prstGeom>
          </p:spPr>
        </p:pic>
        <p:sp>
          <p:nvSpPr>
            <p:cNvPr id="4294" name="Rounded Rectangle 4293">
              <a:extLst>
                <a:ext uri="{FF2B5EF4-FFF2-40B4-BE49-F238E27FC236}">
                  <a16:creationId xmlns:a16="http://schemas.microsoft.com/office/drawing/2014/main" id="{AA098902-4D30-B2F8-3336-38A47359B0FE}"/>
                </a:ext>
              </a:extLst>
            </p:cNvPr>
            <p:cNvSpPr/>
            <p:nvPr/>
          </p:nvSpPr>
          <p:spPr>
            <a:xfrm>
              <a:off x="17227111" y="9758889"/>
              <a:ext cx="1980451" cy="372328"/>
            </a:xfrm>
            <a:prstGeom prst="roundRect">
              <a:avLst>
                <a:gd name="adj" fmla="val 32149"/>
              </a:avLst>
            </a:prstGeom>
            <a:solidFill>
              <a:schemeClr val="bg1"/>
            </a:solidFill>
            <a:ln w="6350">
              <a:solidFill>
                <a:srgbClr val="7FCEB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4000"/>
            </a:p>
          </p:txBody>
        </p:sp>
        <p:sp>
          <p:nvSpPr>
            <p:cNvPr id="4295" name="Rounded Rectangle 4294">
              <a:extLst>
                <a:ext uri="{FF2B5EF4-FFF2-40B4-BE49-F238E27FC236}">
                  <a16:creationId xmlns:a16="http://schemas.microsoft.com/office/drawing/2014/main" id="{08895BA4-063C-E15A-1AF8-46A058ACC1FC}"/>
                </a:ext>
              </a:extLst>
            </p:cNvPr>
            <p:cNvSpPr/>
            <p:nvPr/>
          </p:nvSpPr>
          <p:spPr>
            <a:xfrm>
              <a:off x="17225765" y="10200518"/>
              <a:ext cx="1980451" cy="372328"/>
            </a:xfrm>
            <a:prstGeom prst="roundRect">
              <a:avLst>
                <a:gd name="adj" fmla="val 32149"/>
              </a:avLst>
            </a:prstGeom>
            <a:solidFill>
              <a:srgbClr val="EFF4FF"/>
            </a:solidFill>
            <a:ln w="6350">
              <a:solidFill>
                <a:srgbClr val="C7D3F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4000"/>
            </a:p>
          </p:txBody>
        </p:sp>
        <p:sp>
          <p:nvSpPr>
            <p:cNvPr id="4296" name="Rounded Rectangle 4295">
              <a:extLst>
                <a:ext uri="{FF2B5EF4-FFF2-40B4-BE49-F238E27FC236}">
                  <a16:creationId xmlns:a16="http://schemas.microsoft.com/office/drawing/2014/main" id="{03496FE9-C00B-829C-48FA-562C178491E1}"/>
                </a:ext>
              </a:extLst>
            </p:cNvPr>
            <p:cNvSpPr/>
            <p:nvPr/>
          </p:nvSpPr>
          <p:spPr>
            <a:xfrm>
              <a:off x="17329712" y="9829228"/>
              <a:ext cx="289092" cy="227506"/>
            </a:xfrm>
            <a:prstGeom prst="roundRect">
              <a:avLst>
                <a:gd name="adj" fmla="val 32482"/>
              </a:avLst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CH" sz="1400" dirty="0">
                  <a:solidFill>
                    <a:schemeClr val="accent3"/>
                  </a:solidFill>
                </a:rPr>
                <a:t>True</a:t>
              </a:r>
            </a:p>
          </p:txBody>
        </p:sp>
        <p:sp>
          <p:nvSpPr>
            <p:cNvPr id="4297" name="Rounded Rectangle 4296">
              <a:extLst>
                <a:ext uri="{FF2B5EF4-FFF2-40B4-BE49-F238E27FC236}">
                  <a16:creationId xmlns:a16="http://schemas.microsoft.com/office/drawing/2014/main" id="{6CAF7A39-ED36-9F92-3A49-620B205336CE}"/>
                </a:ext>
              </a:extLst>
            </p:cNvPr>
            <p:cNvSpPr/>
            <p:nvPr/>
          </p:nvSpPr>
          <p:spPr>
            <a:xfrm>
              <a:off x="17754062" y="9818504"/>
              <a:ext cx="996639" cy="246028"/>
            </a:xfrm>
            <a:prstGeom prst="roundRect">
              <a:avLst>
                <a:gd name="adj" fmla="val 37122"/>
              </a:avLst>
            </a:prstGeom>
            <a:solidFill>
              <a:srgbClr val="FBF5FF"/>
            </a:solidFill>
            <a:ln>
              <a:solidFill>
                <a:srgbClr val="EDDA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4000"/>
            </a:p>
          </p:txBody>
        </p:sp>
        <p:sp>
          <p:nvSpPr>
            <p:cNvPr id="4298" name="TextBox 4297">
              <a:extLst>
                <a:ext uri="{FF2B5EF4-FFF2-40B4-BE49-F238E27FC236}">
                  <a16:creationId xmlns:a16="http://schemas.microsoft.com/office/drawing/2014/main" id="{F797B355-190D-EAE0-A428-F29E60490895}"/>
                </a:ext>
              </a:extLst>
            </p:cNvPr>
            <p:cNvSpPr txBox="1"/>
            <p:nvPr/>
          </p:nvSpPr>
          <p:spPr>
            <a:xfrm>
              <a:off x="17733836" y="9797996"/>
              <a:ext cx="1068959" cy="2076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000" dirty="0">
                  <a:solidFill>
                    <a:srgbClr val="9339E4"/>
                  </a:solidFill>
                  <a:latin typeface="PT Mono" panose="02060509020205020204" pitchFamily="49" charset="77"/>
                </a:rPr>
                <a:t>swap</a:t>
              </a:r>
              <a:r>
                <a:rPr lang="en-CH" sz="2000" dirty="0">
                  <a:solidFill>
                    <a:srgbClr val="9339E4"/>
                  </a:solidFill>
                  <a:latin typeface="PT Mono" panose="02060509020205020204" pitchFamily="49" charset="77"/>
                </a:rPr>
                <a:t>(3,1)</a:t>
              </a:r>
            </a:p>
          </p:txBody>
        </p:sp>
        <p:sp>
          <p:nvSpPr>
            <p:cNvPr id="4299" name="Rounded Rectangle 4298">
              <a:extLst>
                <a:ext uri="{FF2B5EF4-FFF2-40B4-BE49-F238E27FC236}">
                  <a16:creationId xmlns:a16="http://schemas.microsoft.com/office/drawing/2014/main" id="{CD14C234-99C9-89C9-4333-6A802DC8783B}"/>
                </a:ext>
              </a:extLst>
            </p:cNvPr>
            <p:cNvSpPr/>
            <p:nvPr/>
          </p:nvSpPr>
          <p:spPr>
            <a:xfrm>
              <a:off x="17315989" y="10281872"/>
              <a:ext cx="377517" cy="227506"/>
            </a:xfrm>
            <a:prstGeom prst="roundRect">
              <a:avLst>
                <a:gd name="adj" fmla="val 32482"/>
              </a:avLst>
            </a:prstGeom>
            <a:solidFill>
              <a:srgbClr val="EFF4FF"/>
            </a:solidFill>
            <a:ln>
              <a:solidFill>
                <a:srgbClr val="E0E5EF">
                  <a:alpha val="5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CH" sz="1400" dirty="0">
                  <a:solidFill>
                    <a:srgbClr val="6C7280">
                      <a:alpha val="49777"/>
                    </a:srgbClr>
                  </a:solidFill>
                </a:rPr>
                <a:t>False</a:t>
              </a:r>
            </a:p>
          </p:txBody>
        </p:sp>
        <p:sp>
          <p:nvSpPr>
            <p:cNvPr id="4300" name="TextBox 4299">
              <a:extLst>
                <a:ext uri="{FF2B5EF4-FFF2-40B4-BE49-F238E27FC236}">
                  <a16:creationId xmlns:a16="http://schemas.microsoft.com/office/drawing/2014/main" id="{D060929C-0A1A-7DEF-CDEF-BD00C05B0ECF}"/>
                </a:ext>
              </a:extLst>
            </p:cNvPr>
            <p:cNvSpPr txBox="1"/>
            <p:nvPr/>
          </p:nvSpPr>
          <p:spPr>
            <a:xfrm>
              <a:off x="17737572" y="10255465"/>
              <a:ext cx="1204869" cy="2076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2000" dirty="0">
                  <a:solidFill>
                    <a:srgbClr val="C0C5D2"/>
                  </a:solidFill>
                  <a:latin typeface="PT Mono" panose="02060509020205020204" pitchFamily="49" charset="77"/>
                </a:rPr>
                <a:t>do nothing</a:t>
              </a:r>
              <a:endParaRPr lang="en-CH" sz="2000" dirty="0">
                <a:solidFill>
                  <a:srgbClr val="C0C5D2"/>
                </a:solidFill>
                <a:latin typeface="PT Mono" panose="02060509020205020204" pitchFamily="49" charset="77"/>
              </a:endParaRPr>
            </a:p>
          </p:txBody>
        </p:sp>
        <p:sp>
          <p:nvSpPr>
            <p:cNvPr id="4301" name="Oval 4300">
              <a:extLst>
                <a:ext uri="{FF2B5EF4-FFF2-40B4-BE49-F238E27FC236}">
                  <a16:creationId xmlns:a16="http://schemas.microsoft.com/office/drawing/2014/main" id="{066B6105-DE67-8BC1-954C-93C3CA67A089}"/>
                </a:ext>
              </a:extLst>
            </p:cNvPr>
            <p:cNvSpPr/>
            <p:nvPr/>
          </p:nvSpPr>
          <p:spPr>
            <a:xfrm>
              <a:off x="19097440" y="8929557"/>
              <a:ext cx="243722" cy="21592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rgbClr val="D4E6F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25253" rtlCol="0" anchor="ctr"/>
            <a:lstStyle/>
            <a:p>
              <a:pPr algn="ctr"/>
              <a:r>
                <a:rPr lang="en-CH" sz="2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T Mono" panose="02060509020205020204" pitchFamily="49" charset="77"/>
                </a:rPr>
                <a:t>^</a:t>
              </a:r>
            </a:p>
          </p:txBody>
        </p:sp>
      </p:grpSp>
      <p:sp>
        <p:nvSpPr>
          <p:cNvPr id="4302" name="Rectangle 4301">
            <a:extLst>
              <a:ext uri="{FF2B5EF4-FFF2-40B4-BE49-F238E27FC236}">
                <a16:creationId xmlns:a16="http://schemas.microsoft.com/office/drawing/2014/main" id="{538BF8D0-53D6-E776-EDD0-75A30010E723}"/>
              </a:ext>
            </a:extLst>
          </p:cNvPr>
          <p:cNvSpPr/>
          <p:nvPr/>
        </p:nvSpPr>
        <p:spPr>
          <a:xfrm>
            <a:off x="12336060" y="4398579"/>
            <a:ext cx="1173796" cy="921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4303" name="Rectangle 4302">
            <a:extLst>
              <a:ext uri="{FF2B5EF4-FFF2-40B4-BE49-F238E27FC236}">
                <a16:creationId xmlns:a16="http://schemas.microsoft.com/office/drawing/2014/main" id="{668F95E6-2549-1A77-5210-0437934C9599}"/>
              </a:ext>
            </a:extLst>
          </p:cNvPr>
          <p:cNvSpPr/>
          <p:nvPr/>
        </p:nvSpPr>
        <p:spPr>
          <a:xfrm>
            <a:off x="12343801" y="5881439"/>
            <a:ext cx="1173796" cy="921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grpSp>
        <p:nvGrpSpPr>
          <p:cNvPr id="4304" name="Group 4303">
            <a:extLst>
              <a:ext uri="{FF2B5EF4-FFF2-40B4-BE49-F238E27FC236}">
                <a16:creationId xmlns:a16="http://schemas.microsoft.com/office/drawing/2014/main" id="{0200730B-8ADF-0CA0-CF0F-B841227A855E}"/>
              </a:ext>
            </a:extLst>
          </p:cNvPr>
          <p:cNvGrpSpPr/>
          <p:nvPr/>
        </p:nvGrpSpPr>
        <p:grpSpPr>
          <a:xfrm>
            <a:off x="12225536" y="4449097"/>
            <a:ext cx="1465783" cy="2312949"/>
            <a:chOff x="32237204" y="1290662"/>
            <a:chExt cx="919226" cy="1320365"/>
          </a:xfrm>
        </p:grpSpPr>
        <p:sp>
          <p:nvSpPr>
            <p:cNvPr id="4305" name="Rectangle 4304">
              <a:extLst>
                <a:ext uri="{FF2B5EF4-FFF2-40B4-BE49-F238E27FC236}">
                  <a16:creationId xmlns:a16="http://schemas.microsoft.com/office/drawing/2014/main" id="{404A1E59-63F8-0471-C37F-2DCD63E70EA7}"/>
                </a:ext>
              </a:extLst>
            </p:cNvPr>
            <p:cNvSpPr/>
            <p:nvPr/>
          </p:nvSpPr>
          <p:spPr>
            <a:xfrm>
              <a:off x="32245500" y="2174412"/>
              <a:ext cx="866780" cy="4366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4306" name="Rectangle 4305">
              <a:extLst>
                <a:ext uri="{FF2B5EF4-FFF2-40B4-BE49-F238E27FC236}">
                  <a16:creationId xmlns:a16="http://schemas.microsoft.com/office/drawing/2014/main" id="{425D41C0-AE00-C3D1-95C2-DEB15196C294}"/>
                </a:ext>
              </a:extLst>
            </p:cNvPr>
            <p:cNvSpPr/>
            <p:nvPr/>
          </p:nvSpPr>
          <p:spPr>
            <a:xfrm>
              <a:off x="32237204" y="1335373"/>
              <a:ext cx="910384" cy="4366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grpSp>
          <p:nvGrpSpPr>
            <p:cNvPr id="4307" name="Group 4306">
              <a:extLst>
                <a:ext uri="{FF2B5EF4-FFF2-40B4-BE49-F238E27FC236}">
                  <a16:creationId xmlns:a16="http://schemas.microsoft.com/office/drawing/2014/main" id="{EAD3F949-8F79-7EAF-B2F7-AFC8CA42BADB}"/>
                </a:ext>
              </a:extLst>
            </p:cNvPr>
            <p:cNvGrpSpPr/>
            <p:nvPr/>
          </p:nvGrpSpPr>
          <p:grpSpPr>
            <a:xfrm>
              <a:off x="32257750" y="1290662"/>
              <a:ext cx="898680" cy="529986"/>
              <a:chOff x="39856496" y="7067826"/>
              <a:chExt cx="1662921" cy="976876"/>
            </a:xfrm>
          </p:grpSpPr>
          <p:sp>
            <p:nvSpPr>
              <p:cNvPr id="4316" name="Rectangle 4315">
                <a:extLst>
                  <a:ext uri="{FF2B5EF4-FFF2-40B4-BE49-F238E27FC236}">
                    <a16:creationId xmlns:a16="http://schemas.microsoft.com/office/drawing/2014/main" id="{BD0663D2-1533-CC56-B642-B820E69F8365}"/>
                  </a:ext>
                </a:extLst>
              </p:cNvPr>
              <p:cNvSpPr/>
              <p:nvPr/>
            </p:nvSpPr>
            <p:spPr>
              <a:xfrm>
                <a:off x="39858844" y="7279641"/>
                <a:ext cx="1438468" cy="5216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4317" name="Rectangle 4316">
                <a:extLst>
                  <a:ext uri="{FF2B5EF4-FFF2-40B4-BE49-F238E27FC236}">
                    <a16:creationId xmlns:a16="http://schemas.microsoft.com/office/drawing/2014/main" id="{9B6745CA-2055-B980-4C87-40C5481F432F}"/>
                  </a:ext>
                </a:extLst>
              </p:cNvPr>
              <p:cNvSpPr/>
              <p:nvPr/>
            </p:nvSpPr>
            <p:spPr>
              <a:xfrm>
                <a:off x="39914213" y="7289738"/>
                <a:ext cx="1438468" cy="5216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mc:AlternateContent xmlns:mc="http://schemas.openxmlformats.org/markup-compatibility/2006" xmlns:p14="http://schemas.microsoft.com/office/powerpoint/2010/main">
            <mc:Choice Requires="p14">
              <p:contentPart p14:bwMode="auto" r:id="rId322">
                <p14:nvContentPartPr>
                  <p14:cNvPr id="4318" name="Ink 4317">
                    <a:extLst>
                      <a:ext uri="{FF2B5EF4-FFF2-40B4-BE49-F238E27FC236}">
                        <a16:creationId xmlns:a16="http://schemas.microsoft.com/office/drawing/2014/main" id="{C41E689E-94F0-3FD3-A8B9-7EA3F6740991}"/>
                      </a:ext>
                    </a:extLst>
                  </p14:cNvPr>
                  <p14:cNvContentPartPr/>
                  <p14:nvPr/>
                </p14:nvContentPartPr>
                <p14:xfrm rot="389916">
                  <a:off x="39856496" y="7229059"/>
                  <a:ext cx="405989" cy="764886"/>
                </p14:xfrm>
              </p:contentPart>
            </mc:Choice>
            <mc:Fallback xmlns="">
              <p:pic>
                <p:nvPicPr>
                  <p:cNvPr id="4318" name="Ink 4317">
                    <a:extLst>
                      <a:ext uri="{FF2B5EF4-FFF2-40B4-BE49-F238E27FC236}">
                        <a16:creationId xmlns:a16="http://schemas.microsoft.com/office/drawing/2014/main" id="{C41E689E-94F0-3FD3-A8B9-7EA3F6740991}"/>
                      </a:ext>
                    </a:extLst>
                  </p:cNvPr>
                  <p:cNvPicPr/>
                  <p:nvPr/>
                </p:nvPicPr>
                <p:blipFill>
                  <a:blip r:embed="rId323"/>
                  <a:stretch>
                    <a:fillRect/>
                  </a:stretch>
                </p:blipFill>
                <p:spPr>
                  <a:xfrm rot="389916">
                    <a:off x="39845636" y="7219209"/>
                    <a:ext cx="427709" cy="78458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24">
                <p14:nvContentPartPr>
                  <p14:cNvPr id="4319" name="Ink 4318">
                    <a:extLst>
                      <a:ext uri="{FF2B5EF4-FFF2-40B4-BE49-F238E27FC236}">
                        <a16:creationId xmlns:a16="http://schemas.microsoft.com/office/drawing/2014/main" id="{BAB9DDBA-5BE0-879C-E1A6-08BBAAD42321}"/>
                      </a:ext>
                    </a:extLst>
                  </p14:cNvPr>
                  <p14:cNvContentPartPr/>
                  <p14:nvPr/>
                </p14:nvContentPartPr>
                <p14:xfrm rot="389916">
                  <a:off x="40476686" y="7350589"/>
                  <a:ext cx="56336" cy="658326"/>
                </p14:xfrm>
              </p:contentPart>
            </mc:Choice>
            <mc:Fallback xmlns="">
              <p:pic>
                <p:nvPicPr>
                  <p:cNvPr id="4319" name="Ink 4318">
                    <a:extLst>
                      <a:ext uri="{FF2B5EF4-FFF2-40B4-BE49-F238E27FC236}">
                        <a16:creationId xmlns:a16="http://schemas.microsoft.com/office/drawing/2014/main" id="{BAB9DDBA-5BE0-879C-E1A6-08BBAAD42321}"/>
                      </a:ext>
                    </a:extLst>
                  </p:cNvPr>
                  <p:cNvPicPr/>
                  <p:nvPr/>
                </p:nvPicPr>
                <p:blipFill>
                  <a:blip r:embed="rId325"/>
                  <a:stretch>
                    <a:fillRect/>
                  </a:stretch>
                </p:blipFill>
                <p:spPr>
                  <a:xfrm rot="389916">
                    <a:off x="40465836" y="7340741"/>
                    <a:ext cx="78036" cy="67802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26">
                <p14:nvContentPartPr>
                  <p14:cNvPr id="4320" name="Ink 4319">
                    <a:extLst>
                      <a:ext uri="{FF2B5EF4-FFF2-40B4-BE49-F238E27FC236}">
                        <a16:creationId xmlns:a16="http://schemas.microsoft.com/office/drawing/2014/main" id="{F9F73E44-E53E-9EED-892B-1812E83D44CF}"/>
                      </a:ext>
                    </a:extLst>
                  </p14:cNvPr>
                  <p14:cNvContentPartPr/>
                  <p14:nvPr/>
                </p14:nvContentPartPr>
                <p14:xfrm rot="389916">
                  <a:off x="40597519" y="7135265"/>
                  <a:ext cx="336487" cy="855299"/>
                </p14:xfrm>
              </p:contentPart>
            </mc:Choice>
            <mc:Fallback xmlns="">
              <p:pic>
                <p:nvPicPr>
                  <p:cNvPr id="4320" name="Ink 4319">
                    <a:extLst>
                      <a:ext uri="{FF2B5EF4-FFF2-40B4-BE49-F238E27FC236}">
                        <a16:creationId xmlns:a16="http://schemas.microsoft.com/office/drawing/2014/main" id="{F9F73E44-E53E-9EED-892B-1812E83D44CF}"/>
                      </a:ext>
                    </a:extLst>
                  </p:cNvPr>
                  <p:cNvPicPr/>
                  <p:nvPr/>
                </p:nvPicPr>
                <p:blipFill>
                  <a:blip r:embed="rId327"/>
                  <a:stretch>
                    <a:fillRect/>
                  </a:stretch>
                </p:blipFill>
                <p:spPr>
                  <a:xfrm rot="389916">
                    <a:off x="40586665" y="7125417"/>
                    <a:ext cx="358196" cy="874996"/>
                  </a:xfrm>
                  <a:prstGeom prst="rect">
                    <a:avLst/>
                  </a:prstGeom>
                </p:spPr>
              </p:pic>
            </mc:Fallback>
          </mc:AlternateContent>
          <p:grpSp>
            <p:nvGrpSpPr>
              <p:cNvPr id="4321" name="Group 4320">
                <a:extLst>
                  <a:ext uri="{FF2B5EF4-FFF2-40B4-BE49-F238E27FC236}">
                    <a16:creationId xmlns:a16="http://schemas.microsoft.com/office/drawing/2014/main" id="{32583203-1CB3-E6FC-1370-64B6584E69D9}"/>
                  </a:ext>
                </a:extLst>
              </p:cNvPr>
              <p:cNvGrpSpPr/>
              <p:nvPr/>
            </p:nvGrpSpPr>
            <p:grpSpPr>
              <a:xfrm rot="389916">
                <a:off x="41035494" y="7067826"/>
                <a:ext cx="483923" cy="976876"/>
                <a:chOff x="3804694" y="3331061"/>
                <a:chExt cx="587520" cy="899640"/>
              </a:xfrm>
            </p:grpSpPr>
            <mc:AlternateContent xmlns:mc="http://schemas.openxmlformats.org/markup-compatibility/2006" xmlns:p14="http://schemas.microsoft.com/office/powerpoint/2010/main">
              <mc:Choice Requires="p14">
                <p:contentPart p14:bwMode="auto" r:id="rId328">
                  <p14:nvContentPartPr>
                    <p14:cNvPr id="4322" name="Ink 4321">
                      <a:extLst>
                        <a:ext uri="{FF2B5EF4-FFF2-40B4-BE49-F238E27FC236}">
                          <a16:creationId xmlns:a16="http://schemas.microsoft.com/office/drawing/2014/main" id="{FA2EA6CE-07E1-65DD-E0C7-1AE492EED04F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804694" y="3331061"/>
                    <a:ext cx="587520" cy="681840"/>
                  </p14:xfrm>
                </p:contentPart>
              </mc:Choice>
              <mc:Fallback xmlns="">
                <p:pic>
                  <p:nvPicPr>
                    <p:cNvPr id="1846" name="Ink 1845">
                      <a:extLst>
                        <a:ext uri="{FF2B5EF4-FFF2-40B4-BE49-F238E27FC236}">
                          <a16:creationId xmlns:a16="http://schemas.microsoft.com/office/drawing/2014/main" id="{31E9715C-9D25-ED1A-F5F4-B27D171255A9}"/>
                        </a:ext>
                      </a:extLst>
                    </p:cNvPr>
                    <p:cNvPicPr/>
                    <p:nvPr/>
                  </p:nvPicPr>
                  <p:blipFill>
                    <a:blip r:embed="rId47"/>
                    <a:stretch>
                      <a:fillRect/>
                    </a:stretch>
                  </p:blipFill>
                  <p:spPr>
                    <a:xfrm>
                      <a:off x="3793369" y="3320296"/>
                      <a:ext cx="609943" cy="703154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329">
                  <p14:nvContentPartPr>
                    <p14:cNvPr id="4323" name="Ink 4322">
                      <a:extLst>
                        <a:ext uri="{FF2B5EF4-FFF2-40B4-BE49-F238E27FC236}">
                          <a16:creationId xmlns:a16="http://schemas.microsoft.com/office/drawing/2014/main" id="{8ED43E30-F7BE-4B68-8E96-4CD0CF0A2DA8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4059934" y="3430061"/>
                    <a:ext cx="94680" cy="800640"/>
                  </p14:xfrm>
                </p:contentPart>
              </mc:Choice>
              <mc:Fallback xmlns="">
                <p:pic>
                  <p:nvPicPr>
                    <p:cNvPr id="1847" name="Ink 1846">
                      <a:extLst>
                        <a:ext uri="{FF2B5EF4-FFF2-40B4-BE49-F238E27FC236}">
                          <a16:creationId xmlns:a16="http://schemas.microsoft.com/office/drawing/2014/main" id="{0EF1F0F9-6A93-B052-0893-C9D10AD616A3}"/>
                        </a:ext>
                      </a:extLst>
                    </p:cNvPr>
                    <p:cNvPicPr/>
                    <p:nvPr/>
                  </p:nvPicPr>
                  <p:blipFill>
                    <a:blip r:embed="rId49"/>
                    <a:stretch>
                      <a:fillRect/>
                    </a:stretch>
                  </p:blipFill>
                  <p:spPr>
                    <a:xfrm>
                      <a:off x="4048609" y="3419291"/>
                      <a:ext cx="117104" cy="821965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</p:grpSp>
        <p:sp>
          <p:nvSpPr>
            <p:cNvPr id="4308" name="Rectangle 4307">
              <a:extLst>
                <a:ext uri="{FF2B5EF4-FFF2-40B4-BE49-F238E27FC236}">
                  <a16:creationId xmlns:a16="http://schemas.microsoft.com/office/drawing/2014/main" id="{4165AA16-4444-FFC4-EEC2-E19704D02EA5}"/>
                </a:ext>
              </a:extLst>
            </p:cNvPr>
            <p:cNvSpPr/>
            <p:nvPr/>
          </p:nvSpPr>
          <p:spPr>
            <a:xfrm>
              <a:off x="32250843" y="2187496"/>
              <a:ext cx="777381" cy="2830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4309" name="Rectangle 4308">
              <a:extLst>
                <a:ext uri="{FF2B5EF4-FFF2-40B4-BE49-F238E27FC236}">
                  <a16:creationId xmlns:a16="http://schemas.microsoft.com/office/drawing/2014/main" id="{C506B7A7-3813-997C-1370-984CB30746CE}"/>
                </a:ext>
              </a:extLst>
            </p:cNvPr>
            <p:cNvSpPr/>
            <p:nvPr/>
          </p:nvSpPr>
          <p:spPr>
            <a:xfrm>
              <a:off x="32280766" y="2192974"/>
              <a:ext cx="777381" cy="2830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4310" name="Ink 4309">
                  <a:extLst>
                    <a:ext uri="{FF2B5EF4-FFF2-40B4-BE49-F238E27FC236}">
                      <a16:creationId xmlns:a16="http://schemas.microsoft.com/office/drawing/2014/main" id="{7729FE07-C478-4DED-30B2-8D16F142D2F3}"/>
                    </a:ext>
                  </a:extLst>
                </p14:cNvPr>
                <p14:cNvContentPartPr/>
                <p14:nvPr/>
              </p14:nvContentPartPr>
              <p14:xfrm rot="389916">
                <a:off x="32430980" y="2151258"/>
                <a:ext cx="219406" cy="414975"/>
              </p14:xfrm>
            </p:contentPart>
          </mc:Choice>
          <mc:Fallback xmlns="">
            <p:pic>
              <p:nvPicPr>
                <p:cNvPr id="4310" name="Ink 4309">
                  <a:extLst>
                    <a:ext uri="{FF2B5EF4-FFF2-40B4-BE49-F238E27FC236}">
                      <a16:creationId xmlns:a16="http://schemas.microsoft.com/office/drawing/2014/main" id="{7729FE07-C478-4DED-30B2-8D16F142D2F3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 rot="389916">
                  <a:off x="32425111" y="2145914"/>
                  <a:ext cx="231144" cy="42566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4311" name="Ink 4310">
                  <a:extLst>
                    <a:ext uri="{FF2B5EF4-FFF2-40B4-BE49-F238E27FC236}">
                      <a16:creationId xmlns:a16="http://schemas.microsoft.com/office/drawing/2014/main" id="{E4D62BAC-0685-4CA9-FD6B-6EC664EF378D}"/>
                    </a:ext>
                  </a:extLst>
                </p14:cNvPr>
                <p14:cNvContentPartPr/>
                <p14:nvPr/>
              </p14:nvContentPartPr>
              <p14:xfrm rot="389916">
                <a:off x="32292790" y="2180164"/>
                <a:ext cx="30445" cy="357163"/>
              </p14:xfrm>
            </p:contentPart>
          </mc:Choice>
          <mc:Fallback xmlns="">
            <p:pic>
              <p:nvPicPr>
                <p:cNvPr id="4311" name="Ink 4310">
                  <a:extLst>
                    <a:ext uri="{FF2B5EF4-FFF2-40B4-BE49-F238E27FC236}">
                      <a16:creationId xmlns:a16="http://schemas.microsoft.com/office/drawing/2014/main" id="{E4D62BAC-0685-4CA9-FD6B-6EC664EF378D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 rot="389916">
                  <a:off x="32286927" y="2174821"/>
                  <a:ext cx="42172" cy="3678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4312" name="Ink 4311">
                  <a:extLst>
                    <a:ext uri="{FF2B5EF4-FFF2-40B4-BE49-F238E27FC236}">
                      <a16:creationId xmlns:a16="http://schemas.microsoft.com/office/drawing/2014/main" id="{128A3988-1291-0170-BC5D-2DD3D14B38A1}"/>
                    </a:ext>
                  </a:extLst>
                </p14:cNvPr>
                <p14:cNvContentPartPr/>
                <p14:nvPr/>
              </p14:nvContentPartPr>
              <p14:xfrm rot="389916">
                <a:off x="32650040" y="2109168"/>
                <a:ext cx="181845" cy="464027"/>
              </p14:xfrm>
            </p:contentPart>
          </mc:Choice>
          <mc:Fallback xmlns="">
            <p:pic>
              <p:nvPicPr>
                <p:cNvPr id="4312" name="Ink 4311">
                  <a:extLst>
                    <a:ext uri="{FF2B5EF4-FFF2-40B4-BE49-F238E27FC236}">
                      <a16:creationId xmlns:a16="http://schemas.microsoft.com/office/drawing/2014/main" id="{128A3988-1291-0170-BC5D-2DD3D14B38A1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 rot="389916">
                  <a:off x="32644174" y="2103825"/>
                  <a:ext cx="193577" cy="474713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4313" name="Group 4312">
              <a:extLst>
                <a:ext uri="{FF2B5EF4-FFF2-40B4-BE49-F238E27FC236}">
                  <a16:creationId xmlns:a16="http://schemas.microsoft.com/office/drawing/2014/main" id="{541C61F3-F8E4-B2C5-ED0A-A743FE93743C}"/>
                </a:ext>
              </a:extLst>
            </p:cNvPr>
            <p:cNvGrpSpPr/>
            <p:nvPr/>
          </p:nvGrpSpPr>
          <p:grpSpPr>
            <a:xfrm rot="389916">
              <a:off x="32886731" y="2072580"/>
              <a:ext cx="261523" cy="529986"/>
              <a:chOff x="3804694" y="3331061"/>
              <a:chExt cx="587520" cy="8996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36">
                <p14:nvContentPartPr>
                  <p14:cNvPr id="4314" name="Ink 4313">
                    <a:extLst>
                      <a:ext uri="{FF2B5EF4-FFF2-40B4-BE49-F238E27FC236}">
                        <a16:creationId xmlns:a16="http://schemas.microsoft.com/office/drawing/2014/main" id="{1CC0A93E-E6DC-223E-9472-F4CE9F16F823}"/>
                      </a:ext>
                    </a:extLst>
                  </p14:cNvPr>
                  <p14:cNvContentPartPr/>
                  <p14:nvPr/>
                </p14:nvContentPartPr>
                <p14:xfrm>
                  <a:off x="3804694" y="3331061"/>
                  <a:ext cx="587520" cy="681840"/>
                </p14:xfrm>
              </p:contentPart>
            </mc:Choice>
            <mc:Fallback xmlns="">
              <p:pic>
                <p:nvPicPr>
                  <p:cNvPr id="1846" name="Ink 1845">
                    <a:extLst>
                      <a:ext uri="{FF2B5EF4-FFF2-40B4-BE49-F238E27FC236}">
                        <a16:creationId xmlns:a16="http://schemas.microsoft.com/office/drawing/2014/main" id="{31E9715C-9D25-ED1A-F5F4-B27D171255A9}"/>
                      </a:ext>
                    </a:extLst>
                  </p:cNvPr>
                  <p:cNvPicPr/>
                  <p:nvPr/>
                </p:nvPicPr>
                <p:blipFill>
                  <a:blip r:embed="rId47"/>
                  <a:stretch>
                    <a:fillRect/>
                  </a:stretch>
                </p:blipFill>
                <p:spPr>
                  <a:xfrm>
                    <a:off x="3793369" y="3320296"/>
                    <a:ext cx="609943" cy="70315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37">
                <p14:nvContentPartPr>
                  <p14:cNvPr id="4315" name="Ink 4314">
                    <a:extLst>
                      <a:ext uri="{FF2B5EF4-FFF2-40B4-BE49-F238E27FC236}">
                        <a16:creationId xmlns:a16="http://schemas.microsoft.com/office/drawing/2014/main" id="{7AB8AA73-D32F-F5BB-1EE3-104423D490D1}"/>
                      </a:ext>
                    </a:extLst>
                  </p14:cNvPr>
                  <p14:cNvContentPartPr/>
                  <p14:nvPr/>
                </p14:nvContentPartPr>
                <p14:xfrm>
                  <a:off x="4059934" y="3430061"/>
                  <a:ext cx="94680" cy="800640"/>
                </p14:xfrm>
              </p:contentPart>
            </mc:Choice>
            <mc:Fallback xmlns="">
              <p:pic>
                <p:nvPicPr>
                  <p:cNvPr id="1847" name="Ink 1846">
                    <a:extLst>
                      <a:ext uri="{FF2B5EF4-FFF2-40B4-BE49-F238E27FC236}">
                        <a16:creationId xmlns:a16="http://schemas.microsoft.com/office/drawing/2014/main" id="{0EF1F0F9-6A93-B052-0893-C9D10AD616A3}"/>
                      </a:ext>
                    </a:extLst>
                  </p:cNvPr>
                  <p:cNvPicPr/>
                  <p:nvPr/>
                </p:nvPicPr>
                <p:blipFill>
                  <a:blip r:embed="rId49"/>
                  <a:stretch>
                    <a:fillRect/>
                  </a:stretch>
                </p:blipFill>
                <p:spPr>
                  <a:xfrm>
                    <a:off x="4048609" y="3419291"/>
                    <a:ext cx="117104" cy="821965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sp>
        <p:nvSpPr>
          <p:cNvPr id="4324" name="Freeform 4323">
            <a:extLst>
              <a:ext uri="{FF2B5EF4-FFF2-40B4-BE49-F238E27FC236}">
                <a16:creationId xmlns:a16="http://schemas.microsoft.com/office/drawing/2014/main" id="{B260A61E-C69B-8FF0-35A1-9EAE283BB22B}"/>
              </a:ext>
            </a:extLst>
          </p:cNvPr>
          <p:cNvSpPr/>
          <p:nvPr/>
        </p:nvSpPr>
        <p:spPr>
          <a:xfrm rot="3533547">
            <a:off x="15014852" y="2440353"/>
            <a:ext cx="531568" cy="1178600"/>
          </a:xfrm>
          <a:custGeom>
            <a:avLst/>
            <a:gdLst>
              <a:gd name="connsiteX0" fmla="*/ 0 w 589935"/>
              <a:gd name="connsiteY0" fmla="*/ 0 h 1268361"/>
              <a:gd name="connsiteX1" fmla="*/ 353961 w 589935"/>
              <a:gd name="connsiteY1" fmla="*/ 412955 h 1268361"/>
              <a:gd name="connsiteX2" fmla="*/ 412955 w 589935"/>
              <a:gd name="connsiteY2" fmla="*/ 1032387 h 1268361"/>
              <a:gd name="connsiteX3" fmla="*/ 589935 w 589935"/>
              <a:gd name="connsiteY3" fmla="*/ 1268361 h 1268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9935" h="1268361">
                <a:moveTo>
                  <a:pt x="0" y="0"/>
                </a:moveTo>
                <a:cubicBezTo>
                  <a:pt x="142567" y="120445"/>
                  <a:pt x="285135" y="240891"/>
                  <a:pt x="353961" y="412955"/>
                </a:cubicBezTo>
                <a:cubicBezTo>
                  <a:pt x="422787" y="585019"/>
                  <a:pt x="373626" y="889819"/>
                  <a:pt x="412955" y="1032387"/>
                </a:cubicBezTo>
                <a:cubicBezTo>
                  <a:pt x="452284" y="1174955"/>
                  <a:pt x="521109" y="1221658"/>
                  <a:pt x="589935" y="1268361"/>
                </a:cubicBezTo>
              </a:path>
            </a:pathLst>
          </a:custGeom>
          <a:noFill/>
          <a:ln>
            <a:solidFill>
              <a:schemeClr val="tx1">
                <a:lumMod val="50000"/>
                <a:lumOff val="50000"/>
              </a:schemeClr>
            </a:solidFill>
            <a:tailEnd type="arrow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1600"/>
          </a:p>
        </p:txBody>
      </p:sp>
      <p:sp>
        <p:nvSpPr>
          <p:cNvPr id="4325" name="Rounded Rectangle 4324">
            <a:extLst>
              <a:ext uri="{FF2B5EF4-FFF2-40B4-BE49-F238E27FC236}">
                <a16:creationId xmlns:a16="http://schemas.microsoft.com/office/drawing/2014/main" id="{C7C13A25-FC10-5677-64E0-2D3D9DEA7C0F}"/>
              </a:ext>
            </a:extLst>
          </p:cNvPr>
          <p:cNvSpPr/>
          <p:nvPr/>
        </p:nvSpPr>
        <p:spPr>
          <a:xfrm>
            <a:off x="13517597" y="14620166"/>
            <a:ext cx="1443446" cy="92560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047274" sx="95464" sy="95464" algn="ctr" rotWithShape="0">
              <a:prstClr val="black">
                <a:alpha val="14259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grpSp>
        <p:nvGrpSpPr>
          <p:cNvPr id="4326" name="Group 4325">
            <a:extLst>
              <a:ext uri="{FF2B5EF4-FFF2-40B4-BE49-F238E27FC236}">
                <a16:creationId xmlns:a16="http://schemas.microsoft.com/office/drawing/2014/main" id="{D325811D-01B9-56EF-EF49-5D7A2419EEB4}"/>
              </a:ext>
            </a:extLst>
          </p:cNvPr>
          <p:cNvGrpSpPr/>
          <p:nvPr/>
        </p:nvGrpSpPr>
        <p:grpSpPr>
          <a:xfrm rot="389916">
            <a:off x="13686249" y="14634905"/>
            <a:ext cx="1295801" cy="860529"/>
            <a:chOff x="2432355" y="3452826"/>
            <a:chExt cx="1225260" cy="782155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4327" name="Ink 4326">
                  <a:extLst>
                    <a:ext uri="{FF2B5EF4-FFF2-40B4-BE49-F238E27FC236}">
                      <a16:creationId xmlns:a16="http://schemas.microsoft.com/office/drawing/2014/main" id="{31D50A93-48D1-22D3-3246-28A3A1B1B576}"/>
                    </a:ext>
                  </a:extLst>
                </p14:cNvPr>
                <p14:cNvContentPartPr/>
                <p14:nvPr/>
              </p14:nvContentPartPr>
              <p14:xfrm>
                <a:off x="3180255" y="3452826"/>
                <a:ext cx="477360" cy="682200"/>
              </p14:xfrm>
            </p:contentPart>
          </mc:Choice>
          <mc:Fallback xmlns="">
            <p:pic>
              <p:nvPicPr>
                <p:cNvPr id="4327" name="Ink 4326">
                  <a:extLst>
                    <a:ext uri="{FF2B5EF4-FFF2-40B4-BE49-F238E27FC236}">
                      <a16:creationId xmlns:a16="http://schemas.microsoft.com/office/drawing/2014/main" id="{31D50A93-48D1-22D3-3246-28A3A1B1B576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3163243" y="3436466"/>
                  <a:ext cx="511044" cy="7145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4328" name="Ink 4327">
                  <a:extLst>
                    <a:ext uri="{FF2B5EF4-FFF2-40B4-BE49-F238E27FC236}">
                      <a16:creationId xmlns:a16="http://schemas.microsoft.com/office/drawing/2014/main" id="{1ED2FE1A-9FA7-3BC8-6C2D-A03E279136D4}"/>
                    </a:ext>
                  </a:extLst>
                </p14:cNvPr>
                <p14:cNvContentPartPr/>
                <p14:nvPr/>
              </p14:nvContentPartPr>
              <p14:xfrm>
                <a:off x="2432355" y="3647821"/>
                <a:ext cx="66240" cy="587160"/>
              </p14:xfrm>
            </p:contentPart>
          </mc:Choice>
          <mc:Fallback xmlns="">
            <p:pic>
              <p:nvPicPr>
                <p:cNvPr id="1746" name="Ink 1745">
                  <a:extLst>
                    <a:ext uri="{FF2B5EF4-FFF2-40B4-BE49-F238E27FC236}">
                      <a16:creationId xmlns:a16="http://schemas.microsoft.com/office/drawing/2014/main" id="{94F5FB6F-C6AD-2CA5-BFF5-228DDDC4B26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415283" y="3631784"/>
                  <a:ext cx="100043" cy="619562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0" name="Picture 9" descr="A long thin black line&#10;&#10;AI-generated content may be incorrect.">
            <a:extLst>
              <a:ext uri="{FF2B5EF4-FFF2-40B4-BE49-F238E27FC236}">
                <a16:creationId xmlns:a16="http://schemas.microsoft.com/office/drawing/2014/main" id="{AA5810B7-4FAC-91A9-7FF9-3B79945BB05A}"/>
              </a:ext>
            </a:extLst>
          </p:cNvPr>
          <p:cNvPicPr>
            <a:picLocks noChangeAspect="1"/>
          </p:cNvPicPr>
          <p:nvPr/>
        </p:nvPicPr>
        <p:blipFill>
          <a:blip r:embed="rId341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 flipV="1">
            <a:off x="22843921" y="14561099"/>
            <a:ext cx="5765910" cy="2384298"/>
          </a:xfrm>
          <a:prstGeom prst="rect">
            <a:avLst/>
          </a:prstGeom>
        </p:spPr>
      </p:pic>
      <p:pic>
        <p:nvPicPr>
          <p:cNvPr id="12" name="Picture 11" descr="A black and white arrow pointing to the right&#10;&#10;AI-generated content may be incorrect.">
            <a:extLst>
              <a:ext uri="{FF2B5EF4-FFF2-40B4-BE49-F238E27FC236}">
                <a16:creationId xmlns:a16="http://schemas.microsoft.com/office/drawing/2014/main" id="{14627416-CA7E-95DC-C303-D48C9242DEF4}"/>
              </a:ext>
            </a:extLst>
          </p:cNvPr>
          <p:cNvPicPr>
            <a:picLocks noChangeAspect="1"/>
          </p:cNvPicPr>
          <p:nvPr/>
        </p:nvPicPr>
        <p:blipFill>
          <a:blip r:embed="rId342"/>
          <a:stretch>
            <a:fillRect/>
          </a:stretch>
        </p:blipFill>
        <p:spPr>
          <a:xfrm>
            <a:off x="30016702" y="2626958"/>
            <a:ext cx="2021624" cy="1093265"/>
          </a:xfrm>
          <a:prstGeom prst="rect">
            <a:avLst/>
          </a:prstGeom>
        </p:spPr>
      </p:pic>
      <p:pic>
        <p:nvPicPr>
          <p:cNvPr id="13" name="Picture 12" descr="A black and white arrow pointing to the right&#10;&#10;AI-generated content may be incorrect.">
            <a:extLst>
              <a:ext uri="{FF2B5EF4-FFF2-40B4-BE49-F238E27FC236}">
                <a16:creationId xmlns:a16="http://schemas.microsoft.com/office/drawing/2014/main" id="{672B5BE8-7895-C46C-E9A6-FF7AB3F21FEA}"/>
              </a:ext>
            </a:extLst>
          </p:cNvPr>
          <p:cNvPicPr>
            <a:picLocks noChangeAspect="1"/>
          </p:cNvPicPr>
          <p:nvPr/>
        </p:nvPicPr>
        <p:blipFill>
          <a:blip r:embed="rId342"/>
          <a:stretch>
            <a:fillRect/>
          </a:stretch>
        </p:blipFill>
        <p:spPr>
          <a:xfrm rot="1599430" flipV="1">
            <a:off x="19410905" y="9256447"/>
            <a:ext cx="2021624" cy="1143804"/>
          </a:xfrm>
          <a:prstGeom prst="rect">
            <a:avLst/>
          </a:prstGeom>
        </p:spPr>
      </p:pic>
      <p:pic>
        <p:nvPicPr>
          <p:cNvPr id="14" name="Picture 13" descr="A black and white arrow pointing to the right&#10;&#10;AI-generated content may be incorrect.">
            <a:extLst>
              <a:ext uri="{FF2B5EF4-FFF2-40B4-BE49-F238E27FC236}">
                <a16:creationId xmlns:a16="http://schemas.microsoft.com/office/drawing/2014/main" id="{7E9AD0D4-47C0-106B-289D-A245BC6D2BF8}"/>
              </a:ext>
            </a:extLst>
          </p:cNvPr>
          <p:cNvPicPr>
            <a:picLocks noChangeAspect="1"/>
          </p:cNvPicPr>
          <p:nvPr/>
        </p:nvPicPr>
        <p:blipFill>
          <a:blip r:embed="rId342"/>
          <a:stretch>
            <a:fillRect/>
          </a:stretch>
        </p:blipFill>
        <p:spPr>
          <a:xfrm rot="17117372" flipV="1">
            <a:off x="10023722" y="10956464"/>
            <a:ext cx="2021624" cy="1143804"/>
          </a:xfrm>
          <a:prstGeom prst="rect">
            <a:avLst/>
          </a:prstGeom>
        </p:spPr>
      </p:pic>
      <p:pic>
        <p:nvPicPr>
          <p:cNvPr id="16" name="Picture 15" descr="A hand holding something&#10;&#10;AI-generated content may be incorrect.">
            <a:extLst>
              <a:ext uri="{FF2B5EF4-FFF2-40B4-BE49-F238E27FC236}">
                <a16:creationId xmlns:a16="http://schemas.microsoft.com/office/drawing/2014/main" id="{8AFEB25A-DA4A-D378-F1B1-78C29CAD12D2}"/>
              </a:ext>
            </a:extLst>
          </p:cNvPr>
          <p:cNvPicPr>
            <a:picLocks noChangeAspect="1"/>
          </p:cNvPicPr>
          <p:nvPr/>
        </p:nvPicPr>
        <p:blipFill>
          <a:blip r:embed="rId343"/>
          <a:stretch>
            <a:fillRect/>
          </a:stretch>
        </p:blipFill>
        <p:spPr>
          <a:xfrm>
            <a:off x="18596928" y="11286369"/>
            <a:ext cx="2833678" cy="283367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4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55F75BFE-4608-EBF4-1134-40F3150E166D}"/>
                  </a:ext>
                </a:extLst>
              </p14:cNvPr>
              <p14:cNvContentPartPr/>
              <p14:nvPr/>
            </p14:nvContentPartPr>
            <p14:xfrm>
              <a:off x="36801580" y="6668115"/>
              <a:ext cx="380520" cy="7275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55F75BFE-4608-EBF4-1134-40F3150E166D}"/>
                  </a:ext>
                </a:extLst>
              </p:cNvPr>
              <p:cNvPicPr/>
              <p:nvPr/>
            </p:nvPicPr>
            <p:blipFill>
              <a:blip r:embed="rId345"/>
              <a:stretch>
                <a:fillRect/>
              </a:stretch>
            </p:blipFill>
            <p:spPr>
              <a:xfrm>
                <a:off x="36792220" y="6658755"/>
                <a:ext cx="399240" cy="74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A248305A-6148-DF62-3020-2B84612C91FC}"/>
                  </a:ext>
                </a:extLst>
              </p14:cNvPr>
              <p14:cNvContentPartPr/>
              <p14:nvPr/>
            </p14:nvContentPartPr>
            <p14:xfrm>
              <a:off x="36561174" y="9940954"/>
              <a:ext cx="246063" cy="470476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A248305A-6148-DF62-3020-2B84612C91FC}"/>
                  </a:ext>
                </a:extLst>
              </p:cNvPr>
              <p:cNvPicPr/>
              <p:nvPr/>
            </p:nvPicPr>
            <p:blipFill>
              <a:blip r:embed="rId347"/>
              <a:stretch>
                <a:fillRect/>
              </a:stretch>
            </p:blipFill>
            <p:spPr>
              <a:xfrm>
                <a:off x="36551821" y="9931595"/>
                <a:ext cx="264770" cy="4891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E2E55848-A8F3-7CE0-F5CF-156DBAE7E98C}"/>
                  </a:ext>
                </a:extLst>
              </p14:cNvPr>
              <p14:cNvContentPartPr/>
              <p14:nvPr/>
            </p14:nvContentPartPr>
            <p14:xfrm>
              <a:off x="36514680" y="10979600"/>
              <a:ext cx="246063" cy="470476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E2E55848-A8F3-7CE0-F5CF-156DBAE7E98C}"/>
                  </a:ext>
                </a:extLst>
              </p:cNvPr>
              <p:cNvPicPr/>
              <p:nvPr/>
            </p:nvPicPr>
            <p:blipFill>
              <a:blip r:embed="rId347"/>
              <a:stretch>
                <a:fillRect/>
              </a:stretch>
            </p:blipFill>
            <p:spPr>
              <a:xfrm>
                <a:off x="36505327" y="10970241"/>
                <a:ext cx="264770" cy="4891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9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88E9F09D-EDC0-7379-D1BF-46F94A034149}"/>
                  </a:ext>
                </a:extLst>
              </p14:cNvPr>
              <p14:cNvContentPartPr/>
              <p14:nvPr/>
            </p14:nvContentPartPr>
            <p14:xfrm>
              <a:off x="36514680" y="12064144"/>
              <a:ext cx="246063" cy="470476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88E9F09D-EDC0-7379-D1BF-46F94A034149}"/>
                  </a:ext>
                </a:extLst>
              </p:cNvPr>
              <p:cNvPicPr/>
              <p:nvPr/>
            </p:nvPicPr>
            <p:blipFill>
              <a:blip r:embed="rId350"/>
              <a:stretch>
                <a:fillRect/>
              </a:stretch>
            </p:blipFill>
            <p:spPr>
              <a:xfrm>
                <a:off x="36505327" y="12054785"/>
                <a:ext cx="264770" cy="4891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1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4A7457CE-1C3F-4723-0B4C-D0F4AF3DC095}"/>
                  </a:ext>
                </a:extLst>
              </p14:cNvPr>
              <p14:cNvContentPartPr/>
              <p14:nvPr/>
            </p14:nvContentPartPr>
            <p14:xfrm>
              <a:off x="36268617" y="13131499"/>
              <a:ext cx="246063" cy="470476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4A7457CE-1C3F-4723-0B4C-D0F4AF3DC095}"/>
                  </a:ext>
                </a:extLst>
              </p:cNvPr>
              <p:cNvPicPr/>
              <p:nvPr/>
            </p:nvPicPr>
            <p:blipFill>
              <a:blip r:embed="rId347"/>
              <a:stretch>
                <a:fillRect/>
              </a:stretch>
            </p:blipFill>
            <p:spPr>
              <a:xfrm>
                <a:off x="36259264" y="13122140"/>
                <a:ext cx="264770" cy="4891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EF1D0C99-40F7-63C9-B6ED-8FCA0D6833F0}"/>
                  </a:ext>
                </a:extLst>
              </p14:cNvPr>
              <p14:cNvContentPartPr/>
              <p14:nvPr/>
            </p14:nvContentPartPr>
            <p14:xfrm>
              <a:off x="14540486" y="13470673"/>
              <a:ext cx="375508" cy="717976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EF1D0C99-40F7-63C9-B6ED-8FCA0D6833F0}"/>
                  </a:ext>
                </a:extLst>
              </p:cNvPr>
              <p:cNvPicPr/>
              <p:nvPr/>
            </p:nvPicPr>
            <p:blipFill>
              <a:blip r:embed="rId353"/>
              <a:stretch>
                <a:fillRect/>
              </a:stretch>
            </p:blipFill>
            <p:spPr>
              <a:xfrm>
                <a:off x="14522485" y="13453030"/>
                <a:ext cx="411151" cy="7536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ECB32D66-B78F-C074-A373-2BE0F570B3FE}"/>
                  </a:ext>
                </a:extLst>
              </p14:cNvPr>
              <p14:cNvContentPartPr/>
              <p14:nvPr/>
            </p14:nvContentPartPr>
            <p14:xfrm>
              <a:off x="13942207" y="14667871"/>
              <a:ext cx="375508" cy="717976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ECB32D66-B78F-C074-A373-2BE0F570B3FE}"/>
                  </a:ext>
                </a:extLst>
              </p:cNvPr>
              <p:cNvPicPr/>
              <p:nvPr/>
            </p:nvPicPr>
            <p:blipFill>
              <a:blip r:embed="rId355"/>
              <a:stretch>
                <a:fillRect/>
              </a:stretch>
            </p:blipFill>
            <p:spPr>
              <a:xfrm>
                <a:off x="13924206" y="14650228"/>
                <a:ext cx="411151" cy="7536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641F5B52-CA69-A4B2-7961-6D5915F5F346}"/>
                  </a:ext>
                </a:extLst>
              </p14:cNvPr>
              <p14:cNvContentPartPr/>
              <p14:nvPr/>
            </p14:nvContentPartPr>
            <p14:xfrm>
              <a:off x="33351268" y="12060031"/>
              <a:ext cx="514786" cy="984278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641F5B52-CA69-A4B2-7961-6D5915F5F346}"/>
                  </a:ext>
                </a:extLst>
              </p:cNvPr>
              <p:cNvPicPr/>
              <p:nvPr/>
            </p:nvPicPr>
            <p:blipFill>
              <a:blip r:embed="rId357"/>
              <a:stretch>
                <a:fillRect/>
              </a:stretch>
            </p:blipFill>
            <p:spPr>
              <a:xfrm>
                <a:off x="33333628" y="12042030"/>
                <a:ext cx="550425" cy="101991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08353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2CAC7-D483-9835-EE1A-2D15A5169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7" name="Rounded Rectangle 2066">
            <a:extLst>
              <a:ext uri="{FF2B5EF4-FFF2-40B4-BE49-F238E27FC236}">
                <a16:creationId xmlns:a16="http://schemas.microsoft.com/office/drawing/2014/main" id="{EA09025E-F834-6A61-B399-3895DBDBAE92}"/>
              </a:ext>
            </a:extLst>
          </p:cNvPr>
          <p:cNvSpPr/>
          <p:nvPr/>
        </p:nvSpPr>
        <p:spPr>
          <a:xfrm>
            <a:off x="21775338" y="11393894"/>
            <a:ext cx="6458988" cy="3985315"/>
          </a:xfrm>
          <a:prstGeom prst="roundRect">
            <a:avLst/>
          </a:prstGeom>
          <a:solidFill>
            <a:srgbClr val="FBFBFB"/>
          </a:solidFill>
          <a:ln>
            <a:noFill/>
          </a:ln>
          <a:effectLst>
            <a:outerShdw blurRad="1047274" sx="95464" sy="95464" algn="ctr" rotWithShape="0">
              <a:prstClr val="black">
                <a:alpha val="14259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1941"/>
          </a:p>
        </p:txBody>
      </p:sp>
      <p:sp>
        <p:nvSpPr>
          <p:cNvPr id="1900" name="Rounded Rectangle 1899">
            <a:extLst>
              <a:ext uri="{FF2B5EF4-FFF2-40B4-BE49-F238E27FC236}">
                <a16:creationId xmlns:a16="http://schemas.microsoft.com/office/drawing/2014/main" id="{45FDC195-26AF-A645-2C2F-BAAA50575DF1}"/>
              </a:ext>
            </a:extLst>
          </p:cNvPr>
          <p:cNvSpPr/>
          <p:nvPr/>
        </p:nvSpPr>
        <p:spPr>
          <a:xfrm>
            <a:off x="34372511" y="5558392"/>
            <a:ext cx="4916172" cy="2499444"/>
          </a:xfrm>
          <a:prstGeom prst="roundRect">
            <a:avLst/>
          </a:prstGeom>
          <a:solidFill>
            <a:srgbClr val="FBFBFB"/>
          </a:solidFill>
          <a:ln>
            <a:noFill/>
          </a:ln>
          <a:effectLst>
            <a:outerShdw blurRad="1047274" sx="95464" sy="95464" algn="ctr" rotWithShape="0">
              <a:prstClr val="black">
                <a:alpha val="14259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1941"/>
          </a:p>
        </p:txBody>
      </p:sp>
      <p:pic>
        <p:nvPicPr>
          <p:cNvPr id="1599" name="Picture 1598">
            <a:extLst>
              <a:ext uri="{FF2B5EF4-FFF2-40B4-BE49-F238E27FC236}">
                <a16:creationId xmlns:a16="http://schemas.microsoft.com/office/drawing/2014/main" id="{BCA6E083-A522-7B59-1A5F-95504432C1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507" r="14055" b="2778"/>
          <a:stretch>
            <a:fillRect/>
          </a:stretch>
        </p:blipFill>
        <p:spPr>
          <a:xfrm>
            <a:off x="-2604200" y="404507"/>
            <a:ext cx="8242080" cy="6000333"/>
          </a:xfrm>
          <a:prstGeom prst="rect">
            <a:avLst/>
          </a:prstGeom>
        </p:spPr>
      </p:pic>
      <p:grpSp>
        <p:nvGrpSpPr>
          <p:cNvPr id="1600" name="Group 1599">
            <a:extLst>
              <a:ext uri="{FF2B5EF4-FFF2-40B4-BE49-F238E27FC236}">
                <a16:creationId xmlns:a16="http://schemas.microsoft.com/office/drawing/2014/main" id="{BD8284B2-A088-DB8B-E81C-B3B1A087596F}"/>
              </a:ext>
            </a:extLst>
          </p:cNvPr>
          <p:cNvGrpSpPr/>
          <p:nvPr/>
        </p:nvGrpSpPr>
        <p:grpSpPr>
          <a:xfrm rot="21268231">
            <a:off x="-411929" y="1234289"/>
            <a:ext cx="5052684" cy="3138370"/>
            <a:chOff x="-1406274" y="-1084400"/>
            <a:chExt cx="4661599" cy="2910414"/>
          </a:xfrm>
        </p:grpSpPr>
        <p:grpSp>
          <p:nvGrpSpPr>
            <p:cNvPr id="1601" name="Group 1600">
              <a:extLst>
                <a:ext uri="{FF2B5EF4-FFF2-40B4-BE49-F238E27FC236}">
                  <a16:creationId xmlns:a16="http://schemas.microsoft.com/office/drawing/2014/main" id="{08FF6430-511D-1439-A140-E1299F06E1EC}"/>
                </a:ext>
              </a:extLst>
            </p:cNvPr>
            <p:cNvGrpSpPr/>
            <p:nvPr/>
          </p:nvGrpSpPr>
          <p:grpSpPr>
            <a:xfrm>
              <a:off x="-1406274" y="-1084400"/>
              <a:ext cx="748770" cy="330489"/>
              <a:chOff x="2042379" y="1492419"/>
              <a:chExt cx="843251" cy="345378"/>
            </a:xfrm>
          </p:grpSpPr>
          <p:sp>
            <p:nvSpPr>
              <p:cNvPr id="1620" name="Rounded Rectangle 1619">
                <a:extLst>
                  <a:ext uri="{FF2B5EF4-FFF2-40B4-BE49-F238E27FC236}">
                    <a16:creationId xmlns:a16="http://schemas.microsoft.com/office/drawing/2014/main" id="{F7D1C666-0B56-D2DF-9718-AF0F78433E46}"/>
                  </a:ext>
                </a:extLst>
              </p:cNvPr>
              <p:cNvSpPr/>
              <p:nvPr/>
            </p:nvSpPr>
            <p:spPr>
              <a:xfrm>
                <a:off x="2042379" y="1492419"/>
                <a:ext cx="843251" cy="345378"/>
              </a:xfrm>
              <a:prstGeom prst="roundRect">
                <a:avLst>
                  <a:gd name="adj" fmla="val 50000"/>
                </a:avLst>
              </a:prstGeom>
              <a:solidFill>
                <a:srgbClr val="EBE7EF"/>
              </a:solidFill>
              <a:ln>
                <a:solidFill>
                  <a:srgbClr val="E2DFE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 sz="1941"/>
              </a:p>
            </p:txBody>
          </p:sp>
          <p:pic>
            <p:nvPicPr>
              <p:cNvPr id="1621" name="Graphic 1620" descr="Pencil with solid fill">
                <a:extLst>
                  <a:ext uri="{FF2B5EF4-FFF2-40B4-BE49-F238E27FC236}">
                    <a16:creationId xmlns:a16="http://schemas.microsoft.com/office/drawing/2014/main" id="{02BB7011-1A6A-F256-1132-39F8959867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116166" y="1547390"/>
                <a:ext cx="235436" cy="235436"/>
              </a:xfrm>
              <a:prstGeom prst="rect">
                <a:avLst/>
              </a:prstGeom>
            </p:spPr>
          </p:pic>
          <p:sp>
            <p:nvSpPr>
              <p:cNvPr id="1622" name="TextBox 1621">
                <a:extLst>
                  <a:ext uri="{FF2B5EF4-FFF2-40B4-BE49-F238E27FC236}">
                    <a16:creationId xmlns:a16="http://schemas.microsoft.com/office/drawing/2014/main" id="{286ADFF2-A7C9-9FD6-2AF5-260F618DEDDD}"/>
                  </a:ext>
                </a:extLst>
              </p:cNvPr>
              <p:cNvSpPr txBox="1"/>
              <p:nvPr/>
            </p:nvSpPr>
            <p:spPr>
              <a:xfrm>
                <a:off x="2425389" y="1568604"/>
                <a:ext cx="363152" cy="193009"/>
              </a:xfrm>
              <a:prstGeom prst="rect">
                <a:avLst/>
              </a:prstGeom>
              <a:solidFill>
                <a:srgbClr val="EBE7EF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CH" sz="1295" dirty="0"/>
                  <a:t>Data</a:t>
                </a:r>
              </a:p>
            </p:txBody>
          </p:sp>
        </p:grpSp>
        <p:grpSp>
          <p:nvGrpSpPr>
            <p:cNvPr id="1602" name="Group 1601">
              <a:extLst>
                <a:ext uri="{FF2B5EF4-FFF2-40B4-BE49-F238E27FC236}">
                  <a16:creationId xmlns:a16="http://schemas.microsoft.com/office/drawing/2014/main" id="{C4F3B19E-A08F-93D2-E0EF-E3196AF67937}"/>
                </a:ext>
              </a:extLst>
            </p:cNvPr>
            <p:cNvGrpSpPr/>
            <p:nvPr/>
          </p:nvGrpSpPr>
          <p:grpSpPr>
            <a:xfrm>
              <a:off x="-607504" y="-1084400"/>
              <a:ext cx="1068932" cy="330489"/>
              <a:chOff x="3745744" y="1492419"/>
              <a:chExt cx="1110342" cy="345378"/>
            </a:xfrm>
          </p:grpSpPr>
          <p:sp>
            <p:nvSpPr>
              <p:cNvPr id="1617" name="Rounded Rectangle 1616">
                <a:extLst>
                  <a:ext uri="{FF2B5EF4-FFF2-40B4-BE49-F238E27FC236}">
                    <a16:creationId xmlns:a16="http://schemas.microsoft.com/office/drawing/2014/main" id="{41DC840C-F400-E1A4-FFD1-5213E9D32B92}"/>
                  </a:ext>
                </a:extLst>
              </p:cNvPr>
              <p:cNvSpPr/>
              <p:nvPr/>
            </p:nvSpPr>
            <p:spPr>
              <a:xfrm>
                <a:off x="3745744" y="1492419"/>
                <a:ext cx="1110342" cy="345378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rgbClr val="E2DFE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 sz="1941"/>
              </a:p>
            </p:txBody>
          </p:sp>
          <p:pic>
            <p:nvPicPr>
              <p:cNvPr id="1618" name="Graphic 1617" descr="Pencil with solid fill">
                <a:extLst>
                  <a:ext uri="{FF2B5EF4-FFF2-40B4-BE49-F238E27FC236}">
                    <a16:creationId xmlns:a16="http://schemas.microsoft.com/office/drawing/2014/main" id="{0BC305FD-44D8-6EA0-C5EC-9E53E07AC0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819531" y="1547390"/>
                <a:ext cx="235436" cy="235436"/>
              </a:xfrm>
              <a:prstGeom prst="rect">
                <a:avLst/>
              </a:prstGeom>
            </p:spPr>
          </p:pic>
          <p:sp>
            <p:nvSpPr>
              <p:cNvPr id="1619" name="TextBox 1618">
                <a:extLst>
                  <a:ext uri="{FF2B5EF4-FFF2-40B4-BE49-F238E27FC236}">
                    <a16:creationId xmlns:a16="http://schemas.microsoft.com/office/drawing/2014/main" id="{0353C4AB-CBC5-AA75-64D5-0F57995B3D16}"/>
                  </a:ext>
                </a:extLst>
              </p:cNvPr>
              <p:cNvSpPr txBox="1"/>
              <p:nvPr/>
            </p:nvSpPr>
            <p:spPr>
              <a:xfrm>
                <a:off x="4090455" y="1576451"/>
                <a:ext cx="639907" cy="19300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CH" sz="1295" dirty="0">
                    <a:solidFill>
                      <a:srgbClr val="BA772C"/>
                    </a:solidFill>
                  </a:rPr>
                  <a:t>Compare</a:t>
                </a:r>
              </a:p>
            </p:txBody>
          </p:sp>
        </p:grp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BF38E780-7BDB-5E84-18AA-E93B896F2FCF}"/>
                </a:ext>
              </a:extLst>
            </p:cNvPr>
            <p:cNvGrpSpPr/>
            <p:nvPr/>
          </p:nvGrpSpPr>
          <p:grpSpPr>
            <a:xfrm>
              <a:off x="547639" y="-1081263"/>
              <a:ext cx="877792" cy="327352"/>
              <a:chOff x="5849146" y="1492419"/>
              <a:chExt cx="846517" cy="345378"/>
            </a:xfrm>
          </p:grpSpPr>
          <p:sp>
            <p:nvSpPr>
              <p:cNvPr id="1614" name="Rounded Rectangle 1613">
                <a:extLst>
                  <a:ext uri="{FF2B5EF4-FFF2-40B4-BE49-F238E27FC236}">
                    <a16:creationId xmlns:a16="http://schemas.microsoft.com/office/drawing/2014/main" id="{8E9844B4-D026-44C5-0289-0CDAEE212A04}"/>
                  </a:ext>
                </a:extLst>
              </p:cNvPr>
              <p:cNvSpPr/>
              <p:nvPr/>
            </p:nvSpPr>
            <p:spPr>
              <a:xfrm>
                <a:off x="5849146" y="1492419"/>
                <a:ext cx="846517" cy="345378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rgbClr val="E2DFE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 sz="1941"/>
              </a:p>
            </p:txBody>
          </p:sp>
          <p:pic>
            <p:nvPicPr>
              <p:cNvPr id="1615" name="Graphic 1614" descr="Pencil with solid fill">
                <a:extLst>
                  <a:ext uri="{FF2B5EF4-FFF2-40B4-BE49-F238E27FC236}">
                    <a16:creationId xmlns:a16="http://schemas.microsoft.com/office/drawing/2014/main" id="{56EE509D-4C5D-BA0A-6B05-A8A2DF40FE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922933" y="1547390"/>
                <a:ext cx="235436" cy="235436"/>
              </a:xfrm>
              <a:prstGeom prst="rect">
                <a:avLst/>
              </a:prstGeom>
            </p:spPr>
          </p:pic>
          <p:sp>
            <p:nvSpPr>
              <p:cNvPr id="1616" name="TextBox 1615">
                <a:extLst>
                  <a:ext uri="{FF2B5EF4-FFF2-40B4-BE49-F238E27FC236}">
                    <a16:creationId xmlns:a16="http://schemas.microsoft.com/office/drawing/2014/main" id="{23E1CE50-DB67-6F45-EC6C-33D3ABFBB052}"/>
                  </a:ext>
                </a:extLst>
              </p:cNvPr>
              <p:cNvSpPr txBox="1"/>
              <p:nvPr/>
            </p:nvSpPr>
            <p:spPr>
              <a:xfrm>
                <a:off x="6227401" y="1580562"/>
                <a:ext cx="391822" cy="19485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CH" sz="1295" dirty="0">
                    <a:solidFill>
                      <a:srgbClr val="973B83"/>
                    </a:solidFill>
                  </a:rPr>
                  <a:t>Swap</a:t>
                </a:r>
              </a:p>
            </p:txBody>
          </p:sp>
        </p:grpSp>
        <p:grpSp>
          <p:nvGrpSpPr>
            <p:cNvPr id="1604" name="Group 1603">
              <a:extLst>
                <a:ext uri="{FF2B5EF4-FFF2-40B4-BE49-F238E27FC236}">
                  <a16:creationId xmlns:a16="http://schemas.microsoft.com/office/drawing/2014/main" id="{6C18A7D3-139E-1E74-14A2-D70A8A1C4EB2}"/>
                </a:ext>
              </a:extLst>
            </p:cNvPr>
            <p:cNvGrpSpPr/>
            <p:nvPr/>
          </p:nvGrpSpPr>
          <p:grpSpPr>
            <a:xfrm rot="389916">
              <a:off x="-1232795" y="-100226"/>
              <a:ext cx="1197317" cy="805535"/>
              <a:chOff x="2308174" y="3440501"/>
              <a:chExt cx="1275120" cy="8578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6">
                <p14:nvContentPartPr>
                  <p14:cNvPr id="1611" name="Ink 1610">
                    <a:extLst>
                      <a:ext uri="{FF2B5EF4-FFF2-40B4-BE49-F238E27FC236}">
                        <a16:creationId xmlns:a16="http://schemas.microsoft.com/office/drawing/2014/main" id="{7DFF31C3-221D-59CD-6287-B036B6BA1480}"/>
                      </a:ext>
                    </a:extLst>
                  </p14:cNvPr>
                  <p14:cNvContentPartPr/>
                  <p14:nvPr/>
                </p14:nvContentPartPr>
                <p14:xfrm>
                  <a:off x="2308174" y="3616181"/>
                  <a:ext cx="477360" cy="682200"/>
                </p14:xfrm>
              </p:contentPart>
            </mc:Choice>
            <mc:Fallback xmlns="">
              <p:pic>
                <p:nvPicPr>
                  <p:cNvPr id="1611" name="Ink 1610">
                    <a:extLst>
                      <a:ext uri="{FF2B5EF4-FFF2-40B4-BE49-F238E27FC236}">
                        <a16:creationId xmlns:a16="http://schemas.microsoft.com/office/drawing/2014/main" id="{7DFF31C3-221D-59CD-6287-B036B6BA1480}"/>
                      </a:ext>
                    </a:extLst>
                  </p:cNvPr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2289110" y="3597007"/>
                    <a:ext cx="515107" cy="72016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">
                <p14:nvContentPartPr>
                  <p14:cNvPr id="1612" name="Ink 1611">
                    <a:extLst>
                      <a:ext uri="{FF2B5EF4-FFF2-40B4-BE49-F238E27FC236}">
                        <a16:creationId xmlns:a16="http://schemas.microsoft.com/office/drawing/2014/main" id="{0D08AA3C-0892-75E3-6DB2-1BB8F363A6CD}"/>
                      </a:ext>
                    </a:extLst>
                  </p14:cNvPr>
                  <p14:cNvContentPartPr/>
                  <p14:nvPr/>
                </p14:nvContentPartPr>
                <p14:xfrm>
                  <a:off x="2995414" y="3596381"/>
                  <a:ext cx="66240" cy="587160"/>
                </p14:xfrm>
              </p:contentPart>
            </mc:Choice>
            <mc:Fallback xmlns="">
              <p:pic>
                <p:nvPicPr>
                  <p:cNvPr id="1612" name="Ink 1611">
                    <a:extLst>
                      <a:ext uri="{FF2B5EF4-FFF2-40B4-BE49-F238E27FC236}">
                        <a16:creationId xmlns:a16="http://schemas.microsoft.com/office/drawing/2014/main" id="{0D08AA3C-0892-75E3-6DB2-1BB8F363A6CD}"/>
                      </a:ext>
                    </a:extLst>
                  </p:cNvPr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2976380" y="3577205"/>
                    <a:ext cx="103928" cy="62512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">
                <p14:nvContentPartPr>
                  <p14:cNvPr id="1613" name="Ink 1612">
                    <a:extLst>
                      <a:ext uri="{FF2B5EF4-FFF2-40B4-BE49-F238E27FC236}">
                        <a16:creationId xmlns:a16="http://schemas.microsoft.com/office/drawing/2014/main" id="{78D0E3D2-AD8E-FB3D-4152-93B21E2D665E}"/>
                      </a:ext>
                    </a:extLst>
                  </p14:cNvPr>
                  <p14:cNvContentPartPr/>
                  <p14:nvPr/>
                </p14:nvContentPartPr>
                <p14:xfrm>
                  <a:off x="3187654" y="3440501"/>
                  <a:ext cx="395640" cy="762840"/>
                </p14:xfrm>
              </p:contentPart>
            </mc:Choice>
            <mc:Fallback xmlns="">
              <p:pic>
                <p:nvPicPr>
                  <p:cNvPr id="1613" name="Ink 1612">
                    <a:extLst>
                      <a:ext uri="{FF2B5EF4-FFF2-40B4-BE49-F238E27FC236}">
                        <a16:creationId xmlns:a16="http://schemas.microsoft.com/office/drawing/2014/main" id="{78D0E3D2-AD8E-FB3D-4152-93B21E2D665E}"/>
                      </a:ext>
                    </a:extLst>
                  </p:cNvPr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3168578" y="3421334"/>
                    <a:ext cx="433411" cy="80079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605" name="Group 1604">
              <a:extLst>
                <a:ext uri="{FF2B5EF4-FFF2-40B4-BE49-F238E27FC236}">
                  <a16:creationId xmlns:a16="http://schemas.microsoft.com/office/drawing/2014/main" id="{3BF7F137-0142-D08E-3DEB-6500D04D06BD}"/>
                </a:ext>
              </a:extLst>
            </p:cNvPr>
            <p:cNvGrpSpPr/>
            <p:nvPr/>
          </p:nvGrpSpPr>
          <p:grpSpPr>
            <a:xfrm rot="389916">
              <a:off x="248292" y="-110873"/>
              <a:ext cx="534276" cy="818112"/>
              <a:chOff x="3804694" y="3331061"/>
              <a:chExt cx="587520" cy="8996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5">
                <p14:nvContentPartPr>
                  <p14:cNvPr id="1609" name="Ink 1608">
                    <a:extLst>
                      <a:ext uri="{FF2B5EF4-FFF2-40B4-BE49-F238E27FC236}">
                        <a16:creationId xmlns:a16="http://schemas.microsoft.com/office/drawing/2014/main" id="{C7FBEFD5-52F5-E7DF-F538-A00D5BF706D8}"/>
                      </a:ext>
                    </a:extLst>
                  </p14:cNvPr>
                  <p14:cNvContentPartPr/>
                  <p14:nvPr/>
                </p14:nvContentPartPr>
                <p14:xfrm>
                  <a:off x="3804694" y="3331061"/>
                  <a:ext cx="587520" cy="681840"/>
                </p14:xfrm>
              </p:contentPart>
            </mc:Choice>
            <mc:Fallback xmlns="">
              <p:pic>
                <p:nvPicPr>
                  <p:cNvPr id="1609" name="Ink 1608">
                    <a:extLst>
                      <a:ext uri="{FF2B5EF4-FFF2-40B4-BE49-F238E27FC236}">
                        <a16:creationId xmlns:a16="http://schemas.microsoft.com/office/drawing/2014/main" id="{C7FBEFD5-52F5-E7DF-F538-A00D5BF706D8}"/>
                      </a:ext>
                    </a:extLst>
                  </p:cNvPr>
                  <p:cNvPicPr/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3785005" y="3311275"/>
                    <a:ext cx="626504" cy="72101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">
                <p14:nvContentPartPr>
                  <p14:cNvPr id="1610" name="Ink 1609">
                    <a:extLst>
                      <a:ext uri="{FF2B5EF4-FFF2-40B4-BE49-F238E27FC236}">
                        <a16:creationId xmlns:a16="http://schemas.microsoft.com/office/drawing/2014/main" id="{C434DFA6-ACFD-858E-5EB8-702763641689}"/>
                      </a:ext>
                    </a:extLst>
                  </p14:cNvPr>
                  <p14:cNvContentPartPr/>
                  <p14:nvPr/>
                </p14:nvContentPartPr>
                <p14:xfrm>
                  <a:off x="4059934" y="3430061"/>
                  <a:ext cx="94680" cy="800640"/>
                </p14:xfrm>
              </p:contentPart>
            </mc:Choice>
            <mc:Fallback xmlns="">
              <p:pic>
                <p:nvPicPr>
                  <p:cNvPr id="1610" name="Ink 1609">
                    <a:extLst>
                      <a:ext uri="{FF2B5EF4-FFF2-40B4-BE49-F238E27FC236}">
                        <a16:creationId xmlns:a16="http://schemas.microsoft.com/office/drawing/2014/main" id="{C434DFA6-ACFD-858E-5EB8-702763641689}"/>
                      </a:ext>
                    </a:extLst>
                  </p:cNvPr>
                  <p:cNvPicPr/>
                  <p:nvPr/>
                </p:nvPicPr>
                <p:blipFill>
                  <a:blip r:embed="rId18"/>
                  <a:stretch>
                    <a:fillRect/>
                  </a:stretch>
                </p:blipFill>
                <p:spPr>
                  <a:xfrm>
                    <a:off x="4040209" y="3410263"/>
                    <a:ext cx="133736" cy="839840"/>
                  </a:xfrm>
                  <a:prstGeom prst="rect">
                    <a:avLst/>
                  </a:prstGeom>
                </p:spPr>
              </p:pic>
            </mc:Fallback>
          </mc:AlternateContent>
        </p:grpSp>
        <p:sp>
          <p:nvSpPr>
            <p:cNvPr id="1606" name="Rounded Rectangle 1605">
              <a:extLst>
                <a:ext uri="{FF2B5EF4-FFF2-40B4-BE49-F238E27FC236}">
                  <a16:creationId xmlns:a16="http://schemas.microsoft.com/office/drawing/2014/main" id="{936BAFB1-F9B7-0724-AB89-36C0AFC31BD8}"/>
                </a:ext>
              </a:extLst>
            </p:cNvPr>
            <p:cNvSpPr/>
            <p:nvPr/>
          </p:nvSpPr>
          <p:spPr>
            <a:xfrm>
              <a:off x="1627825" y="-1053766"/>
              <a:ext cx="1627500" cy="389813"/>
            </a:xfrm>
            <a:prstGeom prst="roundRect">
              <a:avLst>
                <a:gd name="adj" fmla="val 37122"/>
              </a:avLst>
            </a:prstGeom>
            <a:solidFill>
              <a:srgbClr val="F9FAFB"/>
            </a:solidFill>
            <a:ln>
              <a:solidFill>
                <a:srgbClr val="CFD4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2252"/>
            </a:p>
          </p:txBody>
        </p:sp>
        <p:sp>
          <p:nvSpPr>
            <p:cNvPr id="1607" name="TextBox 1606">
              <a:extLst>
                <a:ext uri="{FF2B5EF4-FFF2-40B4-BE49-F238E27FC236}">
                  <a16:creationId xmlns:a16="http://schemas.microsoft.com/office/drawing/2014/main" id="{78C7FE13-2336-9F0C-A84D-CD256620E8A5}"/>
                </a:ext>
              </a:extLst>
            </p:cNvPr>
            <p:cNvSpPr txBox="1"/>
            <p:nvPr/>
          </p:nvSpPr>
          <p:spPr>
            <a:xfrm>
              <a:off x="1546466" y="-1003374"/>
              <a:ext cx="1028908" cy="2641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51" dirty="0">
                  <a:solidFill>
                    <a:srgbClr val="6C7180"/>
                  </a:solidFill>
                  <a:latin typeface="PT Mono" panose="02060509020205020204" pitchFamily="49" charset="77"/>
                </a:rPr>
                <a:t>[</a:t>
              </a:r>
              <a:r>
                <a:rPr lang="en-CH" sz="1251" dirty="0">
                  <a:solidFill>
                    <a:srgbClr val="6C7180"/>
                  </a:solidFill>
                  <a:latin typeface="PT Mono" panose="02060509020205020204" pitchFamily="49" charset="77"/>
                </a:rPr>
                <a:t>3,1,4]</a:t>
              </a:r>
            </a:p>
          </p:txBody>
        </p:sp>
        <p:cxnSp>
          <p:nvCxnSpPr>
            <p:cNvPr id="1608" name="Straight Connector 1607">
              <a:extLst>
                <a:ext uri="{FF2B5EF4-FFF2-40B4-BE49-F238E27FC236}">
                  <a16:creationId xmlns:a16="http://schemas.microsoft.com/office/drawing/2014/main" id="{EA3E7E5C-8348-1252-F1AC-377F425F04C9}"/>
                </a:ext>
              </a:extLst>
            </p:cNvPr>
            <p:cNvCxnSpPr>
              <a:cxnSpLocks/>
            </p:cNvCxnSpPr>
            <p:nvPr/>
          </p:nvCxnSpPr>
          <p:spPr>
            <a:xfrm rot="331769">
              <a:off x="1370378" y="-1071922"/>
              <a:ext cx="467968" cy="2897936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623" name="Picture 1622" descr="A hand holding a pen&#10;&#10;AI-generated content may be incorrect.">
            <a:extLst>
              <a:ext uri="{FF2B5EF4-FFF2-40B4-BE49-F238E27FC236}">
                <a16:creationId xmlns:a16="http://schemas.microsoft.com/office/drawing/2014/main" id="{B870A73B-E8E4-7613-7406-F291596E1433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l="46549" t="21261" r="4581" b="9747"/>
          <a:stretch>
            <a:fillRect/>
          </a:stretch>
        </p:blipFill>
        <p:spPr>
          <a:xfrm>
            <a:off x="2068375" y="1638253"/>
            <a:ext cx="4492443" cy="4228175"/>
          </a:xfrm>
          <a:prstGeom prst="rect">
            <a:avLst/>
          </a:prstGeom>
        </p:spPr>
      </p:pic>
      <p:grpSp>
        <p:nvGrpSpPr>
          <p:cNvPr id="1624" name="Group 1623">
            <a:extLst>
              <a:ext uri="{FF2B5EF4-FFF2-40B4-BE49-F238E27FC236}">
                <a16:creationId xmlns:a16="http://schemas.microsoft.com/office/drawing/2014/main" id="{C6919C6B-9A55-646E-817C-7D46A549CE5F}"/>
              </a:ext>
            </a:extLst>
          </p:cNvPr>
          <p:cNvGrpSpPr/>
          <p:nvPr/>
        </p:nvGrpSpPr>
        <p:grpSpPr>
          <a:xfrm>
            <a:off x="2662789" y="11411505"/>
            <a:ext cx="6963570" cy="4227335"/>
            <a:chOff x="2226960" y="9548751"/>
            <a:chExt cx="6457767" cy="3920280"/>
          </a:xfrm>
        </p:grpSpPr>
        <p:pic>
          <p:nvPicPr>
            <p:cNvPr id="1625" name="Picture 1624" descr="A white rectangular object with a black border&#10;&#10;AI-generated content may be incorrect.">
              <a:extLst>
                <a:ext uri="{FF2B5EF4-FFF2-40B4-BE49-F238E27FC236}">
                  <a16:creationId xmlns:a16="http://schemas.microsoft.com/office/drawing/2014/main" id="{D28629D0-EAB9-0E0B-89E2-9BCD290CD0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rcRect l="12676" t="14802" r="13119" b="14086"/>
            <a:stretch>
              <a:fillRect/>
            </a:stretch>
          </p:blipFill>
          <p:spPr>
            <a:xfrm>
              <a:off x="2226960" y="9548751"/>
              <a:ext cx="6457767" cy="3920280"/>
            </a:xfrm>
            <a:prstGeom prst="rect">
              <a:avLst/>
            </a:prstGeom>
          </p:spPr>
        </p:pic>
        <p:grpSp>
          <p:nvGrpSpPr>
            <p:cNvPr id="1626" name="Group 1625">
              <a:extLst>
                <a:ext uri="{FF2B5EF4-FFF2-40B4-BE49-F238E27FC236}">
                  <a16:creationId xmlns:a16="http://schemas.microsoft.com/office/drawing/2014/main" id="{165ABB79-5F6F-14DD-248B-31B7F1D4E5EC}"/>
                </a:ext>
              </a:extLst>
            </p:cNvPr>
            <p:cNvGrpSpPr/>
            <p:nvPr/>
          </p:nvGrpSpPr>
          <p:grpSpPr>
            <a:xfrm>
              <a:off x="2823711" y="9996871"/>
              <a:ext cx="748770" cy="330489"/>
              <a:chOff x="2042379" y="1492419"/>
              <a:chExt cx="843251" cy="345378"/>
            </a:xfrm>
          </p:grpSpPr>
          <p:sp>
            <p:nvSpPr>
              <p:cNvPr id="1653" name="Rounded Rectangle 1652">
                <a:extLst>
                  <a:ext uri="{FF2B5EF4-FFF2-40B4-BE49-F238E27FC236}">
                    <a16:creationId xmlns:a16="http://schemas.microsoft.com/office/drawing/2014/main" id="{633C0CC0-5ECE-AE84-DF15-F100390713E3}"/>
                  </a:ext>
                </a:extLst>
              </p:cNvPr>
              <p:cNvSpPr/>
              <p:nvPr/>
            </p:nvSpPr>
            <p:spPr>
              <a:xfrm>
                <a:off x="2042379" y="1492419"/>
                <a:ext cx="843251" cy="345378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rgbClr val="E2DFE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 sz="1941"/>
              </a:p>
            </p:txBody>
          </p:sp>
          <p:pic>
            <p:nvPicPr>
              <p:cNvPr id="1654" name="Graphic 1653" descr="Pencil with solid fill">
                <a:extLst>
                  <a:ext uri="{FF2B5EF4-FFF2-40B4-BE49-F238E27FC236}">
                    <a16:creationId xmlns:a16="http://schemas.microsoft.com/office/drawing/2014/main" id="{AB5B8AC9-DC70-6ABE-4925-FA2947E53B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116166" y="1547390"/>
                <a:ext cx="235436" cy="235436"/>
              </a:xfrm>
              <a:prstGeom prst="rect">
                <a:avLst/>
              </a:prstGeom>
            </p:spPr>
          </p:pic>
          <p:sp>
            <p:nvSpPr>
              <p:cNvPr id="1655" name="TextBox 1654">
                <a:extLst>
                  <a:ext uri="{FF2B5EF4-FFF2-40B4-BE49-F238E27FC236}">
                    <a16:creationId xmlns:a16="http://schemas.microsoft.com/office/drawing/2014/main" id="{0CB85340-0333-4A1F-9F8B-7F12C4428EF7}"/>
                  </a:ext>
                </a:extLst>
              </p:cNvPr>
              <p:cNvSpPr txBox="1"/>
              <p:nvPr/>
            </p:nvSpPr>
            <p:spPr>
              <a:xfrm>
                <a:off x="2425389" y="1572775"/>
                <a:ext cx="363152" cy="19300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CH" sz="1295" dirty="0"/>
                  <a:t>Data</a:t>
                </a:r>
              </a:p>
            </p:txBody>
          </p:sp>
        </p:grpSp>
        <p:grpSp>
          <p:nvGrpSpPr>
            <p:cNvPr id="1627" name="Group 1626">
              <a:extLst>
                <a:ext uri="{FF2B5EF4-FFF2-40B4-BE49-F238E27FC236}">
                  <a16:creationId xmlns:a16="http://schemas.microsoft.com/office/drawing/2014/main" id="{5D7CDD66-84A0-96BF-E3A3-5EC41B2C92DD}"/>
                </a:ext>
              </a:extLst>
            </p:cNvPr>
            <p:cNvGrpSpPr/>
            <p:nvPr/>
          </p:nvGrpSpPr>
          <p:grpSpPr>
            <a:xfrm>
              <a:off x="3622481" y="9996871"/>
              <a:ext cx="1068932" cy="454022"/>
              <a:chOff x="3745744" y="1492419"/>
              <a:chExt cx="1110342" cy="474476"/>
            </a:xfrm>
          </p:grpSpPr>
          <p:sp>
            <p:nvSpPr>
              <p:cNvPr id="1650" name="Rounded Rectangle 1649">
                <a:extLst>
                  <a:ext uri="{FF2B5EF4-FFF2-40B4-BE49-F238E27FC236}">
                    <a16:creationId xmlns:a16="http://schemas.microsoft.com/office/drawing/2014/main" id="{748EA2C5-E3D2-9262-2A80-7EC9FA2603FB}"/>
                  </a:ext>
                </a:extLst>
              </p:cNvPr>
              <p:cNvSpPr/>
              <p:nvPr/>
            </p:nvSpPr>
            <p:spPr>
              <a:xfrm>
                <a:off x="3745744" y="1492419"/>
                <a:ext cx="1110342" cy="345378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rgbClr val="E2DFE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 sz="1941"/>
              </a:p>
            </p:txBody>
          </p:sp>
          <p:pic>
            <p:nvPicPr>
              <p:cNvPr id="1651" name="Graphic 1650" descr="Pencil with solid fill">
                <a:extLst>
                  <a:ext uri="{FF2B5EF4-FFF2-40B4-BE49-F238E27FC236}">
                    <a16:creationId xmlns:a16="http://schemas.microsoft.com/office/drawing/2014/main" id="{D88AAE8C-5C90-6BCD-D599-7757E0211F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819531" y="1547390"/>
                <a:ext cx="235436" cy="235436"/>
              </a:xfrm>
              <a:prstGeom prst="rect">
                <a:avLst/>
              </a:prstGeom>
            </p:spPr>
          </p:pic>
          <p:sp>
            <p:nvSpPr>
              <p:cNvPr id="1652" name="TextBox 1651">
                <a:extLst>
                  <a:ext uri="{FF2B5EF4-FFF2-40B4-BE49-F238E27FC236}">
                    <a16:creationId xmlns:a16="http://schemas.microsoft.com/office/drawing/2014/main" id="{D74372FB-E037-B7E2-2C4A-435AFC65BEC5}"/>
                  </a:ext>
                </a:extLst>
              </p:cNvPr>
              <p:cNvSpPr txBox="1"/>
              <p:nvPr/>
            </p:nvSpPr>
            <p:spPr>
              <a:xfrm>
                <a:off x="4090455" y="1580622"/>
                <a:ext cx="639907" cy="38627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CH" sz="1295" dirty="0">
                    <a:solidFill>
                      <a:srgbClr val="BA772C"/>
                    </a:solidFill>
                  </a:rPr>
                  <a:t>Compare</a:t>
                </a:r>
              </a:p>
            </p:txBody>
          </p:sp>
        </p:grpSp>
        <p:grpSp>
          <p:nvGrpSpPr>
            <p:cNvPr id="1628" name="Group 1627">
              <a:extLst>
                <a:ext uri="{FF2B5EF4-FFF2-40B4-BE49-F238E27FC236}">
                  <a16:creationId xmlns:a16="http://schemas.microsoft.com/office/drawing/2014/main" id="{D704D2F3-45EC-DBE4-2CAF-617BDDE5A9AE}"/>
                </a:ext>
              </a:extLst>
            </p:cNvPr>
            <p:cNvGrpSpPr/>
            <p:nvPr/>
          </p:nvGrpSpPr>
          <p:grpSpPr>
            <a:xfrm>
              <a:off x="4777624" y="10000008"/>
              <a:ext cx="877792" cy="327352"/>
              <a:chOff x="5849146" y="1492419"/>
              <a:chExt cx="846517" cy="345378"/>
            </a:xfrm>
          </p:grpSpPr>
          <p:sp>
            <p:nvSpPr>
              <p:cNvPr id="1647" name="Rounded Rectangle 1646">
                <a:extLst>
                  <a:ext uri="{FF2B5EF4-FFF2-40B4-BE49-F238E27FC236}">
                    <a16:creationId xmlns:a16="http://schemas.microsoft.com/office/drawing/2014/main" id="{55BE6420-E813-411D-B830-C869DE74F7CA}"/>
                  </a:ext>
                </a:extLst>
              </p:cNvPr>
              <p:cNvSpPr/>
              <p:nvPr/>
            </p:nvSpPr>
            <p:spPr>
              <a:xfrm>
                <a:off x="5849146" y="1492419"/>
                <a:ext cx="846517" cy="345378"/>
              </a:xfrm>
              <a:prstGeom prst="roundRect">
                <a:avLst>
                  <a:gd name="adj" fmla="val 50000"/>
                </a:avLst>
              </a:prstGeom>
              <a:solidFill>
                <a:srgbClr val="F2E7FF"/>
              </a:solidFill>
              <a:ln>
                <a:solidFill>
                  <a:srgbClr val="E2DFE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 sz="1941"/>
              </a:p>
            </p:txBody>
          </p:sp>
          <p:pic>
            <p:nvPicPr>
              <p:cNvPr id="1648" name="Graphic 1647" descr="Pencil with solid fill">
                <a:extLst>
                  <a:ext uri="{FF2B5EF4-FFF2-40B4-BE49-F238E27FC236}">
                    <a16:creationId xmlns:a16="http://schemas.microsoft.com/office/drawing/2014/main" id="{17219D3D-D160-4D1B-8455-A282C8DECD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922933" y="1547390"/>
                <a:ext cx="235436" cy="235436"/>
              </a:xfrm>
              <a:prstGeom prst="rect">
                <a:avLst/>
              </a:prstGeom>
            </p:spPr>
          </p:pic>
          <p:sp>
            <p:nvSpPr>
              <p:cNvPr id="1649" name="TextBox 1648">
                <a:extLst>
                  <a:ext uri="{FF2B5EF4-FFF2-40B4-BE49-F238E27FC236}">
                    <a16:creationId xmlns:a16="http://schemas.microsoft.com/office/drawing/2014/main" id="{B9BB0130-411A-5CA9-0BC2-1697ED3AD4D3}"/>
                  </a:ext>
                </a:extLst>
              </p:cNvPr>
              <p:cNvSpPr txBox="1"/>
              <p:nvPr/>
            </p:nvSpPr>
            <p:spPr>
              <a:xfrm>
                <a:off x="6227401" y="1585657"/>
                <a:ext cx="391822" cy="19485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CH" sz="1295" dirty="0">
                    <a:solidFill>
                      <a:srgbClr val="973B83"/>
                    </a:solidFill>
                  </a:rPr>
                  <a:t>Swap</a:t>
                </a:r>
              </a:p>
            </p:txBody>
          </p:sp>
        </p:grpSp>
        <p:grpSp>
          <p:nvGrpSpPr>
            <p:cNvPr id="1629" name="Group 1628">
              <a:extLst>
                <a:ext uri="{FF2B5EF4-FFF2-40B4-BE49-F238E27FC236}">
                  <a16:creationId xmlns:a16="http://schemas.microsoft.com/office/drawing/2014/main" id="{BA08EB73-5B3B-5282-D0AF-76D00D0D8FCE}"/>
                </a:ext>
              </a:extLst>
            </p:cNvPr>
            <p:cNvGrpSpPr/>
            <p:nvPr/>
          </p:nvGrpSpPr>
          <p:grpSpPr>
            <a:xfrm rot="389916">
              <a:off x="2997190" y="10981045"/>
              <a:ext cx="1197317" cy="805535"/>
              <a:chOff x="2308174" y="3440501"/>
              <a:chExt cx="1275120" cy="8578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21">
                <p14:nvContentPartPr>
                  <p14:cNvPr id="1644" name="Ink 1643">
                    <a:extLst>
                      <a:ext uri="{FF2B5EF4-FFF2-40B4-BE49-F238E27FC236}">
                        <a16:creationId xmlns:a16="http://schemas.microsoft.com/office/drawing/2014/main" id="{9DE67F8C-D092-9EFD-FB26-942CB1B52927}"/>
                      </a:ext>
                    </a:extLst>
                  </p14:cNvPr>
                  <p14:cNvContentPartPr/>
                  <p14:nvPr/>
                </p14:nvContentPartPr>
                <p14:xfrm>
                  <a:off x="2308174" y="3616181"/>
                  <a:ext cx="477360" cy="682200"/>
                </p14:xfrm>
              </p:contentPart>
            </mc:Choice>
            <mc:Fallback xmlns="">
              <p:pic>
                <p:nvPicPr>
                  <p:cNvPr id="1644" name="Ink 1643">
                    <a:extLst>
                      <a:ext uri="{FF2B5EF4-FFF2-40B4-BE49-F238E27FC236}">
                        <a16:creationId xmlns:a16="http://schemas.microsoft.com/office/drawing/2014/main" id="{9DE67F8C-D092-9EFD-FB26-942CB1B52927}"/>
                      </a:ext>
                    </a:extLst>
                  </p:cNvPr>
                  <p:cNvPicPr/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2289018" y="3597007"/>
                    <a:ext cx="515288" cy="72016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3">
                <p14:nvContentPartPr>
                  <p14:cNvPr id="1645" name="Ink 1644">
                    <a:extLst>
                      <a:ext uri="{FF2B5EF4-FFF2-40B4-BE49-F238E27FC236}">
                        <a16:creationId xmlns:a16="http://schemas.microsoft.com/office/drawing/2014/main" id="{3B8E398B-068E-C3AA-F49E-FBA3698033BD}"/>
                      </a:ext>
                    </a:extLst>
                  </p14:cNvPr>
                  <p14:cNvContentPartPr/>
                  <p14:nvPr/>
                </p14:nvContentPartPr>
                <p14:xfrm>
                  <a:off x="2995414" y="3596381"/>
                  <a:ext cx="66240" cy="587160"/>
                </p14:xfrm>
              </p:contentPart>
            </mc:Choice>
            <mc:Fallback xmlns="">
              <p:pic>
                <p:nvPicPr>
                  <p:cNvPr id="1645" name="Ink 1644">
                    <a:extLst>
                      <a:ext uri="{FF2B5EF4-FFF2-40B4-BE49-F238E27FC236}">
                        <a16:creationId xmlns:a16="http://schemas.microsoft.com/office/drawing/2014/main" id="{3B8E398B-068E-C3AA-F49E-FBA3698033BD}"/>
                      </a:ext>
                    </a:extLst>
                  </p:cNvPr>
                  <p:cNvPicPr/>
                  <p:nvPr/>
                </p:nvPicPr>
                <p:blipFill>
                  <a:blip r:embed="rId24"/>
                  <a:stretch>
                    <a:fillRect/>
                  </a:stretch>
                </p:blipFill>
                <p:spPr>
                  <a:xfrm>
                    <a:off x="2976269" y="3577205"/>
                    <a:ext cx="104146" cy="62512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5">
                <p14:nvContentPartPr>
                  <p14:cNvPr id="1646" name="Ink 1645">
                    <a:extLst>
                      <a:ext uri="{FF2B5EF4-FFF2-40B4-BE49-F238E27FC236}">
                        <a16:creationId xmlns:a16="http://schemas.microsoft.com/office/drawing/2014/main" id="{A23149B3-5DE5-EC36-5668-5A0FD189A234}"/>
                      </a:ext>
                    </a:extLst>
                  </p14:cNvPr>
                  <p14:cNvContentPartPr/>
                  <p14:nvPr/>
                </p14:nvContentPartPr>
                <p14:xfrm>
                  <a:off x="3187654" y="3440501"/>
                  <a:ext cx="395640" cy="762840"/>
                </p14:xfrm>
              </p:contentPart>
            </mc:Choice>
            <mc:Fallback xmlns="">
              <p:pic>
                <p:nvPicPr>
                  <p:cNvPr id="1646" name="Ink 1645">
                    <a:extLst>
                      <a:ext uri="{FF2B5EF4-FFF2-40B4-BE49-F238E27FC236}">
                        <a16:creationId xmlns:a16="http://schemas.microsoft.com/office/drawing/2014/main" id="{A23149B3-5DE5-EC36-5668-5A0FD189A234}"/>
                      </a:ext>
                    </a:extLst>
                  </p:cNvPr>
                  <p:cNvPicPr/>
                  <p:nvPr/>
                </p:nvPicPr>
                <p:blipFill>
                  <a:blip r:embed="rId26"/>
                  <a:stretch>
                    <a:fillRect/>
                  </a:stretch>
                </p:blipFill>
                <p:spPr>
                  <a:xfrm>
                    <a:off x="3168485" y="3421334"/>
                    <a:ext cx="433594" cy="80079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630" name="Group 1629">
              <a:extLst>
                <a:ext uri="{FF2B5EF4-FFF2-40B4-BE49-F238E27FC236}">
                  <a16:creationId xmlns:a16="http://schemas.microsoft.com/office/drawing/2014/main" id="{FE74EE7F-2B72-DF09-BAA2-48FF518EBA56}"/>
                </a:ext>
              </a:extLst>
            </p:cNvPr>
            <p:cNvGrpSpPr/>
            <p:nvPr/>
          </p:nvGrpSpPr>
          <p:grpSpPr>
            <a:xfrm rot="389916">
              <a:off x="4478277" y="10970398"/>
              <a:ext cx="534276" cy="818112"/>
              <a:chOff x="3804694" y="3331061"/>
              <a:chExt cx="587520" cy="8996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27">
                <p14:nvContentPartPr>
                  <p14:cNvPr id="1642" name="Ink 1641">
                    <a:extLst>
                      <a:ext uri="{FF2B5EF4-FFF2-40B4-BE49-F238E27FC236}">
                        <a16:creationId xmlns:a16="http://schemas.microsoft.com/office/drawing/2014/main" id="{BB39EE61-F37B-FB74-C9B4-0DD54EE66D39}"/>
                      </a:ext>
                    </a:extLst>
                  </p14:cNvPr>
                  <p14:cNvContentPartPr/>
                  <p14:nvPr/>
                </p14:nvContentPartPr>
                <p14:xfrm>
                  <a:off x="3804694" y="3331061"/>
                  <a:ext cx="587520" cy="681840"/>
                </p14:xfrm>
              </p:contentPart>
            </mc:Choice>
            <mc:Fallback xmlns="">
              <p:pic>
                <p:nvPicPr>
                  <p:cNvPr id="1642" name="Ink 1641">
                    <a:extLst>
                      <a:ext uri="{FF2B5EF4-FFF2-40B4-BE49-F238E27FC236}">
                        <a16:creationId xmlns:a16="http://schemas.microsoft.com/office/drawing/2014/main" id="{BB39EE61-F37B-FB74-C9B4-0DD54EE66D39}"/>
                      </a:ext>
                    </a:extLst>
                  </p:cNvPr>
                  <p:cNvPicPr/>
                  <p:nvPr/>
                </p:nvPicPr>
                <p:blipFill>
                  <a:blip r:embed="rId28"/>
                  <a:stretch>
                    <a:fillRect/>
                  </a:stretch>
                </p:blipFill>
                <p:spPr>
                  <a:xfrm>
                    <a:off x="3784899" y="3311275"/>
                    <a:ext cx="626714" cy="72101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9">
                <p14:nvContentPartPr>
                  <p14:cNvPr id="1643" name="Ink 1642">
                    <a:extLst>
                      <a:ext uri="{FF2B5EF4-FFF2-40B4-BE49-F238E27FC236}">
                        <a16:creationId xmlns:a16="http://schemas.microsoft.com/office/drawing/2014/main" id="{0E443624-5E29-E517-F21C-3D49BD070149}"/>
                      </a:ext>
                    </a:extLst>
                  </p14:cNvPr>
                  <p14:cNvContentPartPr/>
                  <p14:nvPr/>
                </p14:nvContentPartPr>
                <p14:xfrm>
                  <a:off x="4059934" y="3430061"/>
                  <a:ext cx="94680" cy="800640"/>
                </p14:xfrm>
              </p:contentPart>
            </mc:Choice>
            <mc:Fallback xmlns="">
              <p:pic>
                <p:nvPicPr>
                  <p:cNvPr id="1643" name="Ink 1642">
                    <a:extLst>
                      <a:ext uri="{FF2B5EF4-FFF2-40B4-BE49-F238E27FC236}">
                        <a16:creationId xmlns:a16="http://schemas.microsoft.com/office/drawing/2014/main" id="{0E443624-5E29-E517-F21C-3D49BD070149}"/>
                      </a:ext>
                    </a:extLst>
                  </p:cNvPr>
                  <p:cNvPicPr/>
                  <p:nvPr/>
                </p:nvPicPr>
                <p:blipFill>
                  <a:blip r:embed="rId30"/>
                  <a:stretch>
                    <a:fillRect/>
                  </a:stretch>
                </p:blipFill>
                <p:spPr>
                  <a:xfrm>
                    <a:off x="4040126" y="3410263"/>
                    <a:ext cx="133899" cy="839840"/>
                  </a:xfrm>
                  <a:prstGeom prst="rect">
                    <a:avLst/>
                  </a:prstGeom>
                </p:spPr>
              </p:pic>
            </mc:Fallback>
          </mc:AlternateContent>
        </p:grpSp>
        <p:sp>
          <p:nvSpPr>
            <p:cNvPr id="1631" name="Rounded Rectangle 1630">
              <a:extLst>
                <a:ext uri="{FF2B5EF4-FFF2-40B4-BE49-F238E27FC236}">
                  <a16:creationId xmlns:a16="http://schemas.microsoft.com/office/drawing/2014/main" id="{52E94EC7-0C56-EAE8-D32A-4A2EDFC62D11}"/>
                </a:ext>
              </a:extLst>
            </p:cNvPr>
            <p:cNvSpPr/>
            <p:nvPr/>
          </p:nvSpPr>
          <p:spPr>
            <a:xfrm>
              <a:off x="5857809" y="10631369"/>
              <a:ext cx="2297704" cy="390621"/>
            </a:xfrm>
            <a:prstGeom prst="roundRect">
              <a:avLst>
                <a:gd name="adj" fmla="val 32482"/>
              </a:avLst>
            </a:prstGeom>
            <a:solidFill>
              <a:srgbClr val="FFF8ED"/>
            </a:solidFill>
            <a:ln>
              <a:solidFill>
                <a:srgbClr val="E0C39F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2252"/>
            </a:p>
          </p:txBody>
        </p:sp>
        <p:sp>
          <p:nvSpPr>
            <p:cNvPr id="1632" name="Rounded Rectangle 1631">
              <a:extLst>
                <a:ext uri="{FF2B5EF4-FFF2-40B4-BE49-F238E27FC236}">
                  <a16:creationId xmlns:a16="http://schemas.microsoft.com/office/drawing/2014/main" id="{11F4295C-AC8F-0AB3-3FDF-83CE33EDE089}"/>
                </a:ext>
              </a:extLst>
            </p:cNvPr>
            <p:cNvSpPr/>
            <p:nvPr/>
          </p:nvSpPr>
          <p:spPr>
            <a:xfrm>
              <a:off x="5837329" y="11222323"/>
              <a:ext cx="2297704" cy="389813"/>
            </a:xfrm>
            <a:prstGeom prst="roundRect">
              <a:avLst>
                <a:gd name="adj" fmla="val 37122"/>
              </a:avLst>
            </a:prstGeom>
            <a:solidFill>
              <a:srgbClr val="FBF5FF"/>
            </a:solidFill>
            <a:ln>
              <a:solidFill>
                <a:srgbClr val="EDDA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2252"/>
            </a:p>
          </p:txBody>
        </p:sp>
        <p:sp>
          <p:nvSpPr>
            <p:cNvPr id="1633" name="Rounded Rectangle 1632">
              <a:extLst>
                <a:ext uri="{FF2B5EF4-FFF2-40B4-BE49-F238E27FC236}">
                  <a16:creationId xmlns:a16="http://schemas.microsoft.com/office/drawing/2014/main" id="{10B1AC4A-4C67-3B6F-FA18-011C50708A20}"/>
                </a:ext>
              </a:extLst>
            </p:cNvPr>
            <p:cNvSpPr/>
            <p:nvPr/>
          </p:nvSpPr>
          <p:spPr>
            <a:xfrm>
              <a:off x="7349625" y="10712391"/>
              <a:ext cx="289092" cy="227506"/>
            </a:xfrm>
            <a:prstGeom prst="roundRect">
              <a:avLst>
                <a:gd name="adj" fmla="val 32482"/>
              </a:avLst>
            </a:prstGeom>
            <a:solidFill>
              <a:srgbClr val="FFF8ED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CH" sz="1000" dirty="0">
                  <a:solidFill>
                    <a:schemeClr val="accent3"/>
                  </a:solidFill>
                </a:rPr>
                <a:t>True</a:t>
              </a:r>
            </a:p>
          </p:txBody>
        </p:sp>
        <p:sp>
          <p:nvSpPr>
            <p:cNvPr id="1634" name="TextBox 1633">
              <a:extLst>
                <a:ext uri="{FF2B5EF4-FFF2-40B4-BE49-F238E27FC236}">
                  <a16:creationId xmlns:a16="http://schemas.microsoft.com/office/drawing/2014/main" id="{EEC3EBE8-3CA8-1C42-B9C0-948F3CC83DE0}"/>
                </a:ext>
              </a:extLst>
            </p:cNvPr>
            <p:cNvSpPr txBox="1"/>
            <p:nvPr/>
          </p:nvSpPr>
          <p:spPr>
            <a:xfrm>
              <a:off x="5857809" y="10689352"/>
              <a:ext cx="1553205" cy="2641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251" dirty="0">
                  <a:solidFill>
                    <a:srgbClr val="BA782F"/>
                  </a:solidFill>
                  <a:latin typeface="PT Mono" panose="02060509020205020204" pitchFamily="49" charset="77"/>
                </a:rPr>
                <a:t>i</a:t>
              </a:r>
              <a:r>
                <a:rPr lang="en-CH" sz="1251" dirty="0">
                  <a:solidFill>
                    <a:srgbClr val="BA782F"/>
                  </a:solidFill>
                  <a:latin typeface="PT Mono" panose="02060509020205020204" pitchFamily="49" charset="77"/>
                </a:rPr>
                <a:t>s_bigger(3,1)</a:t>
              </a:r>
            </a:p>
          </p:txBody>
        </p:sp>
        <p:sp>
          <p:nvSpPr>
            <p:cNvPr id="1635" name="Rounded Rectangle 1634">
              <a:extLst>
                <a:ext uri="{FF2B5EF4-FFF2-40B4-BE49-F238E27FC236}">
                  <a16:creationId xmlns:a16="http://schemas.microsoft.com/office/drawing/2014/main" id="{EA1CB098-1D4D-4FD6-58F5-8D0E8EAE0502}"/>
                </a:ext>
              </a:extLst>
            </p:cNvPr>
            <p:cNvSpPr/>
            <p:nvPr/>
          </p:nvSpPr>
          <p:spPr>
            <a:xfrm>
              <a:off x="7688363" y="10712391"/>
              <a:ext cx="377517" cy="227506"/>
            </a:xfrm>
            <a:prstGeom prst="roundRect">
              <a:avLst>
                <a:gd name="adj" fmla="val 32482"/>
              </a:avLst>
            </a:prstGeom>
            <a:solidFill>
              <a:srgbClr val="FFF8ED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CH" sz="1000" dirty="0">
                  <a:solidFill>
                    <a:srgbClr val="6C7280"/>
                  </a:solidFill>
                </a:rPr>
                <a:t>False</a:t>
              </a:r>
            </a:p>
          </p:txBody>
        </p:sp>
        <p:sp>
          <p:nvSpPr>
            <p:cNvPr id="1636" name="TextBox 1635">
              <a:extLst>
                <a:ext uri="{FF2B5EF4-FFF2-40B4-BE49-F238E27FC236}">
                  <a16:creationId xmlns:a16="http://schemas.microsoft.com/office/drawing/2014/main" id="{F3B80C63-5C55-72D4-44DE-902EC4ED2153}"/>
                </a:ext>
              </a:extLst>
            </p:cNvPr>
            <p:cNvSpPr txBox="1"/>
            <p:nvPr/>
          </p:nvSpPr>
          <p:spPr>
            <a:xfrm>
              <a:off x="5892102" y="11276286"/>
              <a:ext cx="1028908" cy="2641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51" dirty="0">
                  <a:solidFill>
                    <a:srgbClr val="9339E4"/>
                  </a:solidFill>
                  <a:latin typeface="PT Mono" panose="02060509020205020204" pitchFamily="49" charset="77"/>
                </a:rPr>
                <a:t>swap</a:t>
              </a:r>
              <a:r>
                <a:rPr lang="en-CH" sz="1251" dirty="0">
                  <a:solidFill>
                    <a:srgbClr val="9339E4"/>
                  </a:solidFill>
                  <a:latin typeface="PT Mono" panose="02060509020205020204" pitchFamily="49" charset="77"/>
                </a:rPr>
                <a:t>(3,1)</a:t>
              </a:r>
            </a:p>
          </p:txBody>
        </p:sp>
        <p:sp>
          <p:nvSpPr>
            <p:cNvPr id="1637" name="Rounded Rectangle 1636">
              <a:extLst>
                <a:ext uri="{FF2B5EF4-FFF2-40B4-BE49-F238E27FC236}">
                  <a16:creationId xmlns:a16="http://schemas.microsoft.com/office/drawing/2014/main" id="{48C8AEBE-0DF6-C144-EA6F-CC39CA473E16}"/>
                </a:ext>
              </a:extLst>
            </p:cNvPr>
            <p:cNvSpPr/>
            <p:nvPr/>
          </p:nvSpPr>
          <p:spPr>
            <a:xfrm>
              <a:off x="5857809" y="10027505"/>
              <a:ext cx="2297704" cy="389813"/>
            </a:xfrm>
            <a:prstGeom prst="roundRect">
              <a:avLst>
                <a:gd name="adj" fmla="val 37122"/>
              </a:avLst>
            </a:prstGeom>
            <a:solidFill>
              <a:srgbClr val="F9FAFB"/>
            </a:solidFill>
            <a:ln>
              <a:solidFill>
                <a:srgbClr val="CFD4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2252"/>
            </a:p>
          </p:txBody>
        </p:sp>
        <p:sp>
          <p:nvSpPr>
            <p:cNvPr id="1638" name="TextBox 1637">
              <a:extLst>
                <a:ext uri="{FF2B5EF4-FFF2-40B4-BE49-F238E27FC236}">
                  <a16:creationId xmlns:a16="http://schemas.microsoft.com/office/drawing/2014/main" id="{55DB4C32-36CB-4511-C17C-3AC501A590B6}"/>
                </a:ext>
              </a:extLst>
            </p:cNvPr>
            <p:cNvSpPr txBox="1"/>
            <p:nvPr/>
          </p:nvSpPr>
          <p:spPr>
            <a:xfrm>
              <a:off x="5776451" y="10074543"/>
              <a:ext cx="1028908" cy="2641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51" dirty="0">
                  <a:solidFill>
                    <a:srgbClr val="6C7180"/>
                  </a:solidFill>
                  <a:latin typeface="PT Mono" panose="02060509020205020204" pitchFamily="49" charset="77"/>
                </a:rPr>
                <a:t>[</a:t>
              </a:r>
              <a:r>
                <a:rPr lang="en-CH" sz="1251" dirty="0">
                  <a:solidFill>
                    <a:srgbClr val="6C7180"/>
                  </a:solidFill>
                  <a:latin typeface="PT Mono" panose="02060509020205020204" pitchFamily="49" charset="77"/>
                </a:rPr>
                <a:t>3,1,4]</a:t>
              </a:r>
            </a:p>
          </p:txBody>
        </p:sp>
        <p:cxnSp>
          <p:nvCxnSpPr>
            <p:cNvPr id="1639" name="Straight Connector 1638">
              <a:extLst>
                <a:ext uri="{FF2B5EF4-FFF2-40B4-BE49-F238E27FC236}">
                  <a16:creationId xmlns:a16="http://schemas.microsoft.com/office/drawing/2014/main" id="{E984A208-C2C0-DD4F-816F-ABB250C117DF}"/>
                </a:ext>
              </a:extLst>
            </p:cNvPr>
            <p:cNvCxnSpPr>
              <a:cxnSpLocks/>
            </p:cNvCxnSpPr>
            <p:nvPr/>
          </p:nvCxnSpPr>
          <p:spPr>
            <a:xfrm>
              <a:off x="5755310" y="9996871"/>
              <a:ext cx="0" cy="298502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640" name="Picture 1639" descr="A hand holding a pen&#10;&#10;AI-generated content may be incorrect.">
              <a:extLst>
                <a:ext uri="{FF2B5EF4-FFF2-40B4-BE49-F238E27FC236}">
                  <a16:creationId xmlns:a16="http://schemas.microsoft.com/office/drawing/2014/main" id="{871A394F-8353-9A1E-1EEA-48BE545A8D44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rcRect l="46549" t="21261" r="4581" b="9747"/>
            <a:stretch>
              <a:fillRect/>
            </a:stretch>
          </p:blipFill>
          <p:spPr>
            <a:xfrm>
              <a:off x="3228476" y="10541416"/>
              <a:ext cx="2579687" cy="2427937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641" name="Ink 1640">
                  <a:extLst>
                    <a:ext uri="{FF2B5EF4-FFF2-40B4-BE49-F238E27FC236}">
                      <a16:creationId xmlns:a16="http://schemas.microsoft.com/office/drawing/2014/main" id="{18A0F7CD-2E19-BE28-D626-7E5FABAF9F57}"/>
                    </a:ext>
                  </a:extLst>
                </p14:cNvPr>
                <p14:cNvContentPartPr/>
                <p14:nvPr/>
              </p14:nvContentPartPr>
              <p14:xfrm>
                <a:off x="3131360" y="10707619"/>
                <a:ext cx="483480" cy="275400"/>
              </p14:xfrm>
            </p:contentPart>
          </mc:Choice>
          <mc:Fallback xmlns="">
            <p:pic>
              <p:nvPicPr>
                <p:cNvPr id="1641" name="Ink 1640">
                  <a:extLst>
                    <a:ext uri="{FF2B5EF4-FFF2-40B4-BE49-F238E27FC236}">
                      <a16:creationId xmlns:a16="http://schemas.microsoft.com/office/drawing/2014/main" id="{18A0F7CD-2E19-BE28-D626-7E5FABAF9F5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113360" y="10689619"/>
                  <a:ext cx="519120" cy="31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56" name="Group 1655">
            <a:extLst>
              <a:ext uri="{FF2B5EF4-FFF2-40B4-BE49-F238E27FC236}">
                <a16:creationId xmlns:a16="http://schemas.microsoft.com/office/drawing/2014/main" id="{DEC1075B-D19A-DAC1-AA2A-71368A42FD25}"/>
              </a:ext>
            </a:extLst>
          </p:cNvPr>
          <p:cNvGrpSpPr/>
          <p:nvPr/>
        </p:nvGrpSpPr>
        <p:grpSpPr>
          <a:xfrm rot="21401648">
            <a:off x="794403" y="6221985"/>
            <a:ext cx="6963570" cy="4827413"/>
            <a:chOff x="1681846" y="5263107"/>
            <a:chExt cx="6457767" cy="4476770"/>
          </a:xfrm>
        </p:grpSpPr>
        <p:pic>
          <p:nvPicPr>
            <p:cNvPr id="1657" name="Picture 1656" descr="A white rectangular object with a black border&#10;&#10;AI-generated content may be incorrect.">
              <a:extLst>
                <a:ext uri="{FF2B5EF4-FFF2-40B4-BE49-F238E27FC236}">
                  <a16:creationId xmlns:a16="http://schemas.microsoft.com/office/drawing/2014/main" id="{09EAE3DC-1A3A-B2AE-C576-5753A42AB2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rcRect l="12676" t="14802" r="13119" b="14086"/>
            <a:stretch>
              <a:fillRect/>
            </a:stretch>
          </p:blipFill>
          <p:spPr>
            <a:xfrm>
              <a:off x="1681846" y="5263107"/>
              <a:ext cx="6457767" cy="3920280"/>
            </a:xfrm>
            <a:prstGeom prst="rect">
              <a:avLst/>
            </a:prstGeom>
          </p:spPr>
        </p:pic>
        <p:grpSp>
          <p:nvGrpSpPr>
            <p:cNvPr id="1658" name="Group 1657">
              <a:extLst>
                <a:ext uri="{FF2B5EF4-FFF2-40B4-BE49-F238E27FC236}">
                  <a16:creationId xmlns:a16="http://schemas.microsoft.com/office/drawing/2014/main" id="{46D8E25F-481A-3D4A-CAFD-2EA86905F289}"/>
                </a:ext>
              </a:extLst>
            </p:cNvPr>
            <p:cNvGrpSpPr/>
            <p:nvPr/>
          </p:nvGrpSpPr>
          <p:grpSpPr>
            <a:xfrm>
              <a:off x="2278597" y="5711227"/>
              <a:ext cx="748770" cy="330489"/>
              <a:chOff x="2042379" y="1492419"/>
              <a:chExt cx="843251" cy="345378"/>
            </a:xfrm>
          </p:grpSpPr>
          <p:sp>
            <p:nvSpPr>
              <p:cNvPr id="1683" name="Rounded Rectangle 1682">
                <a:extLst>
                  <a:ext uri="{FF2B5EF4-FFF2-40B4-BE49-F238E27FC236}">
                    <a16:creationId xmlns:a16="http://schemas.microsoft.com/office/drawing/2014/main" id="{CD58A194-29F3-FEB6-748F-298E2DACC735}"/>
                  </a:ext>
                </a:extLst>
              </p:cNvPr>
              <p:cNvSpPr/>
              <p:nvPr/>
            </p:nvSpPr>
            <p:spPr>
              <a:xfrm>
                <a:off x="2042379" y="1492419"/>
                <a:ext cx="843251" cy="345378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rgbClr val="E2DFE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 sz="1941"/>
              </a:p>
            </p:txBody>
          </p:sp>
          <p:pic>
            <p:nvPicPr>
              <p:cNvPr id="1684" name="Graphic 1683" descr="Pencil with solid fill">
                <a:extLst>
                  <a:ext uri="{FF2B5EF4-FFF2-40B4-BE49-F238E27FC236}">
                    <a16:creationId xmlns:a16="http://schemas.microsoft.com/office/drawing/2014/main" id="{6A691F8A-8AF2-6DA6-0DD4-E57FC372A4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116166" y="1547390"/>
                <a:ext cx="235436" cy="235436"/>
              </a:xfrm>
              <a:prstGeom prst="rect">
                <a:avLst/>
              </a:prstGeom>
            </p:spPr>
          </p:pic>
          <p:sp>
            <p:nvSpPr>
              <p:cNvPr id="1685" name="TextBox 1684">
                <a:extLst>
                  <a:ext uri="{FF2B5EF4-FFF2-40B4-BE49-F238E27FC236}">
                    <a16:creationId xmlns:a16="http://schemas.microsoft.com/office/drawing/2014/main" id="{F494311E-EFEA-4F1F-B72D-CD8334524259}"/>
                  </a:ext>
                </a:extLst>
              </p:cNvPr>
              <p:cNvSpPr txBox="1"/>
              <p:nvPr/>
            </p:nvSpPr>
            <p:spPr>
              <a:xfrm>
                <a:off x="2425389" y="1568604"/>
                <a:ext cx="363152" cy="19300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CH" sz="1295" dirty="0"/>
                  <a:t>Data</a:t>
                </a:r>
              </a:p>
            </p:txBody>
          </p:sp>
        </p:grpSp>
        <p:grpSp>
          <p:nvGrpSpPr>
            <p:cNvPr id="1659" name="Group 1658">
              <a:extLst>
                <a:ext uri="{FF2B5EF4-FFF2-40B4-BE49-F238E27FC236}">
                  <a16:creationId xmlns:a16="http://schemas.microsoft.com/office/drawing/2014/main" id="{D4BAE4E2-F49B-AABC-FA67-D9EEEE8F432F}"/>
                </a:ext>
              </a:extLst>
            </p:cNvPr>
            <p:cNvGrpSpPr/>
            <p:nvPr/>
          </p:nvGrpSpPr>
          <p:grpSpPr>
            <a:xfrm>
              <a:off x="3077367" y="5699170"/>
              <a:ext cx="1068932" cy="369620"/>
              <a:chOff x="3745744" y="1479819"/>
              <a:chExt cx="1110342" cy="386272"/>
            </a:xfrm>
          </p:grpSpPr>
          <p:sp>
            <p:nvSpPr>
              <p:cNvPr id="1680" name="Rounded Rectangle 1679">
                <a:extLst>
                  <a:ext uri="{FF2B5EF4-FFF2-40B4-BE49-F238E27FC236}">
                    <a16:creationId xmlns:a16="http://schemas.microsoft.com/office/drawing/2014/main" id="{B02AB76A-FFA4-7CFE-1D39-69C3EB6CBD97}"/>
                  </a:ext>
                </a:extLst>
              </p:cNvPr>
              <p:cNvSpPr/>
              <p:nvPr/>
            </p:nvSpPr>
            <p:spPr>
              <a:xfrm>
                <a:off x="3745744" y="1492419"/>
                <a:ext cx="1110342" cy="345378"/>
              </a:xfrm>
              <a:prstGeom prst="roundRect">
                <a:avLst>
                  <a:gd name="adj" fmla="val 50000"/>
                </a:avLst>
              </a:prstGeom>
              <a:solidFill>
                <a:srgbClr val="F7EEEC"/>
              </a:solidFill>
              <a:ln>
                <a:solidFill>
                  <a:srgbClr val="E2DFE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 sz="1941"/>
              </a:p>
            </p:txBody>
          </p:sp>
          <p:pic>
            <p:nvPicPr>
              <p:cNvPr id="1681" name="Graphic 1680" descr="Pencil with solid fill">
                <a:extLst>
                  <a:ext uri="{FF2B5EF4-FFF2-40B4-BE49-F238E27FC236}">
                    <a16:creationId xmlns:a16="http://schemas.microsoft.com/office/drawing/2014/main" id="{07BA87F9-5431-7407-98A6-0A85B08A05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819531" y="1547390"/>
                <a:ext cx="235436" cy="235436"/>
              </a:xfrm>
              <a:prstGeom prst="rect">
                <a:avLst/>
              </a:prstGeom>
            </p:spPr>
          </p:pic>
          <p:sp>
            <p:nvSpPr>
              <p:cNvPr id="1682" name="TextBox 1681">
                <a:extLst>
                  <a:ext uri="{FF2B5EF4-FFF2-40B4-BE49-F238E27FC236}">
                    <a16:creationId xmlns:a16="http://schemas.microsoft.com/office/drawing/2014/main" id="{B4C8C531-8A15-1E67-0D43-355FCA7B2F1F}"/>
                  </a:ext>
                </a:extLst>
              </p:cNvPr>
              <p:cNvSpPr txBox="1"/>
              <p:nvPr/>
            </p:nvSpPr>
            <p:spPr>
              <a:xfrm>
                <a:off x="4090455" y="1479819"/>
                <a:ext cx="639907" cy="3862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CH" sz="1295" dirty="0">
                    <a:solidFill>
                      <a:srgbClr val="BA772C"/>
                    </a:solidFill>
                  </a:rPr>
                  <a:t>Compare</a:t>
                </a:r>
              </a:p>
            </p:txBody>
          </p:sp>
        </p:grpSp>
        <p:grpSp>
          <p:nvGrpSpPr>
            <p:cNvPr id="1660" name="Group 1659">
              <a:extLst>
                <a:ext uri="{FF2B5EF4-FFF2-40B4-BE49-F238E27FC236}">
                  <a16:creationId xmlns:a16="http://schemas.microsoft.com/office/drawing/2014/main" id="{A1895333-E1F7-6053-0AA1-51D772539CC7}"/>
                </a:ext>
              </a:extLst>
            </p:cNvPr>
            <p:cNvGrpSpPr/>
            <p:nvPr/>
          </p:nvGrpSpPr>
          <p:grpSpPr>
            <a:xfrm>
              <a:off x="4232510" y="5714364"/>
              <a:ext cx="877792" cy="327352"/>
              <a:chOff x="5849146" y="1492419"/>
              <a:chExt cx="846517" cy="345378"/>
            </a:xfrm>
          </p:grpSpPr>
          <p:sp>
            <p:nvSpPr>
              <p:cNvPr id="1677" name="Rounded Rectangle 1676">
                <a:extLst>
                  <a:ext uri="{FF2B5EF4-FFF2-40B4-BE49-F238E27FC236}">
                    <a16:creationId xmlns:a16="http://schemas.microsoft.com/office/drawing/2014/main" id="{8EAE7D93-4974-BA68-CA00-99FE33FE2882}"/>
                  </a:ext>
                </a:extLst>
              </p:cNvPr>
              <p:cNvSpPr/>
              <p:nvPr/>
            </p:nvSpPr>
            <p:spPr>
              <a:xfrm>
                <a:off x="5849146" y="1492419"/>
                <a:ext cx="846517" cy="345378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rgbClr val="E2DFE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 sz="1941"/>
              </a:p>
            </p:txBody>
          </p:sp>
          <p:pic>
            <p:nvPicPr>
              <p:cNvPr id="1678" name="Graphic 1677" descr="Pencil with solid fill">
                <a:extLst>
                  <a:ext uri="{FF2B5EF4-FFF2-40B4-BE49-F238E27FC236}">
                    <a16:creationId xmlns:a16="http://schemas.microsoft.com/office/drawing/2014/main" id="{6E1AEA75-822A-0745-E973-2DFF70FF5B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922933" y="1547390"/>
                <a:ext cx="235436" cy="235436"/>
              </a:xfrm>
              <a:prstGeom prst="rect">
                <a:avLst/>
              </a:prstGeom>
            </p:spPr>
          </p:pic>
          <p:sp>
            <p:nvSpPr>
              <p:cNvPr id="1679" name="TextBox 1678">
                <a:extLst>
                  <a:ext uri="{FF2B5EF4-FFF2-40B4-BE49-F238E27FC236}">
                    <a16:creationId xmlns:a16="http://schemas.microsoft.com/office/drawing/2014/main" id="{2262B796-B8B4-B2C5-AEA4-A3EA0A143F9A}"/>
                  </a:ext>
                </a:extLst>
              </p:cNvPr>
              <p:cNvSpPr txBox="1"/>
              <p:nvPr/>
            </p:nvSpPr>
            <p:spPr>
              <a:xfrm>
                <a:off x="6227401" y="1580561"/>
                <a:ext cx="391822" cy="19485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CH" sz="1295" dirty="0">
                    <a:solidFill>
                      <a:srgbClr val="973B83"/>
                    </a:solidFill>
                  </a:rPr>
                  <a:t>Swap</a:t>
                </a:r>
              </a:p>
            </p:txBody>
          </p:sp>
        </p:grpSp>
        <p:grpSp>
          <p:nvGrpSpPr>
            <p:cNvPr id="1661" name="Group 1660">
              <a:extLst>
                <a:ext uri="{FF2B5EF4-FFF2-40B4-BE49-F238E27FC236}">
                  <a16:creationId xmlns:a16="http://schemas.microsoft.com/office/drawing/2014/main" id="{99372D13-EE9F-5569-6C20-EB46CC8A74A4}"/>
                </a:ext>
              </a:extLst>
            </p:cNvPr>
            <p:cNvGrpSpPr/>
            <p:nvPr/>
          </p:nvGrpSpPr>
          <p:grpSpPr>
            <a:xfrm rot="389916">
              <a:off x="2452076" y="6695401"/>
              <a:ext cx="1197317" cy="805535"/>
              <a:chOff x="2308174" y="3440501"/>
              <a:chExt cx="1275120" cy="8578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3">
                <p14:nvContentPartPr>
                  <p14:cNvPr id="1674" name="Ink 1673">
                    <a:extLst>
                      <a:ext uri="{FF2B5EF4-FFF2-40B4-BE49-F238E27FC236}">
                        <a16:creationId xmlns:a16="http://schemas.microsoft.com/office/drawing/2014/main" id="{31571EE6-A81E-8B3A-F44E-EBD77C9A789B}"/>
                      </a:ext>
                    </a:extLst>
                  </p14:cNvPr>
                  <p14:cNvContentPartPr/>
                  <p14:nvPr/>
                </p14:nvContentPartPr>
                <p14:xfrm>
                  <a:off x="2308174" y="3616181"/>
                  <a:ext cx="477360" cy="682200"/>
                </p14:xfrm>
              </p:contentPart>
            </mc:Choice>
            <mc:Fallback xmlns="">
              <p:pic>
                <p:nvPicPr>
                  <p:cNvPr id="1674" name="Ink 1673">
                    <a:extLst>
                      <a:ext uri="{FF2B5EF4-FFF2-40B4-BE49-F238E27FC236}">
                        <a16:creationId xmlns:a16="http://schemas.microsoft.com/office/drawing/2014/main" id="{31571EE6-A81E-8B3A-F44E-EBD77C9A789B}"/>
                      </a:ext>
                    </a:extLst>
                  </p:cNvPr>
                  <p:cNvPicPr/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2289018" y="3597007"/>
                    <a:ext cx="515288" cy="72016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4">
                <p14:nvContentPartPr>
                  <p14:cNvPr id="1675" name="Ink 1674">
                    <a:extLst>
                      <a:ext uri="{FF2B5EF4-FFF2-40B4-BE49-F238E27FC236}">
                        <a16:creationId xmlns:a16="http://schemas.microsoft.com/office/drawing/2014/main" id="{53C1A591-F3DA-C35A-2BF3-4887673B88B5}"/>
                      </a:ext>
                    </a:extLst>
                  </p14:cNvPr>
                  <p14:cNvContentPartPr/>
                  <p14:nvPr/>
                </p14:nvContentPartPr>
                <p14:xfrm>
                  <a:off x="2995414" y="3596381"/>
                  <a:ext cx="66240" cy="587160"/>
                </p14:xfrm>
              </p:contentPart>
            </mc:Choice>
            <mc:Fallback xmlns="">
              <p:pic>
                <p:nvPicPr>
                  <p:cNvPr id="1675" name="Ink 1674">
                    <a:extLst>
                      <a:ext uri="{FF2B5EF4-FFF2-40B4-BE49-F238E27FC236}">
                        <a16:creationId xmlns:a16="http://schemas.microsoft.com/office/drawing/2014/main" id="{53C1A591-F3DA-C35A-2BF3-4887673B88B5}"/>
                      </a:ext>
                    </a:extLst>
                  </p:cNvPr>
                  <p:cNvPicPr/>
                  <p:nvPr/>
                </p:nvPicPr>
                <p:blipFill>
                  <a:blip r:embed="rId24"/>
                  <a:stretch>
                    <a:fillRect/>
                  </a:stretch>
                </p:blipFill>
                <p:spPr>
                  <a:xfrm>
                    <a:off x="2976269" y="3577205"/>
                    <a:ext cx="104146" cy="62512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5">
                <p14:nvContentPartPr>
                  <p14:cNvPr id="1676" name="Ink 1675">
                    <a:extLst>
                      <a:ext uri="{FF2B5EF4-FFF2-40B4-BE49-F238E27FC236}">
                        <a16:creationId xmlns:a16="http://schemas.microsoft.com/office/drawing/2014/main" id="{9FAD5164-7D5E-1DDA-4841-0693B03B2F2B}"/>
                      </a:ext>
                    </a:extLst>
                  </p14:cNvPr>
                  <p14:cNvContentPartPr/>
                  <p14:nvPr/>
                </p14:nvContentPartPr>
                <p14:xfrm>
                  <a:off x="3187654" y="3440501"/>
                  <a:ext cx="395640" cy="762840"/>
                </p14:xfrm>
              </p:contentPart>
            </mc:Choice>
            <mc:Fallback xmlns="">
              <p:pic>
                <p:nvPicPr>
                  <p:cNvPr id="1676" name="Ink 1675">
                    <a:extLst>
                      <a:ext uri="{FF2B5EF4-FFF2-40B4-BE49-F238E27FC236}">
                        <a16:creationId xmlns:a16="http://schemas.microsoft.com/office/drawing/2014/main" id="{9FAD5164-7D5E-1DDA-4841-0693B03B2F2B}"/>
                      </a:ext>
                    </a:extLst>
                  </p:cNvPr>
                  <p:cNvPicPr/>
                  <p:nvPr/>
                </p:nvPicPr>
                <p:blipFill>
                  <a:blip r:embed="rId26"/>
                  <a:stretch>
                    <a:fillRect/>
                  </a:stretch>
                </p:blipFill>
                <p:spPr>
                  <a:xfrm>
                    <a:off x="3168485" y="3421334"/>
                    <a:ext cx="433594" cy="80079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662" name="Group 1661">
              <a:extLst>
                <a:ext uri="{FF2B5EF4-FFF2-40B4-BE49-F238E27FC236}">
                  <a16:creationId xmlns:a16="http://schemas.microsoft.com/office/drawing/2014/main" id="{16C58D12-99B3-0C14-CF92-9CADE7D0698C}"/>
                </a:ext>
              </a:extLst>
            </p:cNvPr>
            <p:cNvGrpSpPr/>
            <p:nvPr/>
          </p:nvGrpSpPr>
          <p:grpSpPr>
            <a:xfrm rot="389916">
              <a:off x="3933163" y="6684754"/>
              <a:ext cx="534276" cy="818112"/>
              <a:chOff x="3804694" y="3331061"/>
              <a:chExt cx="587520" cy="8996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6">
                <p14:nvContentPartPr>
                  <p14:cNvPr id="1672" name="Ink 1671">
                    <a:extLst>
                      <a:ext uri="{FF2B5EF4-FFF2-40B4-BE49-F238E27FC236}">
                        <a16:creationId xmlns:a16="http://schemas.microsoft.com/office/drawing/2014/main" id="{0593786E-DA30-A079-86AA-5B7B551A9012}"/>
                      </a:ext>
                    </a:extLst>
                  </p14:cNvPr>
                  <p14:cNvContentPartPr/>
                  <p14:nvPr/>
                </p14:nvContentPartPr>
                <p14:xfrm>
                  <a:off x="3804694" y="3331061"/>
                  <a:ext cx="587520" cy="681840"/>
                </p14:xfrm>
              </p:contentPart>
            </mc:Choice>
            <mc:Fallback xmlns="">
              <p:pic>
                <p:nvPicPr>
                  <p:cNvPr id="1672" name="Ink 1671">
                    <a:extLst>
                      <a:ext uri="{FF2B5EF4-FFF2-40B4-BE49-F238E27FC236}">
                        <a16:creationId xmlns:a16="http://schemas.microsoft.com/office/drawing/2014/main" id="{0593786E-DA30-A079-86AA-5B7B551A9012}"/>
                      </a:ext>
                    </a:extLst>
                  </p:cNvPr>
                  <p:cNvPicPr/>
                  <p:nvPr/>
                </p:nvPicPr>
                <p:blipFill>
                  <a:blip r:embed="rId28"/>
                  <a:stretch>
                    <a:fillRect/>
                  </a:stretch>
                </p:blipFill>
                <p:spPr>
                  <a:xfrm>
                    <a:off x="3784899" y="3311275"/>
                    <a:ext cx="626714" cy="72101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7">
                <p14:nvContentPartPr>
                  <p14:cNvPr id="1673" name="Ink 1672">
                    <a:extLst>
                      <a:ext uri="{FF2B5EF4-FFF2-40B4-BE49-F238E27FC236}">
                        <a16:creationId xmlns:a16="http://schemas.microsoft.com/office/drawing/2014/main" id="{F05B9AA9-1DA0-35C5-116F-5A4FE27F5D22}"/>
                      </a:ext>
                    </a:extLst>
                  </p14:cNvPr>
                  <p14:cNvContentPartPr/>
                  <p14:nvPr/>
                </p14:nvContentPartPr>
                <p14:xfrm>
                  <a:off x="4059934" y="3430061"/>
                  <a:ext cx="94680" cy="800640"/>
                </p14:xfrm>
              </p:contentPart>
            </mc:Choice>
            <mc:Fallback xmlns="">
              <p:pic>
                <p:nvPicPr>
                  <p:cNvPr id="1673" name="Ink 1672">
                    <a:extLst>
                      <a:ext uri="{FF2B5EF4-FFF2-40B4-BE49-F238E27FC236}">
                        <a16:creationId xmlns:a16="http://schemas.microsoft.com/office/drawing/2014/main" id="{F05B9AA9-1DA0-35C5-116F-5A4FE27F5D22}"/>
                      </a:ext>
                    </a:extLst>
                  </p:cNvPr>
                  <p:cNvPicPr/>
                  <p:nvPr/>
                </p:nvPicPr>
                <p:blipFill>
                  <a:blip r:embed="rId30"/>
                  <a:stretch>
                    <a:fillRect/>
                  </a:stretch>
                </p:blipFill>
                <p:spPr>
                  <a:xfrm>
                    <a:off x="4040126" y="3410263"/>
                    <a:ext cx="133899" cy="83984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663" name="Ink 1662">
                  <a:extLst>
                    <a:ext uri="{FF2B5EF4-FFF2-40B4-BE49-F238E27FC236}">
                      <a16:creationId xmlns:a16="http://schemas.microsoft.com/office/drawing/2014/main" id="{60D1AF8F-C3C9-37E9-9AF4-6D5DD47150F3}"/>
                    </a:ext>
                  </a:extLst>
                </p14:cNvPr>
                <p14:cNvContentPartPr/>
                <p14:nvPr/>
              </p14:nvContentPartPr>
              <p14:xfrm>
                <a:off x="2656626" y="7587720"/>
                <a:ext cx="468720" cy="113400"/>
              </p14:xfrm>
            </p:contentPart>
          </mc:Choice>
          <mc:Fallback xmlns="">
            <p:pic>
              <p:nvPicPr>
                <p:cNvPr id="1663" name="Ink 1662">
                  <a:extLst>
                    <a:ext uri="{FF2B5EF4-FFF2-40B4-BE49-F238E27FC236}">
                      <a16:creationId xmlns:a16="http://schemas.microsoft.com/office/drawing/2014/main" id="{60D1AF8F-C3C9-37E9-9AF4-6D5DD47150F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638626" y="7569720"/>
                  <a:ext cx="504360" cy="14904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664" name="Rounded Rectangle 1663">
              <a:extLst>
                <a:ext uri="{FF2B5EF4-FFF2-40B4-BE49-F238E27FC236}">
                  <a16:creationId xmlns:a16="http://schemas.microsoft.com/office/drawing/2014/main" id="{ECB047BC-C22A-8F3B-55DE-76CBEEBEE91D}"/>
                </a:ext>
              </a:extLst>
            </p:cNvPr>
            <p:cNvSpPr/>
            <p:nvPr/>
          </p:nvSpPr>
          <p:spPr>
            <a:xfrm>
              <a:off x="5312695" y="6345725"/>
              <a:ext cx="2297704" cy="390621"/>
            </a:xfrm>
            <a:prstGeom prst="roundRect">
              <a:avLst>
                <a:gd name="adj" fmla="val 32482"/>
              </a:avLst>
            </a:prstGeom>
            <a:solidFill>
              <a:srgbClr val="FFF8ED"/>
            </a:solidFill>
            <a:ln>
              <a:solidFill>
                <a:srgbClr val="E0C39F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2252"/>
            </a:p>
          </p:txBody>
        </p:sp>
        <p:sp>
          <p:nvSpPr>
            <p:cNvPr id="1665" name="Rounded Rectangle 1664">
              <a:extLst>
                <a:ext uri="{FF2B5EF4-FFF2-40B4-BE49-F238E27FC236}">
                  <a16:creationId xmlns:a16="http://schemas.microsoft.com/office/drawing/2014/main" id="{59293576-8046-1061-A002-3387C65F2969}"/>
                </a:ext>
              </a:extLst>
            </p:cNvPr>
            <p:cNvSpPr/>
            <p:nvPr/>
          </p:nvSpPr>
          <p:spPr>
            <a:xfrm>
              <a:off x="6804511" y="6426747"/>
              <a:ext cx="289092" cy="227506"/>
            </a:xfrm>
            <a:prstGeom prst="roundRect">
              <a:avLst>
                <a:gd name="adj" fmla="val 32482"/>
              </a:avLst>
            </a:prstGeom>
            <a:solidFill>
              <a:srgbClr val="FFF8ED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CH" sz="1000" dirty="0">
                  <a:solidFill>
                    <a:schemeClr val="accent3"/>
                  </a:solidFill>
                </a:rPr>
                <a:t>True</a:t>
              </a:r>
            </a:p>
          </p:txBody>
        </p:sp>
        <p:sp>
          <p:nvSpPr>
            <p:cNvPr id="1666" name="TextBox 1665">
              <a:extLst>
                <a:ext uri="{FF2B5EF4-FFF2-40B4-BE49-F238E27FC236}">
                  <a16:creationId xmlns:a16="http://schemas.microsoft.com/office/drawing/2014/main" id="{0196DE32-1860-2916-E26A-9949BFC6145C}"/>
                </a:ext>
              </a:extLst>
            </p:cNvPr>
            <p:cNvSpPr txBox="1"/>
            <p:nvPr/>
          </p:nvSpPr>
          <p:spPr>
            <a:xfrm>
              <a:off x="5312695" y="6407064"/>
              <a:ext cx="1553205" cy="2641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251" dirty="0">
                  <a:solidFill>
                    <a:srgbClr val="BA782F"/>
                  </a:solidFill>
                  <a:latin typeface="PT Mono" panose="02060509020205020204" pitchFamily="49" charset="77"/>
                </a:rPr>
                <a:t>i</a:t>
              </a:r>
              <a:r>
                <a:rPr lang="en-CH" sz="1251" dirty="0">
                  <a:solidFill>
                    <a:srgbClr val="BA782F"/>
                  </a:solidFill>
                  <a:latin typeface="PT Mono" panose="02060509020205020204" pitchFamily="49" charset="77"/>
                </a:rPr>
                <a:t>s_bigger(3,1)</a:t>
              </a:r>
            </a:p>
          </p:txBody>
        </p:sp>
        <p:sp>
          <p:nvSpPr>
            <p:cNvPr id="1667" name="Rounded Rectangle 1666">
              <a:extLst>
                <a:ext uri="{FF2B5EF4-FFF2-40B4-BE49-F238E27FC236}">
                  <a16:creationId xmlns:a16="http://schemas.microsoft.com/office/drawing/2014/main" id="{3C640FC6-D2A8-93F7-F14C-7CDE5FCD5ED2}"/>
                </a:ext>
              </a:extLst>
            </p:cNvPr>
            <p:cNvSpPr/>
            <p:nvPr/>
          </p:nvSpPr>
          <p:spPr>
            <a:xfrm>
              <a:off x="7143249" y="6426747"/>
              <a:ext cx="377517" cy="227506"/>
            </a:xfrm>
            <a:prstGeom prst="roundRect">
              <a:avLst>
                <a:gd name="adj" fmla="val 32482"/>
              </a:avLst>
            </a:prstGeom>
            <a:solidFill>
              <a:srgbClr val="FFF8ED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CH" sz="1000" dirty="0">
                  <a:solidFill>
                    <a:srgbClr val="6C7280"/>
                  </a:solidFill>
                </a:rPr>
                <a:t>False</a:t>
              </a:r>
            </a:p>
          </p:txBody>
        </p:sp>
        <p:sp>
          <p:nvSpPr>
            <p:cNvPr id="1668" name="Rounded Rectangle 1667">
              <a:extLst>
                <a:ext uri="{FF2B5EF4-FFF2-40B4-BE49-F238E27FC236}">
                  <a16:creationId xmlns:a16="http://schemas.microsoft.com/office/drawing/2014/main" id="{746FC39B-5A4D-4C93-8442-BCEBE539DE31}"/>
                </a:ext>
              </a:extLst>
            </p:cNvPr>
            <p:cNvSpPr/>
            <p:nvPr/>
          </p:nvSpPr>
          <p:spPr>
            <a:xfrm>
              <a:off x="5312695" y="5741861"/>
              <a:ext cx="2297704" cy="389813"/>
            </a:xfrm>
            <a:prstGeom prst="roundRect">
              <a:avLst>
                <a:gd name="adj" fmla="val 37122"/>
              </a:avLst>
            </a:prstGeom>
            <a:solidFill>
              <a:srgbClr val="F9FAFB"/>
            </a:solidFill>
            <a:ln>
              <a:solidFill>
                <a:srgbClr val="CFD4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2252"/>
            </a:p>
          </p:txBody>
        </p:sp>
        <p:sp>
          <p:nvSpPr>
            <p:cNvPr id="1669" name="TextBox 1668">
              <a:extLst>
                <a:ext uri="{FF2B5EF4-FFF2-40B4-BE49-F238E27FC236}">
                  <a16:creationId xmlns:a16="http://schemas.microsoft.com/office/drawing/2014/main" id="{63C761F0-D019-58C7-CC10-AE2F6D475909}"/>
                </a:ext>
              </a:extLst>
            </p:cNvPr>
            <p:cNvSpPr txBox="1"/>
            <p:nvPr/>
          </p:nvSpPr>
          <p:spPr>
            <a:xfrm>
              <a:off x="5231337" y="5792254"/>
              <a:ext cx="1028908" cy="2641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51" dirty="0">
                  <a:solidFill>
                    <a:srgbClr val="6C7180"/>
                  </a:solidFill>
                  <a:latin typeface="PT Mono" panose="02060509020205020204" pitchFamily="49" charset="77"/>
                </a:rPr>
                <a:t>[</a:t>
              </a:r>
              <a:r>
                <a:rPr lang="en-CH" sz="1251" dirty="0">
                  <a:solidFill>
                    <a:srgbClr val="6C7180"/>
                  </a:solidFill>
                  <a:latin typeface="PT Mono" panose="02060509020205020204" pitchFamily="49" charset="77"/>
                </a:rPr>
                <a:t>3,1,4]</a:t>
              </a:r>
            </a:p>
          </p:txBody>
        </p:sp>
        <p:cxnSp>
          <p:nvCxnSpPr>
            <p:cNvPr id="1670" name="Straight Connector 1669">
              <a:extLst>
                <a:ext uri="{FF2B5EF4-FFF2-40B4-BE49-F238E27FC236}">
                  <a16:creationId xmlns:a16="http://schemas.microsoft.com/office/drawing/2014/main" id="{E863E942-5867-E092-A8DC-A9C33A78E49A}"/>
                </a:ext>
              </a:extLst>
            </p:cNvPr>
            <p:cNvCxnSpPr>
              <a:cxnSpLocks/>
            </p:cNvCxnSpPr>
            <p:nvPr/>
          </p:nvCxnSpPr>
          <p:spPr>
            <a:xfrm>
              <a:off x="5196919" y="5691214"/>
              <a:ext cx="0" cy="298502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671" name="Picture 1670" descr="A hand holding a pen&#10;&#10;AI-generated content may be incorrect.">
              <a:extLst>
                <a:ext uri="{FF2B5EF4-FFF2-40B4-BE49-F238E27FC236}">
                  <a16:creationId xmlns:a16="http://schemas.microsoft.com/office/drawing/2014/main" id="{7FEA2036-9A8F-C53B-4DB4-3AE6CE6C81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rcRect l="46549" t="21261" r="4581" b="9747"/>
            <a:stretch>
              <a:fillRect/>
            </a:stretch>
          </p:blipFill>
          <p:spPr>
            <a:xfrm>
              <a:off x="3069992" y="7311940"/>
              <a:ext cx="2579687" cy="2427937"/>
            </a:xfrm>
            <a:prstGeom prst="rect">
              <a:avLst/>
            </a:prstGeom>
          </p:spPr>
        </p:pic>
      </p:grpSp>
      <p:sp>
        <p:nvSpPr>
          <p:cNvPr id="1686" name="Freeform 1685">
            <a:extLst>
              <a:ext uri="{FF2B5EF4-FFF2-40B4-BE49-F238E27FC236}">
                <a16:creationId xmlns:a16="http://schemas.microsoft.com/office/drawing/2014/main" id="{A7A988D4-047E-14B5-593D-A10BAEFABCB4}"/>
              </a:ext>
            </a:extLst>
          </p:cNvPr>
          <p:cNvSpPr/>
          <p:nvPr/>
        </p:nvSpPr>
        <p:spPr>
          <a:xfrm rot="21054290">
            <a:off x="162775" y="4590827"/>
            <a:ext cx="319561" cy="2162884"/>
          </a:xfrm>
          <a:custGeom>
            <a:avLst/>
            <a:gdLst>
              <a:gd name="connsiteX0" fmla="*/ 0 w 296350"/>
              <a:gd name="connsiteY0" fmla="*/ 0 h 2005781"/>
              <a:gd name="connsiteX1" fmla="*/ 294968 w 296350"/>
              <a:gd name="connsiteY1" fmla="*/ 648929 h 2005781"/>
              <a:gd name="connsiteX2" fmla="*/ 117987 w 296350"/>
              <a:gd name="connsiteY2" fmla="*/ 1297858 h 2005781"/>
              <a:gd name="connsiteX3" fmla="*/ 294968 w 296350"/>
              <a:gd name="connsiteY3" fmla="*/ 2005781 h 2005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6350" h="2005781">
                <a:moveTo>
                  <a:pt x="0" y="0"/>
                </a:moveTo>
                <a:cubicBezTo>
                  <a:pt x="137652" y="216309"/>
                  <a:pt x="275304" y="432619"/>
                  <a:pt x="294968" y="648929"/>
                </a:cubicBezTo>
                <a:cubicBezTo>
                  <a:pt x="314632" y="865239"/>
                  <a:pt x="117987" y="1071716"/>
                  <a:pt x="117987" y="1297858"/>
                </a:cubicBezTo>
                <a:cubicBezTo>
                  <a:pt x="117987" y="1524000"/>
                  <a:pt x="206477" y="1764890"/>
                  <a:pt x="294968" y="2005781"/>
                </a:cubicBezTo>
              </a:path>
            </a:pathLst>
          </a:custGeom>
          <a:noFill/>
          <a:ln>
            <a:solidFill>
              <a:schemeClr val="tx1">
                <a:lumMod val="50000"/>
                <a:lumOff val="50000"/>
              </a:schemeClr>
            </a:solidFill>
            <a:tailEnd type="arrow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1941"/>
          </a:p>
        </p:txBody>
      </p:sp>
      <p:sp>
        <p:nvSpPr>
          <p:cNvPr id="1687" name="Freeform 1686">
            <a:extLst>
              <a:ext uri="{FF2B5EF4-FFF2-40B4-BE49-F238E27FC236}">
                <a16:creationId xmlns:a16="http://schemas.microsoft.com/office/drawing/2014/main" id="{9680E24D-85B2-2F28-32B4-A0FADADB64F7}"/>
              </a:ext>
            </a:extLst>
          </p:cNvPr>
          <p:cNvSpPr/>
          <p:nvPr/>
        </p:nvSpPr>
        <p:spPr>
          <a:xfrm rot="20753000">
            <a:off x="1732667" y="10923471"/>
            <a:ext cx="636141" cy="1367705"/>
          </a:xfrm>
          <a:custGeom>
            <a:avLst/>
            <a:gdLst>
              <a:gd name="connsiteX0" fmla="*/ 0 w 589935"/>
              <a:gd name="connsiteY0" fmla="*/ 0 h 1268361"/>
              <a:gd name="connsiteX1" fmla="*/ 353961 w 589935"/>
              <a:gd name="connsiteY1" fmla="*/ 412955 h 1268361"/>
              <a:gd name="connsiteX2" fmla="*/ 412955 w 589935"/>
              <a:gd name="connsiteY2" fmla="*/ 1032387 h 1268361"/>
              <a:gd name="connsiteX3" fmla="*/ 589935 w 589935"/>
              <a:gd name="connsiteY3" fmla="*/ 1268361 h 1268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9935" h="1268361">
                <a:moveTo>
                  <a:pt x="0" y="0"/>
                </a:moveTo>
                <a:cubicBezTo>
                  <a:pt x="142567" y="120445"/>
                  <a:pt x="285135" y="240891"/>
                  <a:pt x="353961" y="412955"/>
                </a:cubicBezTo>
                <a:cubicBezTo>
                  <a:pt x="422787" y="585019"/>
                  <a:pt x="373626" y="889819"/>
                  <a:pt x="412955" y="1032387"/>
                </a:cubicBezTo>
                <a:cubicBezTo>
                  <a:pt x="452284" y="1174955"/>
                  <a:pt x="521109" y="1221658"/>
                  <a:pt x="589935" y="1268361"/>
                </a:cubicBezTo>
              </a:path>
            </a:pathLst>
          </a:custGeom>
          <a:noFill/>
          <a:ln>
            <a:solidFill>
              <a:schemeClr val="tx1">
                <a:lumMod val="50000"/>
                <a:lumOff val="50000"/>
              </a:schemeClr>
            </a:solidFill>
            <a:tailEnd type="arrow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1941"/>
          </a:p>
        </p:txBody>
      </p:sp>
      <p:pic>
        <p:nvPicPr>
          <p:cNvPr id="1688" name="Picture 1687" descr="A white rectangular object with a black border&#10;&#10;AI-generated content may be incorrect.">
            <a:extLst>
              <a:ext uri="{FF2B5EF4-FFF2-40B4-BE49-F238E27FC236}">
                <a16:creationId xmlns:a16="http://schemas.microsoft.com/office/drawing/2014/main" id="{DA0CC56C-D6CE-1C3B-F4A5-B24D2E818595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l="12676" t="14802" r="13119" b="14086"/>
          <a:stretch>
            <a:fillRect/>
          </a:stretch>
        </p:blipFill>
        <p:spPr>
          <a:xfrm>
            <a:off x="9173223" y="547994"/>
            <a:ext cx="12178079" cy="7771581"/>
          </a:xfrm>
          <a:prstGeom prst="rect">
            <a:avLst/>
          </a:prstGeom>
        </p:spPr>
      </p:pic>
      <p:grpSp>
        <p:nvGrpSpPr>
          <p:cNvPr id="1689" name="Group 1688">
            <a:extLst>
              <a:ext uri="{FF2B5EF4-FFF2-40B4-BE49-F238E27FC236}">
                <a16:creationId xmlns:a16="http://schemas.microsoft.com/office/drawing/2014/main" id="{0B65AA64-2619-294E-A526-17BCD73F5D47}"/>
              </a:ext>
            </a:extLst>
          </p:cNvPr>
          <p:cNvGrpSpPr/>
          <p:nvPr/>
        </p:nvGrpSpPr>
        <p:grpSpPr>
          <a:xfrm>
            <a:off x="10136340" y="1310610"/>
            <a:ext cx="1046881" cy="502818"/>
            <a:chOff x="1948529" y="1492419"/>
            <a:chExt cx="843251" cy="345378"/>
          </a:xfrm>
        </p:grpSpPr>
        <p:sp>
          <p:nvSpPr>
            <p:cNvPr id="1690" name="Rounded Rectangle 1689">
              <a:extLst>
                <a:ext uri="{FF2B5EF4-FFF2-40B4-BE49-F238E27FC236}">
                  <a16:creationId xmlns:a16="http://schemas.microsoft.com/office/drawing/2014/main" id="{E426B414-C371-CDF9-5E88-9011CD8D8FC0}"/>
                </a:ext>
              </a:extLst>
            </p:cNvPr>
            <p:cNvSpPr/>
            <p:nvPr/>
          </p:nvSpPr>
          <p:spPr>
            <a:xfrm>
              <a:off x="1948529" y="1492419"/>
              <a:ext cx="843251" cy="345378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E2DFE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2156"/>
            </a:p>
          </p:txBody>
        </p:sp>
        <p:pic>
          <p:nvPicPr>
            <p:cNvPr id="1691" name="Graphic 1690" descr="Pencil with solid fill">
              <a:extLst>
                <a:ext uri="{FF2B5EF4-FFF2-40B4-BE49-F238E27FC236}">
                  <a16:creationId xmlns:a16="http://schemas.microsoft.com/office/drawing/2014/main" id="{9D8E2B0D-61F2-1BCF-C90B-D3925C2D636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52117" y="1547390"/>
              <a:ext cx="235436" cy="235436"/>
            </a:xfrm>
            <a:prstGeom prst="rect">
              <a:avLst/>
            </a:prstGeom>
          </p:spPr>
        </p:pic>
        <p:sp>
          <p:nvSpPr>
            <p:cNvPr id="1692" name="TextBox 1691">
              <a:extLst>
                <a:ext uri="{FF2B5EF4-FFF2-40B4-BE49-F238E27FC236}">
                  <a16:creationId xmlns:a16="http://schemas.microsoft.com/office/drawing/2014/main" id="{58E278B2-97FC-CA91-F787-B465A19B4042}"/>
                </a:ext>
              </a:extLst>
            </p:cNvPr>
            <p:cNvSpPr txBox="1"/>
            <p:nvPr/>
          </p:nvSpPr>
          <p:spPr>
            <a:xfrm>
              <a:off x="2299984" y="1572775"/>
              <a:ext cx="363152" cy="15959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CH" sz="1510" dirty="0"/>
                <a:t>Data</a:t>
              </a:r>
            </a:p>
          </p:txBody>
        </p:sp>
      </p:grpSp>
      <p:grpSp>
        <p:nvGrpSpPr>
          <p:cNvPr id="1693" name="Group 1692">
            <a:extLst>
              <a:ext uri="{FF2B5EF4-FFF2-40B4-BE49-F238E27FC236}">
                <a16:creationId xmlns:a16="http://schemas.microsoft.com/office/drawing/2014/main" id="{42EE67D9-46A4-1773-FA71-C242076023C6}"/>
              </a:ext>
            </a:extLst>
          </p:cNvPr>
          <p:cNvGrpSpPr/>
          <p:nvPr/>
        </p:nvGrpSpPr>
        <p:grpSpPr>
          <a:xfrm>
            <a:off x="11280857" y="1310611"/>
            <a:ext cx="1494510" cy="502818"/>
            <a:chOff x="3745744" y="1492419"/>
            <a:chExt cx="1110342" cy="345378"/>
          </a:xfrm>
        </p:grpSpPr>
        <p:sp>
          <p:nvSpPr>
            <p:cNvPr id="1694" name="Rounded Rectangle 1693">
              <a:extLst>
                <a:ext uri="{FF2B5EF4-FFF2-40B4-BE49-F238E27FC236}">
                  <a16:creationId xmlns:a16="http://schemas.microsoft.com/office/drawing/2014/main" id="{E0B90820-A260-2B3C-072B-DDDAFED228DC}"/>
                </a:ext>
              </a:extLst>
            </p:cNvPr>
            <p:cNvSpPr/>
            <p:nvPr/>
          </p:nvSpPr>
          <p:spPr>
            <a:xfrm>
              <a:off x="3745744" y="1492419"/>
              <a:ext cx="1110342" cy="345378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E2DFE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2156"/>
            </a:p>
          </p:txBody>
        </p:sp>
        <p:pic>
          <p:nvPicPr>
            <p:cNvPr id="1695" name="Graphic 1694" descr="Pencil with solid fill">
              <a:extLst>
                <a:ext uri="{FF2B5EF4-FFF2-40B4-BE49-F238E27FC236}">
                  <a16:creationId xmlns:a16="http://schemas.microsoft.com/office/drawing/2014/main" id="{1680EF98-D6B5-C357-CC56-DFB91295AA1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819531" y="1547390"/>
              <a:ext cx="235436" cy="235436"/>
            </a:xfrm>
            <a:prstGeom prst="rect">
              <a:avLst/>
            </a:prstGeom>
          </p:spPr>
        </p:pic>
        <p:sp>
          <p:nvSpPr>
            <p:cNvPr id="1696" name="TextBox 1695">
              <a:extLst>
                <a:ext uri="{FF2B5EF4-FFF2-40B4-BE49-F238E27FC236}">
                  <a16:creationId xmlns:a16="http://schemas.microsoft.com/office/drawing/2014/main" id="{68EDB833-9CD3-247D-70FB-91CF7F893AFF}"/>
                </a:ext>
              </a:extLst>
            </p:cNvPr>
            <p:cNvSpPr txBox="1"/>
            <p:nvPr/>
          </p:nvSpPr>
          <p:spPr>
            <a:xfrm>
              <a:off x="4090455" y="1580622"/>
              <a:ext cx="639907" cy="15959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CH" sz="1510" dirty="0">
                  <a:solidFill>
                    <a:srgbClr val="BA772C"/>
                  </a:solidFill>
                </a:rPr>
                <a:t>Compare</a:t>
              </a:r>
            </a:p>
          </p:txBody>
        </p:sp>
      </p:grpSp>
      <p:grpSp>
        <p:nvGrpSpPr>
          <p:cNvPr id="1697" name="Group 1696">
            <a:extLst>
              <a:ext uri="{FF2B5EF4-FFF2-40B4-BE49-F238E27FC236}">
                <a16:creationId xmlns:a16="http://schemas.microsoft.com/office/drawing/2014/main" id="{AC85D9FC-CEFA-E8D0-7547-8C55C6D763BB}"/>
              </a:ext>
            </a:extLst>
          </p:cNvPr>
          <p:cNvGrpSpPr/>
          <p:nvPr/>
        </p:nvGrpSpPr>
        <p:grpSpPr>
          <a:xfrm>
            <a:off x="12875398" y="1316831"/>
            <a:ext cx="1227271" cy="498044"/>
            <a:chOff x="5849146" y="1492419"/>
            <a:chExt cx="846517" cy="345378"/>
          </a:xfrm>
        </p:grpSpPr>
        <p:sp>
          <p:nvSpPr>
            <p:cNvPr id="1698" name="Rounded Rectangle 1697">
              <a:extLst>
                <a:ext uri="{FF2B5EF4-FFF2-40B4-BE49-F238E27FC236}">
                  <a16:creationId xmlns:a16="http://schemas.microsoft.com/office/drawing/2014/main" id="{AD559E24-CB5F-A7BF-FDE6-759ECFF5228E}"/>
                </a:ext>
              </a:extLst>
            </p:cNvPr>
            <p:cNvSpPr/>
            <p:nvPr/>
          </p:nvSpPr>
          <p:spPr>
            <a:xfrm>
              <a:off x="5849146" y="1492419"/>
              <a:ext cx="846517" cy="345378"/>
            </a:xfrm>
            <a:prstGeom prst="roundRect">
              <a:avLst>
                <a:gd name="adj" fmla="val 50000"/>
              </a:avLst>
            </a:prstGeom>
            <a:solidFill>
              <a:srgbClr val="F2E7FF"/>
            </a:solidFill>
            <a:ln>
              <a:solidFill>
                <a:srgbClr val="E2DFE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2156"/>
            </a:p>
          </p:txBody>
        </p:sp>
        <p:pic>
          <p:nvPicPr>
            <p:cNvPr id="1699" name="Graphic 1698" descr="Pencil with solid fill">
              <a:extLst>
                <a:ext uri="{FF2B5EF4-FFF2-40B4-BE49-F238E27FC236}">
                  <a16:creationId xmlns:a16="http://schemas.microsoft.com/office/drawing/2014/main" id="{4510022C-AD07-37F8-BD0A-2F5ADB5FC9A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922933" y="1547390"/>
              <a:ext cx="235436" cy="235436"/>
            </a:xfrm>
            <a:prstGeom prst="rect">
              <a:avLst/>
            </a:prstGeom>
          </p:spPr>
        </p:pic>
        <p:sp>
          <p:nvSpPr>
            <p:cNvPr id="1700" name="TextBox 1699">
              <a:extLst>
                <a:ext uri="{FF2B5EF4-FFF2-40B4-BE49-F238E27FC236}">
                  <a16:creationId xmlns:a16="http://schemas.microsoft.com/office/drawing/2014/main" id="{FD87CF94-53C4-66FD-A467-048687B9C3E3}"/>
                </a:ext>
              </a:extLst>
            </p:cNvPr>
            <p:cNvSpPr txBox="1"/>
            <p:nvPr/>
          </p:nvSpPr>
          <p:spPr>
            <a:xfrm>
              <a:off x="6227401" y="1585657"/>
              <a:ext cx="391822" cy="16112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CH" sz="1510" dirty="0">
                  <a:solidFill>
                    <a:srgbClr val="973B83"/>
                  </a:solidFill>
                </a:rPr>
                <a:t>Swap</a:t>
              </a:r>
            </a:p>
          </p:txBody>
        </p:sp>
      </p:grpSp>
      <p:grpSp>
        <p:nvGrpSpPr>
          <p:cNvPr id="1701" name="Group 1700">
            <a:extLst>
              <a:ext uri="{FF2B5EF4-FFF2-40B4-BE49-F238E27FC236}">
                <a16:creationId xmlns:a16="http://schemas.microsoft.com/office/drawing/2014/main" id="{04401EB2-F633-E495-4065-F07C2C19F30F}"/>
              </a:ext>
            </a:extLst>
          </p:cNvPr>
          <p:cNvGrpSpPr/>
          <p:nvPr/>
        </p:nvGrpSpPr>
        <p:grpSpPr>
          <a:xfrm rot="389916">
            <a:off x="10291869" y="3511528"/>
            <a:ext cx="2257904" cy="1596896"/>
            <a:chOff x="2308174" y="3440501"/>
            <a:chExt cx="1275120" cy="85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702" name="Ink 1701">
                  <a:extLst>
                    <a:ext uri="{FF2B5EF4-FFF2-40B4-BE49-F238E27FC236}">
                      <a16:creationId xmlns:a16="http://schemas.microsoft.com/office/drawing/2014/main" id="{C7FC81C4-D9D7-833F-40FB-F7AE6D1C29E7}"/>
                    </a:ext>
                  </a:extLst>
                </p14:cNvPr>
                <p14:cNvContentPartPr/>
                <p14:nvPr/>
              </p14:nvContentPartPr>
              <p14:xfrm>
                <a:off x="2308174" y="3616181"/>
                <a:ext cx="477360" cy="682200"/>
              </p14:xfrm>
            </p:contentPart>
          </mc:Choice>
          <mc:Fallback xmlns="">
            <p:pic>
              <p:nvPicPr>
                <p:cNvPr id="1702" name="Ink 1701">
                  <a:extLst>
                    <a:ext uri="{FF2B5EF4-FFF2-40B4-BE49-F238E27FC236}">
                      <a16:creationId xmlns:a16="http://schemas.microsoft.com/office/drawing/2014/main" id="{C7FC81C4-D9D7-833F-40FB-F7AE6D1C29E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297210" y="3605753"/>
                  <a:ext cx="499068" cy="70284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703" name="Ink 1702">
                  <a:extLst>
                    <a:ext uri="{FF2B5EF4-FFF2-40B4-BE49-F238E27FC236}">
                      <a16:creationId xmlns:a16="http://schemas.microsoft.com/office/drawing/2014/main" id="{16DFA7F8-6B3B-79B2-0E07-7B880FA03075}"/>
                    </a:ext>
                  </a:extLst>
                </p14:cNvPr>
                <p14:cNvContentPartPr/>
                <p14:nvPr/>
              </p14:nvContentPartPr>
              <p14:xfrm>
                <a:off x="2995414" y="3596381"/>
                <a:ext cx="66240" cy="587160"/>
              </p14:xfrm>
            </p:contentPart>
          </mc:Choice>
          <mc:Fallback xmlns="">
            <p:pic>
              <p:nvPicPr>
                <p:cNvPr id="1703" name="Ink 1702">
                  <a:extLst>
                    <a:ext uri="{FF2B5EF4-FFF2-40B4-BE49-F238E27FC236}">
                      <a16:creationId xmlns:a16="http://schemas.microsoft.com/office/drawing/2014/main" id="{16DFA7F8-6B3B-79B2-0E07-7B880FA0307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984447" y="3585952"/>
                  <a:ext cx="87954" cy="6078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704" name="Ink 1703">
                  <a:extLst>
                    <a:ext uri="{FF2B5EF4-FFF2-40B4-BE49-F238E27FC236}">
                      <a16:creationId xmlns:a16="http://schemas.microsoft.com/office/drawing/2014/main" id="{F40732C5-8472-52A7-1B37-FA95F404D04C}"/>
                    </a:ext>
                  </a:extLst>
                </p14:cNvPr>
                <p14:cNvContentPartPr/>
                <p14:nvPr/>
              </p14:nvContentPartPr>
              <p14:xfrm>
                <a:off x="3187654" y="3440501"/>
                <a:ext cx="395640" cy="762840"/>
              </p14:xfrm>
            </p:contentPart>
          </mc:Choice>
          <mc:Fallback xmlns="">
            <p:pic>
              <p:nvPicPr>
                <p:cNvPr id="1704" name="Ink 1703">
                  <a:extLst>
                    <a:ext uri="{FF2B5EF4-FFF2-40B4-BE49-F238E27FC236}">
                      <a16:creationId xmlns:a16="http://schemas.microsoft.com/office/drawing/2014/main" id="{F40732C5-8472-52A7-1B37-FA95F404D04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176688" y="3430071"/>
                  <a:ext cx="417352" cy="783491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5" name="Group 1704">
            <a:extLst>
              <a:ext uri="{FF2B5EF4-FFF2-40B4-BE49-F238E27FC236}">
                <a16:creationId xmlns:a16="http://schemas.microsoft.com/office/drawing/2014/main" id="{58D8F606-476B-3FF4-CB75-DC9F9474D9D7}"/>
              </a:ext>
            </a:extLst>
          </p:cNvPr>
          <p:cNvGrpSpPr/>
          <p:nvPr/>
        </p:nvGrpSpPr>
        <p:grpSpPr>
          <a:xfrm rot="389916">
            <a:off x="12963938" y="3492494"/>
            <a:ext cx="1007540" cy="1621828"/>
            <a:chOff x="3804694" y="3331061"/>
            <a:chExt cx="587520" cy="89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706" name="Ink 1705">
                  <a:extLst>
                    <a:ext uri="{FF2B5EF4-FFF2-40B4-BE49-F238E27FC236}">
                      <a16:creationId xmlns:a16="http://schemas.microsoft.com/office/drawing/2014/main" id="{5C4562D2-4156-935A-5DC1-84E0805A7A2B}"/>
                    </a:ext>
                  </a:extLst>
                </p14:cNvPr>
                <p14:cNvContentPartPr/>
                <p14:nvPr/>
              </p14:nvContentPartPr>
              <p14:xfrm>
                <a:off x="3804694" y="3331061"/>
                <a:ext cx="587520" cy="681840"/>
              </p14:xfrm>
            </p:contentPart>
          </mc:Choice>
          <mc:Fallback xmlns="">
            <p:pic>
              <p:nvPicPr>
                <p:cNvPr id="1706" name="Ink 1705">
                  <a:extLst>
                    <a:ext uri="{FF2B5EF4-FFF2-40B4-BE49-F238E27FC236}">
                      <a16:creationId xmlns:a16="http://schemas.microsoft.com/office/drawing/2014/main" id="{5C4562D2-4156-935A-5DC1-84E0805A7A2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793369" y="3320296"/>
                  <a:ext cx="609943" cy="7031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707" name="Ink 1706">
                  <a:extLst>
                    <a:ext uri="{FF2B5EF4-FFF2-40B4-BE49-F238E27FC236}">
                      <a16:creationId xmlns:a16="http://schemas.microsoft.com/office/drawing/2014/main" id="{E64E1E32-9866-81A3-CCE6-0BB41E55C3EE}"/>
                    </a:ext>
                  </a:extLst>
                </p14:cNvPr>
                <p14:cNvContentPartPr/>
                <p14:nvPr/>
              </p14:nvContentPartPr>
              <p14:xfrm>
                <a:off x="4059934" y="3430061"/>
                <a:ext cx="94680" cy="800640"/>
              </p14:xfrm>
            </p:contentPart>
          </mc:Choice>
          <mc:Fallback xmlns="">
            <p:pic>
              <p:nvPicPr>
                <p:cNvPr id="1707" name="Ink 1706">
                  <a:extLst>
                    <a:ext uri="{FF2B5EF4-FFF2-40B4-BE49-F238E27FC236}">
                      <a16:creationId xmlns:a16="http://schemas.microsoft.com/office/drawing/2014/main" id="{E64E1E32-9866-81A3-CCE6-0BB41E55C3E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048609" y="3419291"/>
                  <a:ext cx="117104" cy="821965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1708" name="Straight Connector 1707">
            <a:extLst>
              <a:ext uri="{FF2B5EF4-FFF2-40B4-BE49-F238E27FC236}">
                <a16:creationId xmlns:a16="http://schemas.microsoft.com/office/drawing/2014/main" id="{05B3EF90-CA62-59EE-D704-5776E7C726F0}"/>
              </a:ext>
            </a:extLst>
          </p:cNvPr>
          <p:cNvCxnSpPr>
            <a:cxnSpLocks/>
          </p:cNvCxnSpPr>
          <p:nvPr/>
        </p:nvCxnSpPr>
        <p:spPr>
          <a:xfrm>
            <a:off x="14235270" y="1390639"/>
            <a:ext cx="0" cy="5917516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709" name="Ink 1708">
                <a:extLst>
                  <a:ext uri="{FF2B5EF4-FFF2-40B4-BE49-F238E27FC236}">
                    <a16:creationId xmlns:a16="http://schemas.microsoft.com/office/drawing/2014/main" id="{42C1D84A-4C71-317C-CEEA-96019B3509BC}"/>
                  </a:ext>
                </a:extLst>
              </p14:cNvPr>
              <p14:cNvContentPartPr/>
              <p14:nvPr/>
            </p14:nvContentPartPr>
            <p14:xfrm>
              <a:off x="10590574" y="2965227"/>
              <a:ext cx="911748" cy="545953"/>
            </p14:xfrm>
          </p:contentPart>
        </mc:Choice>
        <mc:Fallback xmlns="">
          <p:pic>
            <p:nvPicPr>
              <p:cNvPr id="1709" name="Ink 1708">
                <a:extLst>
                  <a:ext uri="{FF2B5EF4-FFF2-40B4-BE49-F238E27FC236}">
                    <a16:creationId xmlns:a16="http://schemas.microsoft.com/office/drawing/2014/main" id="{42C1D84A-4C71-317C-CEEA-96019B3509BC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0572569" y="2947221"/>
                <a:ext cx="947397" cy="581606"/>
              </a:xfrm>
              <a:prstGeom prst="rect">
                <a:avLst/>
              </a:prstGeom>
            </p:spPr>
          </p:pic>
        </mc:Fallback>
      </mc:AlternateContent>
      <p:sp>
        <p:nvSpPr>
          <p:cNvPr id="1710" name="Oval 1709">
            <a:extLst>
              <a:ext uri="{FF2B5EF4-FFF2-40B4-BE49-F238E27FC236}">
                <a16:creationId xmlns:a16="http://schemas.microsoft.com/office/drawing/2014/main" id="{239F2094-E764-D0EB-4B6A-4BF4CE1E918E}"/>
              </a:ext>
            </a:extLst>
          </p:cNvPr>
          <p:cNvSpPr/>
          <p:nvPr/>
        </p:nvSpPr>
        <p:spPr>
          <a:xfrm>
            <a:off x="-995600" y="8984173"/>
            <a:ext cx="797503" cy="802664"/>
          </a:xfrm>
          <a:prstGeom prst="ellipse">
            <a:avLst/>
          </a:prstGeom>
          <a:solidFill>
            <a:srgbClr val="7030A0">
              <a:alpha val="5032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5176" dirty="0"/>
              <a:t>a</a:t>
            </a:r>
            <a:endParaRPr lang="en-CH" sz="1941" dirty="0"/>
          </a:p>
        </p:txBody>
      </p:sp>
      <p:grpSp>
        <p:nvGrpSpPr>
          <p:cNvPr id="1711" name="Group 1710">
            <a:extLst>
              <a:ext uri="{FF2B5EF4-FFF2-40B4-BE49-F238E27FC236}">
                <a16:creationId xmlns:a16="http://schemas.microsoft.com/office/drawing/2014/main" id="{01953173-12FE-F326-548E-AB629ACC98A6}"/>
              </a:ext>
            </a:extLst>
          </p:cNvPr>
          <p:cNvGrpSpPr/>
          <p:nvPr/>
        </p:nvGrpSpPr>
        <p:grpSpPr>
          <a:xfrm>
            <a:off x="15809580" y="1519147"/>
            <a:ext cx="4663201" cy="2173443"/>
            <a:chOff x="17929288" y="1878659"/>
            <a:chExt cx="2742439" cy="1381652"/>
          </a:xfrm>
        </p:grpSpPr>
        <p:sp>
          <p:nvSpPr>
            <p:cNvPr id="1712" name="Rounded Rectangle 1711">
              <a:extLst>
                <a:ext uri="{FF2B5EF4-FFF2-40B4-BE49-F238E27FC236}">
                  <a16:creationId xmlns:a16="http://schemas.microsoft.com/office/drawing/2014/main" id="{D21205E8-1F13-DE80-964F-03069051AE16}"/>
                </a:ext>
              </a:extLst>
            </p:cNvPr>
            <p:cNvSpPr/>
            <p:nvPr/>
          </p:nvSpPr>
          <p:spPr>
            <a:xfrm>
              <a:off x="17929288" y="1878659"/>
              <a:ext cx="2742439" cy="554455"/>
            </a:xfrm>
            <a:prstGeom prst="roundRect">
              <a:avLst>
                <a:gd name="adj" fmla="val 32482"/>
              </a:avLst>
            </a:prstGeom>
            <a:solidFill>
              <a:srgbClr val="FFF8ED"/>
            </a:solidFill>
            <a:ln>
              <a:solidFill>
                <a:srgbClr val="E0C39F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4745"/>
            </a:p>
          </p:txBody>
        </p:sp>
        <p:sp>
          <p:nvSpPr>
            <p:cNvPr id="1713" name="Rounded Rectangle 1712">
              <a:extLst>
                <a:ext uri="{FF2B5EF4-FFF2-40B4-BE49-F238E27FC236}">
                  <a16:creationId xmlns:a16="http://schemas.microsoft.com/office/drawing/2014/main" id="{A846DA2D-27E2-8080-A953-DB02C2F4615A}"/>
                </a:ext>
              </a:extLst>
            </p:cNvPr>
            <p:cNvSpPr/>
            <p:nvPr/>
          </p:nvSpPr>
          <p:spPr>
            <a:xfrm>
              <a:off x="17929288" y="2699452"/>
              <a:ext cx="2742439" cy="553309"/>
            </a:xfrm>
            <a:prstGeom prst="roundRect">
              <a:avLst>
                <a:gd name="adj" fmla="val 37122"/>
              </a:avLst>
            </a:prstGeom>
            <a:solidFill>
              <a:srgbClr val="FBF5FF">
                <a:alpha val="50163"/>
              </a:srgbClr>
            </a:solidFill>
            <a:ln>
              <a:solidFill>
                <a:srgbClr val="EDDAFF">
                  <a:alpha val="49757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4745" dirty="0"/>
            </a:p>
          </p:txBody>
        </p:sp>
        <p:sp>
          <p:nvSpPr>
            <p:cNvPr id="1714" name="Rounded Rectangle 1713">
              <a:extLst>
                <a:ext uri="{FF2B5EF4-FFF2-40B4-BE49-F238E27FC236}">
                  <a16:creationId xmlns:a16="http://schemas.microsoft.com/office/drawing/2014/main" id="{1E614CF5-EBDF-B172-78CC-51B8EB9C632C}"/>
                </a:ext>
              </a:extLst>
            </p:cNvPr>
            <p:cNvSpPr/>
            <p:nvPr/>
          </p:nvSpPr>
          <p:spPr>
            <a:xfrm>
              <a:off x="19709854" y="1993664"/>
              <a:ext cx="345048" cy="322927"/>
            </a:xfrm>
            <a:prstGeom prst="roundRect">
              <a:avLst>
                <a:gd name="adj" fmla="val 32482"/>
              </a:avLst>
            </a:prstGeom>
            <a:solidFill>
              <a:srgbClr val="FFF8ED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CH" sz="1725" dirty="0">
                  <a:solidFill>
                    <a:schemeClr val="accent3"/>
                  </a:solidFill>
                </a:rPr>
                <a:t>True</a:t>
              </a:r>
            </a:p>
          </p:txBody>
        </p:sp>
        <p:sp>
          <p:nvSpPr>
            <p:cNvPr id="1715" name="TextBox 1714">
              <a:extLst>
                <a:ext uri="{FF2B5EF4-FFF2-40B4-BE49-F238E27FC236}">
                  <a16:creationId xmlns:a16="http://schemas.microsoft.com/office/drawing/2014/main" id="{13EC56DD-0B78-BB3D-03CF-3C0712A0E988}"/>
                </a:ext>
              </a:extLst>
            </p:cNvPr>
            <p:cNvSpPr txBox="1"/>
            <p:nvPr/>
          </p:nvSpPr>
          <p:spPr>
            <a:xfrm>
              <a:off x="17929288" y="1998954"/>
              <a:ext cx="1853837" cy="3094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2589" dirty="0">
                  <a:solidFill>
                    <a:srgbClr val="BA782F"/>
                  </a:solidFill>
                  <a:latin typeface="PT Mono" panose="02060509020205020204" pitchFamily="49" charset="77"/>
                </a:rPr>
                <a:t>i</a:t>
              </a:r>
              <a:r>
                <a:rPr lang="en-CH" sz="2589" dirty="0">
                  <a:solidFill>
                    <a:srgbClr val="BA782F"/>
                  </a:solidFill>
                  <a:latin typeface="PT Mono" panose="02060509020205020204" pitchFamily="49" charset="77"/>
                </a:rPr>
                <a:t>s_bigger(3,1)</a:t>
              </a:r>
            </a:p>
          </p:txBody>
        </p:sp>
        <p:sp>
          <p:nvSpPr>
            <p:cNvPr id="1716" name="Rounded Rectangle 1715">
              <a:extLst>
                <a:ext uri="{FF2B5EF4-FFF2-40B4-BE49-F238E27FC236}">
                  <a16:creationId xmlns:a16="http://schemas.microsoft.com/office/drawing/2014/main" id="{7D031578-DE17-9E2E-07FF-F28A8E4A1B2E}"/>
                </a:ext>
              </a:extLst>
            </p:cNvPr>
            <p:cNvSpPr/>
            <p:nvPr/>
          </p:nvSpPr>
          <p:spPr>
            <a:xfrm>
              <a:off x="20114157" y="1993664"/>
              <a:ext cx="450588" cy="322927"/>
            </a:xfrm>
            <a:prstGeom prst="roundRect">
              <a:avLst>
                <a:gd name="adj" fmla="val 32482"/>
              </a:avLst>
            </a:prstGeom>
            <a:solidFill>
              <a:srgbClr val="FFF8ED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CH" sz="1725" dirty="0">
                  <a:solidFill>
                    <a:srgbClr val="6C7280"/>
                  </a:solidFill>
                </a:rPr>
                <a:t>False</a:t>
              </a:r>
            </a:p>
          </p:txBody>
        </p:sp>
        <p:sp>
          <p:nvSpPr>
            <p:cNvPr id="1717" name="TextBox 1716">
              <a:extLst>
                <a:ext uri="{FF2B5EF4-FFF2-40B4-BE49-F238E27FC236}">
                  <a16:creationId xmlns:a16="http://schemas.microsoft.com/office/drawing/2014/main" id="{0F3D8F72-47E6-A873-5652-B4CFC37D289C}"/>
                </a:ext>
              </a:extLst>
            </p:cNvPr>
            <p:cNvSpPr txBox="1"/>
            <p:nvPr/>
          </p:nvSpPr>
          <p:spPr>
            <a:xfrm>
              <a:off x="17994662" y="2814035"/>
              <a:ext cx="1228060" cy="3094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589" dirty="0">
                  <a:solidFill>
                    <a:srgbClr val="9339E4">
                      <a:alpha val="50399"/>
                    </a:srgbClr>
                  </a:solidFill>
                  <a:latin typeface="PT Mono" panose="02060509020205020204" pitchFamily="49" charset="77"/>
                </a:rPr>
                <a:t>swap</a:t>
              </a:r>
              <a:r>
                <a:rPr lang="en-CH" sz="2589" dirty="0">
                  <a:solidFill>
                    <a:srgbClr val="9339E4">
                      <a:alpha val="50399"/>
                    </a:srgbClr>
                  </a:solidFill>
                  <a:latin typeface="PT Mono" panose="02060509020205020204" pitchFamily="49" charset="77"/>
                </a:rPr>
                <a:t>(3,1)</a:t>
              </a:r>
            </a:p>
          </p:txBody>
        </p:sp>
        <p:sp>
          <p:nvSpPr>
            <p:cNvPr id="1718" name="Rounded Rectangle 1717">
              <a:extLst>
                <a:ext uri="{FF2B5EF4-FFF2-40B4-BE49-F238E27FC236}">
                  <a16:creationId xmlns:a16="http://schemas.microsoft.com/office/drawing/2014/main" id="{E5F39799-7D2B-67E5-0B80-F6A43986CA48}"/>
                </a:ext>
              </a:extLst>
            </p:cNvPr>
            <p:cNvSpPr/>
            <p:nvPr/>
          </p:nvSpPr>
          <p:spPr>
            <a:xfrm rot="21047185">
              <a:off x="19234968" y="2590637"/>
              <a:ext cx="1193886" cy="669674"/>
            </a:xfrm>
            <a:prstGeom prst="roundRect">
              <a:avLst>
                <a:gd name="adj" fmla="val 28096"/>
              </a:avLst>
            </a:prstGeom>
            <a:solidFill>
              <a:srgbClr val="F9F4FE"/>
            </a:solidFill>
            <a:ln>
              <a:solidFill>
                <a:srgbClr val="752DB6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4745"/>
            </a:p>
          </p:txBody>
        </p:sp>
        <p:sp>
          <p:nvSpPr>
            <p:cNvPr id="1719" name="TextBox 1718">
              <a:extLst>
                <a:ext uri="{FF2B5EF4-FFF2-40B4-BE49-F238E27FC236}">
                  <a16:creationId xmlns:a16="http://schemas.microsoft.com/office/drawing/2014/main" id="{864AADD1-ABE2-2BDF-0991-00212BCE14F9}"/>
                </a:ext>
              </a:extLst>
            </p:cNvPr>
            <p:cNvSpPr txBox="1"/>
            <p:nvPr/>
          </p:nvSpPr>
          <p:spPr>
            <a:xfrm rot="21029618">
              <a:off x="19228157" y="2852733"/>
              <a:ext cx="1228060" cy="3094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589" dirty="0">
                  <a:solidFill>
                    <a:srgbClr val="9339E4"/>
                  </a:solidFill>
                  <a:latin typeface="PT Mono" panose="02060509020205020204" pitchFamily="49" charset="77"/>
                </a:rPr>
                <a:t>swap</a:t>
              </a:r>
              <a:r>
                <a:rPr lang="en-CH" sz="2589" dirty="0">
                  <a:solidFill>
                    <a:srgbClr val="9339E4"/>
                  </a:solidFill>
                  <a:latin typeface="PT Mono" panose="02060509020205020204" pitchFamily="49" charset="77"/>
                </a:rPr>
                <a:t>(3,1)</a:t>
              </a:r>
            </a:p>
          </p:txBody>
        </p:sp>
      </p:grpSp>
      <p:pic>
        <p:nvPicPr>
          <p:cNvPr id="1721" name="Picture 1720">
            <a:extLst>
              <a:ext uri="{FF2B5EF4-FFF2-40B4-BE49-F238E27FC236}">
                <a16:creationId xmlns:a16="http://schemas.microsoft.com/office/drawing/2014/main" id="{A7F27D50-E4A6-1172-9665-EBE571E82750}"/>
              </a:ext>
            </a:extLst>
      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4352282" y="1422882"/>
            <a:ext cx="1364933" cy="2379575"/>
          </a:xfrm>
          <a:prstGeom prst="rect">
            <a:avLst/>
          </a:prstGeom>
        </p:spPr>
      </p:pic>
      <p:sp>
        <p:nvSpPr>
          <p:cNvPr id="1722" name="Rounded Rectangle 1721">
            <a:extLst>
              <a:ext uri="{FF2B5EF4-FFF2-40B4-BE49-F238E27FC236}">
                <a16:creationId xmlns:a16="http://schemas.microsoft.com/office/drawing/2014/main" id="{2830E148-D04F-CDD1-7BB8-3BFC2FC1983C}"/>
              </a:ext>
            </a:extLst>
          </p:cNvPr>
          <p:cNvSpPr/>
          <p:nvPr/>
        </p:nvSpPr>
        <p:spPr>
          <a:xfrm>
            <a:off x="11085903" y="4936386"/>
            <a:ext cx="8980778" cy="5113040"/>
          </a:xfrm>
          <a:prstGeom prst="roundRect">
            <a:avLst/>
          </a:prstGeom>
          <a:solidFill>
            <a:srgbClr val="FBFBFB"/>
          </a:solidFill>
          <a:ln>
            <a:noFill/>
          </a:ln>
          <a:effectLst>
            <a:outerShdw blurRad="1047274" sx="95464" sy="95464" algn="ctr" rotWithShape="0">
              <a:prstClr val="black">
                <a:alpha val="14259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1941"/>
          </a:p>
        </p:txBody>
      </p:sp>
      <p:grpSp>
        <p:nvGrpSpPr>
          <p:cNvPr id="1723" name="Group 1722">
            <a:extLst>
              <a:ext uri="{FF2B5EF4-FFF2-40B4-BE49-F238E27FC236}">
                <a16:creationId xmlns:a16="http://schemas.microsoft.com/office/drawing/2014/main" id="{E3AC39D0-015A-9B51-6BA1-71D2009B218F}"/>
              </a:ext>
            </a:extLst>
          </p:cNvPr>
          <p:cNvGrpSpPr/>
          <p:nvPr/>
        </p:nvGrpSpPr>
        <p:grpSpPr>
          <a:xfrm>
            <a:off x="11574211" y="5299572"/>
            <a:ext cx="7927515" cy="4435088"/>
            <a:chOff x="15645548" y="8868721"/>
            <a:chExt cx="3796847" cy="1923026"/>
          </a:xfrm>
        </p:grpSpPr>
        <p:sp>
          <p:nvSpPr>
            <p:cNvPr id="1724" name="Rounded Rectangle 1723">
              <a:extLst>
                <a:ext uri="{FF2B5EF4-FFF2-40B4-BE49-F238E27FC236}">
                  <a16:creationId xmlns:a16="http://schemas.microsoft.com/office/drawing/2014/main" id="{2CE1B9C0-D42D-06AC-6E72-8F8E7FA3D065}"/>
                </a:ext>
              </a:extLst>
            </p:cNvPr>
            <p:cNvSpPr/>
            <p:nvPr/>
          </p:nvSpPr>
          <p:spPr>
            <a:xfrm>
              <a:off x="16920982" y="8868721"/>
              <a:ext cx="2521413" cy="1923026"/>
            </a:xfrm>
            <a:prstGeom prst="roundRect">
              <a:avLst>
                <a:gd name="adj" fmla="val 9363"/>
              </a:avLst>
            </a:prstGeom>
            <a:solidFill>
              <a:srgbClr val="EFF6FE"/>
            </a:solidFill>
            <a:ln>
              <a:solidFill>
                <a:srgbClr val="C4CCF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4745"/>
            </a:p>
          </p:txBody>
        </p:sp>
        <p:sp>
          <p:nvSpPr>
            <p:cNvPr id="1725" name="Rounded Rectangle 1724">
              <a:extLst>
                <a:ext uri="{FF2B5EF4-FFF2-40B4-BE49-F238E27FC236}">
                  <a16:creationId xmlns:a16="http://schemas.microsoft.com/office/drawing/2014/main" id="{A4ADAA1D-27BA-8F9C-A6F5-3B762CA3DB7F}"/>
                </a:ext>
              </a:extLst>
            </p:cNvPr>
            <p:cNvSpPr/>
            <p:nvPr/>
          </p:nvSpPr>
          <p:spPr>
            <a:xfrm>
              <a:off x="17284890" y="9263553"/>
              <a:ext cx="1517905" cy="278084"/>
            </a:xfrm>
            <a:prstGeom prst="roundRect">
              <a:avLst>
                <a:gd name="adj" fmla="val 17595"/>
              </a:avLst>
            </a:prstGeom>
            <a:solidFill>
              <a:srgbClr val="FBF5FF">
                <a:alpha val="50163"/>
              </a:srgbClr>
            </a:solidFill>
            <a:ln>
              <a:solidFill>
                <a:srgbClr val="EDDAFF">
                  <a:alpha val="49757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4745"/>
            </a:p>
          </p:txBody>
        </p:sp>
        <p:sp>
          <p:nvSpPr>
            <p:cNvPr id="1726" name="Rounded Rectangle 1725">
              <a:extLst>
                <a:ext uri="{FF2B5EF4-FFF2-40B4-BE49-F238E27FC236}">
                  <a16:creationId xmlns:a16="http://schemas.microsoft.com/office/drawing/2014/main" id="{8935BD01-3738-C58E-C03C-14F24942D260}"/>
                </a:ext>
              </a:extLst>
            </p:cNvPr>
            <p:cNvSpPr/>
            <p:nvPr/>
          </p:nvSpPr>
          <p:spPr>
            <a:xfrm>
              <a:off x="17259533" y="9767672"/>
              <a:ext cx="289092" cy="227506"/>
            </a:xfrm>
            <a:prstGeom prst="roundRect">
              <a:avLst>
                <a:gd name="adj" fmla="val 32482"/>
              </a:avLst>
            </a:prstGeom>
            <a:solidFill>
              <a:srgbClr val="FFF8ED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CH" sz="1725" dirty="0">
                  <a:solidFill>
                    <a:schemeClr val="accent3"/>
                  </a:solidFill>
                </a:rPr>
                <a:t>True</a:t>
              </a:r>
            </a:p>
          </p:txBody>
        </p:sp>
        <p:sp>
          <p:nvSpPr>
            <p:cNvPr id="1727" name="TextBox 1726">
              <a:extLst>
                <a:ext uri="{FF2B5EF4-FFF2-40B4-BE49-F238E27FC236}">
                  <a16:creationId xmlns:a16="http://schemas.microsoft.com/office/drawing/2014/main" id="{DB716112-0AA6-1CE3-9D45-DEBCD4B91B55}"/>
                </a:ext>
              </a:extLst>
            </p:cNvPr>
            <p:cNvSpPr txBox="1"/>
            <p:nvPr/>
          </p:nvSpPr>
          <p:spPr>
            <a:xfrm>
              <a:off x="16927740" y="8900345"/>
              <a:ext cx="2146596" cy="2110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2589" dirty="0">
                  <a:solidFill>
                    <a:srgbClr val="5048DE"/>
                  </a:solidFill>
                  <a:latin typeface="PT Mono" panose="02060509020205020204" pitchFamily="49" charset="77"/>
                </a:rPr>
                <a:t>c</a:t>
              </a:r>
              <a:r>
                <a:rPr lang="en-CH" sz="2589" dirty="0">
                  <a:solidFill>
                    <a:srgbClr val="5048DE"/>
                  </a:solidFill>
                  <a:latin typeface="PT Mono" panose="02060509020205020204" pitchFamily="49" charset="77"/>
                </a:rPr>
                <a:t>ompare_and_swap(3,1)</a:t>
              </a:r>
            </a:p>
          </p:txBody>
        </p:sp>
        <p:cxnSp>
          <p:nvCxnSpPr>
            <p:cNvPr id="1728" name="Straight Connector 1727">
              <a:extLst>
                <a:ext uri="{FF2B5EF4-FFF2-40B4-BE49-F238E27FC236}">
                  <a16:creationId xmlns:a16="http://schemas.microsoft.com/office/drawing/2014/main" id="{264AD258-1788-343A-52D7-1837BDBCC9CB}"/>
                </a:ext>
              </a:extLst>
            </p:cNvPr>
            <p:cNvCxnSpPr/>
            <p:nvPr/>
          </p:nvCxnSpPr>
          <p:spPr>
            <a:xfrm>
              <a:off x="16927740" y="9209292"/>
              <a:ext cx="2507900" cy="0"/>
            </a:xfrm>
            <a:prstGeom prst="line">
              <a:avLst/>
            </a:prstGeom>
            <a:ln w="12700">
              <a:solidFill>
                <a:srgbClr val="C4CCF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29" name="TextBox 1728">
              <a:extLst>
                <a:ext uri="{FF2B5EF4-FFF2-40B4-BE49-F238E27FC236}">
                  <a16:creationId xmlns:a16="http://schemas.microsoft.com/office/drawing/2014/main" id="{1F120041-E878-FC76-A117-6BDCBE3BF0FC}"/>
                </a:ext>
              </a:extLst>
            </p:cNvPr>
            <p:cNvSpPr txBox="1"/>
            <p:nvPr/>
          </p:nvSpPr>
          <p:spPr>
            <a:xfrm>
              <a:off x="16897879" y="9247010"/>
              <a:ext cx="2206317" cy="2110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589" dirty="0">
                  <a:solidFill>
                    <a:srgbClr val="5048DE"/>
                  </a:solidFill>
                  <a:latin typeface="PT Mono" panose="02060509020205020204" pitchFamily="49" charset="77"/>
                </a:rPr>
                <a:t>if                   </a:t>
              </a:r>
              <a:r>
                <a:rPr lang="en-US" sz="258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T Mono" panose="02060509020205020204" pitchFamily="49" charset="77"/>
                </a:rPr>
                <a:t>:</a:t>
              </a:r>
              <a:r>
                <a:rPr lang="en-US" sz="2589" dirty="0">
                  <a:solidFill>
                    <a:srgbClr val="5048DE"/>
                  </a:solidFill>
                  <a:latin typeface="PT Mono" panose="02060509020205020204" pitchFamily="49" charset="77"/>
                </a:rPr>
                <a:t> </a:t>
              </a:r>
              <a:endParaRPr lang="en-CH" sz="2589" dirty="0">
                <a:solidFill>
                  <a:srgbClr val="5048DE"/>
                </a:solidFill>
                <a:latin typeface="PT Mono" panose="02060509020205020204" pitchFamily="49" charset="77"/>
              </a:endParaRPr>
            </a:p>
          </p:txBody>
        </p:sp>
        <p:sp>
          <p:nvSpPr>
            <p:cNvPr id="1730" name="TextBox 1729">
              <a:extLst>
                <a:ext uri="{FF2B5EF4-FFF2-40B4-BE49-F238E27FC236}">
                  <a16:creationId xmlns:a16="http://schemas.microsoft.com/office/drawing/2014/main" id="{E7D7A05A-0AF2-77C1-0591-73737A197185}"/>
                </a:ext>
              </a:extLst>
            </p:cNvPr>
            <p:cNvSpPr txBox="1"/>
            <p:nvPr/>
          </p:nvSpPr>
          <p:spPr>
            <a:xfrm>
              <a:off x="17284889" y="9268851"/>
              <a:ext cx="1465810" cy="2110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2589" dirty="0">
                  <a:solidFill>
                    <a:srgbClr val="BA782F"/>
                  </a:solidFill>
                  <a:latin typeface="PT Mono" panose="02060509020205020204" pitchFamily="49" charset="77"/>
                </a:rPr>
                <a:t>i</a:t>
              </a:r>
              <a:r>
                <a:rPr lang="en-CH" sz="2589" dirty="0">
                  <a:solidFill>
                    <a:srgbClr val="BA782F"/>
                  </a:solidFill>
                  <a:latin typeface="PT Mono" panose="02060509020205020204" pitchFamily="49" charset="77"/>
                </a:rPr>
                <a:t>s_bigger(3,1)</a:t>
              </a:r>
            </a:p>
          </p:txBody>
        </p:sp>
        <p:sp>
          <p:nvSpPr>
            <p:cNvPr id="1731" name="Rounded Rectangle 1730">
              <a:extLst>
                <a:ext uri="{FF2B5EF4-FFF2-40B4-BE49-F238E27FC236}">
                  <a16:creationId xmlns:a16="http://schemas.microsoft.com/office/drawing/2014/main" id="{7ABB01E0-8CE2-8159-2FAD-3BD66DE7A9CA}"/>
                </a:ext>
              </a:extLst>
            </p:cNvPr>
            <p:cNvSpPr/>
            <p:nvPr/>
          </p:nvSpPr>
          <p:spPr>
            <a:xfrm>
              <a:off x="17084065" y="9628273"/>
              <a:ext cx="2263854" cy="1046508"/>
            </a:xfrm>
            <a:prstGeom prst="roundRect">
              <a:avLst>
                <a:gd name="adj" fmla="val 14551"/>
              </a:avLst>
            </a:prstGeom>
            <a:solidFill>
              <a:srgbClr val="E7EDFE"/>
            </a:solidFill>
            <a:ln w="6350">
              <a:solidFill>
                <a:srgbClr val="C7D3F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4745"/>
            </a:p>
          </p:txBody>
        </p:sp>
        <p:pic>
          <p:nvPicPr>
            <p:cNvPr id="1732" name="Picture 1731">
              <a:extLst>
                <a:ext uri="{FF2B5EF4-FFF2-40B4-BE49-F238E27FC236}">
                  <a16:creationId xmlns:a16="http://schemas.microsoft.com/office/drawing/2014/main" id="{826AA1AC-FB6A-F922-B9E6-931AE2BA5CF7}"/>
                </a:ext>
              </a:extLst>
            </p:cNvPr>
            <p:cNvPicPr>
              <a:picLocks noChangeAspect="1"/>
            </p:cNvPicPr>
            <p:nvPr/>
          </p:nvPicPr>
          <p:blipFill>
            <a:blip r:embed="rId53"/>
            <a:srcRect/>
            <a:stretch/>
          </p:blipFill>
          <p:spPr>
            <a:xfrm>
              <a:off x="15645548" y="8931953"/>
              <a:ext cx="1174199" cy="1794549"/>
            </a:xfrm>
            <a:prstGeom prst="rect">
              <a:avLst/>
            </a:prstGeom>
          </p:spPr>
        </p:pic>
        <p:sp>
          <p:nvSpPr>
            <p:cNvPr id="1733" name="Rounded Rectangle 1732">
              <a:extLst>
                <a:ext uri="{FF2B5EF4-FFF2-40B4-BE49-F238E27FC236}">
                  <a16:creationId xmlns:a16="http://schemas.microsoft.com/office/drawing/2014/main" id="{92D6C88E-E1CB-5BFE-A6BB-A22A6D742F65}"/>
                </a:ext>
              </a:extLst>
            </p:cNvPr>
            <p:cNvSpPr/>
            <p:nvPr/>
          </p:nvSpPr>
          <p:spPr>
            <a:xfrm>
              <a:off x="17227111" y="9758889"/>
              <a:ext cx="1980451" cy="372328"/>
            </a:xfrm>
            <a:prstGeom prst="roundRect">
              <a:avLst>
                <a:gd name="adj" fmla="val 32149"/>
              </a:avLst>
            </a:prstGeom>
            <a:solidFill>
              <a:schemeClr val="bg1"/>
            </a:solidFill>
            <a:ln w="6350">
              <a:solidFill>
                <a:srgbClr val="7FCEB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4745"/>
            </a:p>
          </p:txBody>
        </p:sp>
        <p:sp>
          <p:nvSpPr>
            <p:cNvPr id="1734" name="Rounded Rectangle 1733">
              <a:extLst>
                <a:ext uri="{FF2B5EF4-FFF2-40B4-BE49-F238E27FC236}">
                  <a16:creationId xmlns:a16="http://schemas.microsoft.com/office/drawing/2014/main" id="{22A26570-1781-962D-F245-FD794FD22ECC}"/>
                </a:ext>
              </a:extLst>
            </p:cNvPr>
            <p:cNvSpPr/>
            <p:nvPr/>
          </p:nvSpPr>
          <p:spPr>
            <a:xfrm>
              <a:off x="17225765" y="10200518"/>
              <a:ext cx="1980451" cy="372328"/>
            </a:xfrm>
            <a:prstGeom prst="roundRect">
              <a:avLst>
                <a:gd name="adj" fmla="val 32149"/>
              </a:avLst>
            </a:prstGeom>
            <a:solidFill>
              <a:srgbClr val="EFF4FF"/>
            </a:solidFill>
            <a:ln w="6350">
              <a:solidFill>
                <a:srgbClr val="C7D3F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4745"/>
            </a:p>
          </p:txBody>
        </p:sp>
        <p:sp>
          <p:nvSpPr>
            <p:cNvPr id="1735" name="Rounded Rectangle 1734">
              <a:extLst>
                <a:ext uri="{FF2B5EF4-FFF2-40B4-BE49-F238E27FC236}">
                  <a16:creationId xmlns:a16="http://schemas.microsoft.com/office/drawing/2014/main" id="{46AB8668-AB56-41D4-1351-8F8EAF58CA22}"/>
                </a:ext>
              </a:extLst>
            </p:cNvPr>
            <p:cNvSpPr/>
            <p:nvPr/>
          </p:nvSpPr>
          <p:spPr>
            <a:xfrm>
              <a:off x="17329712" y="9829228"/>
              <a:ext cx="289092" cy="227506"/>
            </a:xfrm>
            <a:prstGeom prst="roundRect">
              <a:avLst>
                <a:gd name="adj" fmla="val 32482"/>
              </a:avLst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CH" sz="1725" dirty="0">
                  <a:solidFill>
                    <a:schemeClr val="accent3"/>
                  </a:solidFill>
                </a:rPr>
                <a:t>True</a:t>
              </a:r>
            </a:p>
          </p:txBody>
        </p:sp>
        <p:sp>
          <p:nvSpPr>
            <p:cNvPr id="1736" name="Rounded Rectangle 1735">
              <a:extLst>
                <a:ext uri="{FF2B5EF4-FFF2-40B4-BE49-F238E27FC236}">
                  <a16:creationId xmlns:a16="http://schemas.microsoft.com/office/drawing/2014/main" id="{19B393CB-2D34-7E3D-AB44-A95F5FC9CA90}"/>
                </a:ext>
              </a:extLst>
            </p:cNvPr>
            <p:cNvSpPr/>
            <p:nvPr/>
          </p:nvSpPr>
          <p:spPr>
            <a:xfrm>
              <a:off x="17754062" y="9818504"/>
              <a:ext cx="996639" cy="246028"/>
            </a:xfrm>
            <a:prstGeom prst="roundRect">
              <a:avLst>
                <a:gd name="adj" fmla="val 37122"/>
              </a:avLst>
            </a:prstGeom>
            <a:solidFill>
              <a:srgbClr val="FBF5FF"/>
            </a:solidFill>
            <a:ln>
              <a:solidFill>
                <a:srgbClr val="EDDA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4745"/>
            </a:p>
          </p:txBody>
        </p:sp>
        <p:sp>
          <p:nvSpPr>
            <p:cNvPr id="1737" name="TextBox 1736">
              <a:extLst>
                <a:ext uri="{FF2B5EF4-FFF2-40B4-BE49-F238E27FC236}">
                  <a16:creationId xmlns:a16="http://schemas.microsoft.com/office/drawing/2014/main" id="{FB051CDE-5C1E-14B2-8A5F-62808EAA1DA2}"/>
                </a:ext>
              </a:extLst>
            </p:cNvPr>
            <p:cNvSpPr txBox="1"/>
            <p:nvPr/>
          </p:nvSpPr>
          <p:spPr>
            <a:xfrm>
              <a:off x="17733836" y="9797996"/>
              <a:ext cx="1068959" cy="2110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589" dirty="0">
                  <a:solidFill>
                    <a:srgbClr val="9339E4"/>
                  </a:solidFill>
                  <a:latin typeface="PT Mono" panose="02060509020205020204" pitchFamily="49" charset="77"/>
                </a:rPr>
                <a:t>swap</a:t>
              </a:r>
              <a:r>
                <a:rPr lang="en-CH" sz="2589" dirty="0">
                  <a:solidFill>
                    <a:srgbClr val="9339E4"/>
                  </a:solidFill>
                  <a:latin typeface="PT Mono" panose="02060509020205020204" pitchFamily="49" charset="77"/>
                </a:rPr>
                <a:t>(3,1)</a:t>
              </a:r>
            </a:p>
          </p:txBody>
        </p:sp>
        <p:sp>
          <p:nvSpPr>
            <p:cNvPr id="1738" name="Rounded Rectangle 1737">
              <a:extLst>
                <a:ext uri="{FF2B5EF4-FFF2-40B4-BE49-F238E27FC236}">
                  <a16:creationId xmlns:a16="http://schemas.microsoft.com/office/drawing/2014/main" id="{5FC9641D-03DA-0AE5-8D99-2B50CE0DA75D}"/>
                </a:ext>
              </a:extLst>
            </p:cNvPr>
            <p:cNvSpPr/>
            <p:nvPr/>
          </p:nvSpPr>
          <p:spPr>
            <a:xfrm>
              <a:off x="17315989" y="10281872"/>
              <a:ext cx="377517" cy="227506"/>
            </a:xfrm>
            <a:prstGeom prst="roundRect">
              <a:avLst>
                <a:gd name="adj" fmla="val 32482"/>
              </a:avLst>
            </a:prstGeom>
            <a:solidFill>
              <a:srgbClr val="EFF4FF"/>
            </a:solidFill>
            <a:ln>
              <a:solidFill>
                <a:srgbClr val="E0E5EF">
                  <a:alpha val="5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CH" sz="1725" dirty="0">
                  <a:solidFill>
                    <a:srgbClr val="6C7280">
                      <a:alpha val="49777"/>
                    </a:srgbClr>
                  </a:solidFill>
                </a:rPr>
                <a:t>False</a:t>
              </a:r>
            </a:p>
          </p:txBody>
        </p:sp>
        <p:sp>
          <p:nvSpPr>
            <p:cNvPr id="1739" name="TextBox 1738">
              <a:extLst>
                <a:ext uri="{FF2B5EF4-FFF2-40B4-BE49-F238E27FC236}">
                  <a16:creationId xmlns:a16="http://schemas.microsoft.com/office/drawing/2014/main" id="{27F5E8CA-9C90-F060-126F-BD5CF86E4C63}"/>
                </a:ext>
              </a:extLst>
            </p:cNvPr>
            <p:cNvSpPr txBox="1"/>
            <p:nvPr/>
          </p:nvSpPr>
          <p:spPr>
            <a:xfrm>
              <a:off x="17737572" y="10255465"/>
              <a:ext cx="1204869" cy="2110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2589" dirty="0">
                  <a:solidFill>
                    <a:srgbClr val="C0C5D2"/>
                  </a:solidFill>
                  <a:latin typeface="PT Mono" panose="02060509020205020204" pitchFamily="49" charset="77"/>
                </a:rPr>
                <a:t>do nothing</a:t>
              </a:r>
              <a:endParaRPr lang="en-CH" sz="2589" dirty="0">
                <a:solidFill>
                  <a:srgbClr val="C0C5D2"/>
                </a:solidFill>
                <a:latin typeface="PT Mono" panose="02060509020205020204" pitchFamily="49" charset="77"/>
              </a:endParaRPr>
            </a:p>
          </p:txBody>
        </p:sp>
        <p:sp>
          <p:nvSpPr>
            <p:cNvPr id="1740" name="Oval 1739">
              <a:extLst>
                <a:ext uri="{FF2B5EF4-FFF2-40B4-BE49-F238E27FC236}">
                  <a16:creationId xmlns:a16="http://schemas.microsoft.com/office/drawing/2014/main" id="{40212813-7037-2F23-D1BC-2D50862445D5}"/>
                </a:ext>
              </a:extLst>
            </p:cNvPr>
            <p:cNvSpPr/>
            <p:nvPr/>
          </p:nvSpPr>
          <p:spPr>
            <a:xfrm>
              <a:off x="19097440" y="8929557"/>
              <a:ext cx="243722" cy="21592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rgbClr val="D4E6F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35063" rtlCol="0" anchor="ctr"/>
            <a:lstStyle/>
            <a:p>
              <a:pPr algn="ctr"/>
              <a:r>
                <a:rPr lang="en-CH" sz="302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T Mono" panose="02060509020205020204" pitchFamily="49" charset="77"/>
                </a:rPr>
                <a:t>^</a:t>
              </a:r>
            </a:p>
          </p:txBody>
        </p:sp>
      </p:grpSp>
      <p:sp>
        <p:nvSpPr>
          <p:cNvPr id="1741" name="Freeform 1740">
            <a:extLst>
              <a:ext uri="{FF2B5EF4-FFF2-40B4-BE49-F238E27FC236}">
                <a16:creationId xmlns:a16="http://schemas.microsoft.com/office/drawing/2014/main" id="{7043A29A-9345-7D2A-D8BC-C1B0A40F2003}"/>
              </a:ext>
            </a:extLst>
          </p:cNvPr>
          <p:cNvSpPr/>
          <p:nvPr/>
        </p:nvSpPr>
        <p:spPr>
          <a:xfrm rot="3533547">
            <a:off x="15951015" y="4005836"/>
            <a:ext cx="636141" cy="1367705"/>
          </a:xfrm>
          <a:custGeom>
            <a:avLst/>
            <a:gdLst>
              <a:gd name="connsiteX0" fmla="*/ 0 w 589935"/>
              <a:gd name="connsiteY0" fmla="*/ 0 h 1268361"/>
              <a:gd name="connsiteX1" fmla="*/ 353961 w 589935"/>
              <a:gd name="connsiteY1" fmla="*/ 412955 h 1268361"/>
              <a:gd name="connsiteX2" fmla="*/ 412955 w 589935"/>
              <a:gd name="connsiteY2" fmla="*/ 1032387 h 1268361"/>
              <a:gd name="connsiteX3" fmla="*/ 589935 w 589935"/>
              <a:gd name="connsiteY3" fmla="*/ 1268361 h 1268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9935" h="1268361">
                <a:moveTo>
                  <a:pt x="0" y="0"/>
                </a:moveTo>
                <a:cubicBezTo>
                  <a:pt x="142567" y="120445"/>
                  <a:pt x="285135" y="240891"/>
                  <a:pt x="353961" y="412955"/>
                </a:cubicBezTo>
                <a:cubicBezTo>
                  <a:pt x="422787" y="585019"/>
                  <a:pt x="373626" y="889819"/>
                  <a:pt x="412955" y="1032387"/>
                </a:cubicBezTo>
                <a:cubicBezTo>
                  <a:pt x="452284" y="1174955"/>
                  <a:pt x="521109" y="1221658"/>
                  <a:pt x="589935" y="1268361"/>
                </a:cubicBezTo>
              </a:path>
            </a:pathLst>
          </a:custGeom>
          <a:noFill/>
          <a:ln>
            <a:solidFill>
              <a:schemeClr val="tx1">
                <a:lumMod val="50000"/>
                <a:lumOff val="50000"/>
              </a:schemeClr>
            </a:solidFill>
            <a:tailEnd type="arrow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1941"/>
          </a:p>
        </p:txBody>
      </p:sp>
      <p:sp>
        <p:nvSpPr>
          <p:cNvPr id="1742" name="Oval 1741">
            <a:extLst>
              <a:ext uri="{FF2B5EF4-FFF2-40B4-BE49-F238E27FC236}">
                <a16:creationId xmlns:a16="http://schemas.microsoft.com/office/drawing/2014/main" id="{8732A762-418B-2B90-297B-6CF1412D3AFA}"/>
              </a:ext>
            </a:extLst>
          </p:cNvPr>
          <p:cNvSpPr/>
          <p:nvPr/>
        </p:nvSpPr>
        <p:spPr>
          <a:xfrm>
            <a:off x="13131097" y="9786837"/>
            <a:ext cx="797503" cy="802664"/>
          </a:xfrm>
          <a:prstGeom prst="ellipse">
            <a:avLst/>
          </a:prstGeom>
          <a:solidFill>
            <a:srgbClr val="7030A0">
              <a:alpha val="5032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5176" dirty="0"/>
              <a:t>b</a:t>
            </a:r>
            <a:endParaRPr lang="en-CH" sz="1941" dirty="0"/>
          </a:p>
        </p:txBody>
      </p:sp>
      <p:pic>
        <p:nvPicPr>
          <p:cNvPr id="1743" name="Picture 1742" descr="A white rectangular object with a black border&#10;&#10;AI-generated content may be incorrect.">
            <a:extLst>
              <a:ext uri="{FF2B5EF4-FFF2-40B4-BE49-F238E27FC236}">
                <a16:creationId xmlns:a16="http://schemas.microsoft.com/office/drawing/2014/main" id="{CF66A1B3-66A0-FC24-243D-07E07F6C7799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l="12676" t="14802" r="13119" b="14086"/>
          <a:stretch>
            <a:fillRect/>
          </a:stretch>
        </p:blipFill>
        <p:spPr>
          <a:xfrm>
            <a:off x="11340752" y="10656512"/>
            <a:ext cx="7843022" cy="4953149"/>
          </a:xfrm>
          <a:prstGeom prst="rect">
            <a:avLst/>
          </a:prstGeom>
        </p:spPr>
      </p:pic>
      <p:grpSp>
        <p:nvGrpSpPr>
          <p:cNvPr id="1744" name="Group 1743">
            <a:extLst>
              <a:ext uri="{FF2B5EF4-FFF2-40B4-BE49-F238E27FC236}">
                <a16:creationId xmlns:a16="http://schemas.microsoft.com/office/drawing/2014/main" id="{11F0E49A-BE83-2FB1-A5AB-1F8AAB477419}"/>
              </a:ext>
            </a:extLst>
          </p:cNvPr>
          <p:cNvGrpSpPr/>
          <p:nvPr/>
        </p:nvGrpSpPr>
        <p:grpSpPr>
          <a:xfrm rot="389916">
            <a:off x="12353994" y="12474426"/>
            <a:ext cx="1312537" cy="942552"/>
            <a:chOff x="2432355" y="3440501"/>
            <a:chExt cx="1150939" cy="79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1745" name="Ink 1744">
                  <a:extLst>
                    <a:ext uri="{FF2B5EF4-FFF2-40B4-BE49-F238E27FC236}">
                      <a16:creationId xmlns:a16="http://schemas.microsoft.com/office/drawing/2014/main" id="{569F97B4-47C0-D1EF-912D-74AE1CE12BD8}"/>
                    </a:ext>
                  </a:extLst>
                </p14:cNvPr>
                <p14:cNvContentPartPr/>
                <p14:nvPr/>
              </p14:nvContentPartPr>
              <p14:xfrm>
                <a:off x="2719168" y="3534720"/>
                <a:ext cx="477360" cy="682200"/>
              </p14:xfrm>
            </p:contentPart>
          </mc:Choice>
          <mc:Fallback xmlns="">
            <p:pic>
              <p:nvPicPr>
                <p:cNvPr id="1745" name="Ink 1744">
                  <a:extLst>
                    <a:ext uri="{FF2B5EF4-FFF2-40B4-BE49-F238E27FC236}">
                      <a16:creationId xmlns:a16="http://schemas.microsoft.com/office/drawing/2014/main" id="{569F97B4-47C0-D1EF-912D-74AE1CE12BD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702156" y="3518360"/>
                  <a:ext cx="511044" cy="7145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1746" name="Ink 1745">
                  <a:extLst>
                    <a:ext uri="{FF2B5EF4-FFF2-40B4-BE49-F238E27FC236}">
                      <a16:creationId xmlns:a16="http://schemas.microsoft.com/office/drawing/2014/main" id="{6CA2B991-EA03-2272-0D5C-7F469BF29DF9}"/>
                    </a:ext>
                  </a:extLst>
                </p14:cNvPr>
                <p14:cNvContentPartPr/>
                <p14:nvPr/>
              </p14:nvContentPartPr>
              <p14:xfrm>
                <a:off x="2432355" y="3647821"/>
                <a:ext cx="66240" cy="587160"/>
              </p14:xfrm>
            </p:contentPart>
          </mc:Choice>
          <mc:Fallback xmlns="">
            <p:pic>
              <p:nvPicPr>
                <p:cNvPr id="1746" name="Ink 1745">
                  <a:extLst>
                    <a:ext uri="{FF2B5EF4-FFF2-40B4-BE49-F238E27FC236}">
                      <a16:creationId xmlns:a16="http://schemas.microsoft.com/office/drawing/2014/main" id="{6CA2B991-EA03-2272-0D5C-7F469BF29DF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415370" y="3631456"/>
                  <a:ext cx="99870" cy="61956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747" name="Ink 1746">
                  <a:extLst>
                    <a:ext uri="{FF2B5EF4-FFF2-40B4-BE49-F238E27FC236}">
                      <a16:creationId xmlns:a16="http://schemas.microsoft.com/office/drawing/2014/main" id="{107FD1B7-D1CD-326E-0EE6-A97C12F03F6F}"/>
                    </a:ext>
                  </a:extLst>
                </p14:cNvPr>
                <p14:cNvContentPartPr/>
                <p14:nvPr/>
              </p14:nvContentPartPr>
              <p14:xfrm>
                <a:off x="3187654" y="3440501"/>
                <a:ext cx="395640" cy="762840"/>
              </p14:xfrm>
            </p:contentPart>
          </mc:Choice>
          <mc:Fallback xmlns="">
            <p:pic>
              <p:nvPicPr>
                <p:cNvPr id="1747" name="Ink 1746">
                  <a:extLst>
                    <a:ext uri="{FF2B5EF4-FFF2-40B4-BE49-F238E27FC236}">
                      <a16:creationId xmlns:a16="http://schemas.microsoft.com/office/drawing/2014/main" id="{107FD1B7-D1CD-326E-0EE6-A97C12F03F6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170630" y="3424145"/>
                  <a:ext cx="429348" cy="795225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8" name="Group 1747">
            <a:extLst>
              <a:ext uri="{FF2B5EF4-FFF2-40B4-BE49-F238E27FC236}">
                <a16:creationId xmlns:a16="http://schemas.microsoft.com/office/drawing/2014/main" id="{0C8F01F6-919F-09F8-8EAC-05A1B4F82860}"/>
              </a:ext>
            </a:extLst>
          </p:cNvPr>
          <p:cNvGrpSpPr/>
          <p:nvPr/>
        </p:nvGrpSpPr>
        <p:grpSpPr>
          <a:xfrm rot="389916">
            <a:off x="14007371" y="12452719"/>
            <a:ext cx="648882" cy="1033658"/>
            <a:chOff x="3804694" y="3331061"/>
            <a:chExt cx="587520" cy="89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749" name="Ink 1748">
                  <a:extLst>
                    <a:ext uri="{FF2B5EF4-FFF2-40B4-BE49-F238E27FC236}">
                      <a16:creationId xmlns:a16="http://schemas.microsoft.com/office/drawing/2014/main" id="{EC07D2A8-598F-3559-64C3-6D96102499CF}"/>
                    </a:ext>
                  </a:extLst>
                </p14:cNvPr>
                <p14:cNvContentPartPr/>
                <p14:nvPr/>
              </p14:nvContentPartPr>
              <p14:xfrm>
                <a:off x="3804694" y="3331061"/>
                <a:ext cx="587520" cy="681840"/>
              </p14:xfrm>
            </p:contentPart>
          </mc:Choice>
          <mc:Fallback xmlns="">
            <p:pic>
              <p:nvPicPr>
                <p:cNvPr id="1749" name="Ink 1748">
                  <a:extLst>
                    <a:ext uri="{FF2B5EF4-FFF2-40B4-BE49-F238E27FC236}">
                      <a16:creationId xmlns:a16="http://schemas.microsoft.com/office/drawing/2014/main" id="{EC07D2A8-598F-3559-64C3-6D96102499C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787114" y="3314175"/>
                  <a:ext cx="622328" cy="7152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750" name="Ink 1749">
                  <a:extLst>
                    <a:ext uri="{FF2B5EF4-FFF2-40B4-BE49-F238E27FC236}">
                      <a16:creationId xmlns:a16="http://schemas.microsoft.com/office/drawing/2014/main" id="{91D2A613-0BF2-4442-3A7D-119223B7ACC0}"/>
                    </a:ext>
                  </a:extLst>
                </p14:cNvPr>
                <p14:cNvContentPartPr/>
                <p14:nvPr/>
              </p14:nvContentPartPr>
              <p14:xfrm>
                <a:off x="4059934" y="3430061"/>
                <a:ext cx="94680" cy="800640"/>
              </p14:xfrm>
            </p:contentPart>
          </mc:Choice>
          <mc:Fallback xmlns="">
            <p:pic>
              <p:nvPicPr>
                <p:cNvPr id="1750" name="Ink 1749">
                  <a:extLst>
                    <a:ext uri="{FF2B5EF4-FFF2-40B4-BE49-F238E27FC236}">
                      <a16:creationId xmlns:a16="http://schemas.microsoft.com/office/drawing/2014/main" id="{91D2A613-0BF2-4442-3A7D-119223B7ACC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042335" y="3413163"/>
                  <a:ext cx="129525" cy="834099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751" name="Rounded Rectangle 1750">
            <a:extLst>
              <a:ext uri="{FF2B5EF4-FFF2-40B4-BE49-F238E27FC236}">
                <a16:creationId xmlns:a16="http://schemas.microsoft.com/office/drawing/2014/main" id="{5E8381D3-2B1E-5838-E2A1-09022D79BCCE}"/>
              </a:ext>
            </a:extLst>
          </p:cNvPr>
          <p:cNvSpPr/>
          <p:nvPr/>
        </p:nvSpPr>
        <p:spPr>
          <a:xfrm>
            <a:off x="15975751" y="11261404"/>
            <a:ext cx="2497660" cy="492516"/>
          </a:xfrm>
          <a:prstGeom prst="roundRect">
            <a:avLst>
              <a:gd name="adj" fmla="val 37122"/>
            </a:avLst>
          </a:prstGeom>
          <a:solidFill>
            <a:srgbClr val="EFF6FE"/>
          </a:solidFill>
          <a:ln>
            <a:solidFill>
              <a:srgbClr val="C4CC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4745"/>
          </a:p>
        </p:txBody>
      </p:sp>
      <p:sp>
        <p:nvSpPr>
          <p:cNvPr id="1752" name="TextBox 1751">
            <a:extLst>
              <a:ext uri="{FF2B5EF4-FFF2-40B4-BE49-F238E27FC236}">
                <a16:creationId xmlns:a16="http://schemas.microsoft.com/office/drawing/2014/main" id="{254EEC2C-6F9A-B0D2-2FB5-60EA7246E9BA}"/>
              </a:ext>
            </a:extLst>
          </p:cNvPr>
          <p:cNvSpPr txBox="1"/>
          <p:nvPr/>
        </p:nvSpPr>
        <p:spPr>
          <a:xfrm>
            <a:off x="15975751" y="11330914"/>
            <a:ext cx="2497660" cy="480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295" dirty="0">
                <a:solidFill>
                  <a:srgbClr val="5048DE"/>
                </a:solidFill>
                <a:latin typeface="PT Mono" panose="02060509020205020204" pitchFamily="49" charset="77"/>
              </a:rPr>
              <a:t>c</a:t>
            </a:r>
            <a:r>
              <a:rPr lang="en-CH" sz="1295" dirty="0">
                <a:solidFill>
                  <a:srgbClr val="5048DE"/>
                </a:solidFill>
                <a:latin typeface="PT Mono" panose="02060509020205020204" pitchFamily="49" charset="77"/>
              </a:rPr>
              <a:t>ompare_and_swap(3,1)</a:t>
            </a:r>
          </a:p>
          <a:p>
            <a:pPr algn="ctr"/>
            <a:endParaRPr lang="en-CH" sz="1251" dirty="0">
              <a:solidFill>
                <a:srgbClr val="6C7180"/>
              </a:solidFill>
              <a:latin typeface="PT Mono" panose="02060509020205020204" pitchFamily="49" charset="77"/>
            </a:endParaRPr>
          </a:p>
        </p:txBody>
      </p:sp>
      <p:cxnSp>
        <p:nvCxnSpPr>
          <p:cNvPr id="1753" name="Straight Connector 1752">
            <a:extLst>
              <a:ext uri="{FF2B5EF4-FFF2-40B4-BE49-F238E27FC236}">
                <a16:creationId xmlns:a16="http://schemas.microsoft.com/office/drawing/2014/main" id="{2BDF19BC-F341-A8D5-0E5A-F1BD73B32211}"/>
              </a:ext>
            </a:extLst>
          </p:cNvPr>
          <p:cNvCxnSpPr>
            <a:cxnSpLocks/>
          </p:cNvCxnSpPr>
          <p:nvPr/>
        </p:nvCxnSpPr>
        <p:spPr>
          <a:xfrm>
            <a:off x="14894338" y="11270836"/>
            <a:ext cx="0" cy="3771477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54" name="Picture 1753" descr="A hand holding a pen&#10;&#10;AI-generated content may be incorrect.">
            <a:extLst>
              <a:ext uri="{FF2B5EF4-FFF2-40B4-BE49-F238E27FC236}">
                <a16:creationId xmlns:a16="http://schemas.microsoft.com/office/drawing/2014/main" id="{4E5BE998-9B10-ED1B-D3F2-1F0657A0B575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l="46549" t="21261" r="4581" b="9747"/>
          <a:stretch>
            <a:fillRect/>
          </a:stretch>
        </p:blipFill>
        <p:spPr>
          <a:xfrm>
            <a:off x="14507087" y="12529199"/>
            <a:ext cx="3133055" cy="3067623"/>
          </a:xfrm>
          <a:prstGeom prst="rect">
            <a:avLst/>
          </a:prstGeom>
        </p:spPr>
      </p:pic>
      <p:cxnSp>
        <p:nvCxnSpPr>
          <p:cNvPr id="1755" name="Curved Connector 1754">
            <a:extLst>
              <a:ext uri="{FF2B5EF4-FFF2-40B4-BE49-F238E27FC236}">
                <a16:creationId xmlns:a16="http://schemas.microsoft.com/office/drawing/2014/main" id="{4B349628-B5AD-0224-F85C-6F596187B98B}"/>
              </a:ext>
            </a:extLst>
          </p:cNvPr>
          <p:cNvCxnSpPr>
            <a:cxnSpLocks/>
            <a:stCxn id="1722" idx="2"/>
            <a:endCxn id="1757" idx="0"/>
          </p:cNvCxnSpPr>
          <p:nvPr/>
        </p:nvCxnSpPr>
        <p:spPr>
          <a:xfrm rot="5400000">
            <a:off x="13793230" y="9542087"/>
            <a:ext cx="1275725" cy="2290398"/>
          </a:xfrm>
          <a:prstGeom prst="curvedConnector3">
            <a:avLst>
              <a:gd name="adj1" fmla="val 50000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tailEnd type="arrow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57" name="Rounded Rectangle 1756">
            <a:extLst>
              <a:ext uri="{FF2B5EF4-FFF2-40B4-BE49-F238E27FC236}">
                <a16:creationId xmlns:a16="http://schemas.microsoft.com/office/drawing/2014/main" id="{32183ECD-114D-1C38-9242-C44C55E2F1C7}"/>
              </a:ext>
            </a:extLst>
          </p:cNvPr>
          <p:cNvSpPr/>
          <p:nvPr/>
        </p:nvSpPr>
        <p:spPr>
          <a:xfrm>
            <a:off x="12268189" y="11325149"/>
            <a:ext cx="2035409" cy="401501"/>
          </a:xfrm>
          <a:prstGeom prst="roundRect">
            <a:avLst>
              <a:gd name="adj" fmla="val 50000"/>
            </a:avLst>
          </a:prstGeom>
          <a:solidFill>
            <a:srgbClr val="EFF4FF"/>
          </a:solidFill>
          <a:ln>
            <a:solidFill>
              <a:srgbClr val="E2DF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252"/>
          </a:p>
        </p:txBody>
      </p:sp>
      <p:pic>
        <p:nvPicPr>
          <p:cNvPr id="1758" name="Graphic 1757" descr="Pencil with solid fill">
            <a:extLst>
              <a:ext uri="{FF2B5EF4-FFF2-40B4-BE49-F238E27FC236}">
                <a16:creationId xmlns:a16="http://schemas.microsoft.com/office/drawing/2014/main" id="{F553DCA3-79A9-C137-31BE-D20160A8A1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12360468" y="11393894"/>
            <a:ext cx="294432" cy="273695"/>
          </a:xfrm>
          <a:prstGeom prst="rect">
            <a:avLst/>
          </a:prstGeom>
        </p:spPr>
      </p:pic>
      <p:sp>
        <p:nvSpPr>
          <p:cNvPr id="1759" name="TextBox 1758">
            <a:extLst>
              <a:ext uri="{FF2B5EF4-FFF2-40B4-BE49-F238E27FC236}">
                <a16:creationId xmlns:a16="http://schemas.microsoft.com/office/drawing/2014/main" id="{D99565D7-7639-A2F8-6A0F-9E47C3D2B088}"/>
              </a:ext>
            </a:extLst>
          </p:cNvPr>
          <p:cNvSpPr txBox="1"/>
          <p:nvPr/>
        </p:nvSpPr>
        <p:spPr>
          <a:xfrm>
            <a:off x="12699280" y="11405095"/>
            <a:ext cx="1545529" cy="2309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CH" sz="1501" dirty="0">
                <a:solidFill>
                  <a:srgbClr val="6466F2"/>
                </a:solidFill>
              </a:rPr>
              <a:t>Compare &amp; Swap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761" name="Ink 1760">
                <a:extLst>
                  <a:ext uri="{FF2B5EF4-FFF2-40B4-BE49-F238E27FC236}">
                    <a16:creationId xmlns:a16="http://schemas.microsoft.com/office/drawing/2014/main" id="{AD2676E6-AE6C-1E24-476E-1046F5342024}"/>
                  </a:ext>
                </a:extLst>
              </p14:cNvPr>
              <p14:cNvContentPartPr/>
              <p14:nvPr/>
            </p14:nvContentPartPr>
            <p14:xfrm>
              <a:off x="13359046" y="13561398"/>
              <a:ext cx="1344714" cy="55124"/>
            </p14:xfrm>
          </p:contentPart>
        </mc:Choice>
        <mc:Fallback xmlns="">
          <p:pic>
            <p:nvPicPr>
              <p:cNvPr id="1761" name="Ink 1760">
                <a:extLst>
                  <a:ext uri="{FF2B5EF4-FFF2-40B4-BE49-F238E27FC236}">
                    <a16:creationId xmlns:a16="http://schemas.microsoft.com/office/drawing/2014/main" id="{AD2676E6-AE6C-1E24-476E-1046F5342024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3350048" y="13552332"/>
                <a:ext cx="1362351" cy="72894"/>
              </a:xfrm>
              <a:prstGeom prst="rect">
                <a:avLst/>
              </a:prstGeom>
            </p:spPr>
          </p:pic>
        </mc:Fallback>
      </mc:AlternateContent>
      <p:sp>
        <p:nvSpPr>
          <p:cNvPr id="1762" name="Rounded Rectangle 1761">
            <a:extLst>
              <a:ext uri="{FF2B5EF4-FFF2-40B4-BE49-F238E27FC236}">
                <a16:creationId xmlns:a16="http://schemas.microsoft.com/office/drawing/2014/main" id="{175ABB15-819E-6039-AD38-D83E50186017}"/>
              </a:ext>
            </a:extLst>
          </p:cNvPr>
          <p:cNvSpPr/>
          <p:nvPr/>
        </p:nvSpPr>
        <p:spPr>
          <a:xfrm>
            <a:off x="15975751" y="11891610"/>
            <a:ext cx="2497660" cy="492516"/>
          </a:xfrm>
          <a:prstGeom prst="roundRect">
            <a:avLst>
              <a:gd name="adj" fmla="val 37122"/>
            </a:avLst>
          </a:prstGeom>
          <a:solidFill>
            <a:srgbClr val="EFF6FE"/>
          </a:solidFill>
          <a:ln>
            <a:solidFill>
              <a:srgbClr val="C4CC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4745"/>
          </a:p>
        </p:txBody>
      </p:sp>
      <p:sp>
        <p:nvSpPr>
          <p:cNvPr id="1763" name="TextBox 1762">
            <a:extLst>
              <a:ext uri="{FF2B5EF4-FFF2-40B4-BE49-F238E27FC236}">
                <a16:creationId xmlns:a16="http://schemas.microsoft.com/office/drawing/2014/main" id="{C7A46410-94BA-5ACD-BA68-ED420D688BDB}"/>
              </a:ext>
            </a:extLst>
          </p:cNvPr>
          <p:cNvSpPr txBox="1"/>
          <p:nvPr/>
        </p:nvSpPr>
        <p:spPr>
          <a:xfrm>
            <a:off x="15975751" y="11961120"/>
            <a:ext cx="2497660" cy="480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295" dirty="0">
                <a:solidFill>
                  <a:srgbClr val="5048DE"/>
                </a:solidFill>
                <a:latin typeface="PT Mono" panose="02060509020205020204" pitchFamily="49" charset="77"/>
              </a:rPr>
              <a:t>c</a:t>
            </a:r>
            <a:r>
              <a:rPr lang="en-CH" sz="1295" dirty="0">
                <a:solidFill>
                  <a:srgbClr val="5048DE"/>
                </a:solidFill>
                <a:latin typeface="PT Mono" panose="02060509020205020204" pitchFamily="49" charset="77"/>
              </a:rPr>
              <a:t>ompare_and_swap(</a:t>
            </a:r>
            <a:r>
              <a:rPr lang="en-US" altLang="zh-CN" sz="1295" dirty="0">
                <a:solidFill>
                  <a:srgbClr val="5048DE"/>
                </a:solidFill>
                <a:latin typeface="PT Mono" panose="02060509020205020204" pitchFamily="49" charset="77"/>
              </a:rPr>
              <a:t>7</a:t>
            </a:r>
            <a:r>
              <a:rPr lang="en-CH" sz="1295" dirty="0">
                <a:solidFill>
                  <a:srgbClr val="5048DE"/>
                </a:solidFill>
                <a:latin typeface="PT Mono" panose="02060509020205020204" pitchFamily="49" charset="77"/>
              </a:rPr>
              <a:t>,</a:t>
            </a:r>
            <a:r>
              <a:rPr lang="en-US" altLang="zh-CN" sz="1295" dirty="0">
                <a:solidFill>
                  <a:srgbClr val="5048DE"/>
                </a:solidFill>
                <a:latin typeface="PT Mono" panose="02060509020205020204" pitchFamily="49" charset="77"/>
              </a:rPr>
              <a:t>4</a:t>
            </a:r>
            <a:r>
              <a:rPr lang="en-CH" sz="1295" dirty="0">
                <a:solidFill>
                  <a:srgbClr val="5048DE"/>
                </a:solidFill>
                <a:latin typeface="PT Mono" panose="02060509020205020204" pitchFamily="49" charset="77"/>
              </a:rPr>
              <a:t>)</a:t>
            </a:r>
          </a:p>
          <a:p>
            <a:pPr algn="ctr"/>
            <a:endParaRPr lang="en-CH" sz="1251" dirty="0">
              <a:solidFill>
                <a:srgbClr val="6C7180"/>
              </a:solidFill>
              <a:latin typeface="PT Mono" panose="02060509020205020204" pitchFamily="49" charset="77"/>
            </a:endParaRPr>
          </a:p>
        </p:txBody>
      </p:sp>
      <p:sp>
        <p:nvSpPr>
          <p:cNvPr id="1764" name="Rounded Rectangle 1763">
            <a:extLst>
              <a:ext uri="{FF2B5EF4-FFF2-40B4-BE49-F238E27FC236}">
                <a16:creationId xmlns:a16="http://schemas.microsoft.com/office/drawing/2014/main" id="{4494A446-9E54-3C46-C567-A495C906947C}"/>
              </a:ext>
            </a:extLst>
          </p:cNvPr>
          <p:cNvSpPr/>
          <p:nvPr/>
        </p:nvSpPr>
        <p:spPr>
          <a:xfrm>
            <a:off x="3439449" y="14026820"/>
            <a:ext cx="1093584" cy="99809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047274" sx="95464" sy="95464" algn="ctr" rotWithShape="0">
              <a:prstClr val="black">
                <a:alpha val="14259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1941"/>
          </a:p>
        </p:txBody>
      </p:sp>
      <p:grpSp>
        <p:nvGrpSpPr>
          <p:cNvPr id="1765" name="Group 1764">
            <a:extLst>
              <a:ext uri="{FF2B5EF4-FFF2-40B4-BE49-F238E27FC236}">
                <a16:creationId xmlns:a16="http://schemas.microsoft.com/office/drawing/2014/main" id="{B4DCC64B-4449-53B6-D2CC-0445B021D19A}"/>
              </a:ext>
            </a:extLst>
          </p:cNvPr>
          <p:cNvGrpSpPr/>
          <p:nvPr/>
        </p:nvGrpSpPr>
        <p:grpSpPr>
          <a:xfrm rot="389916">
            <a:off x="3619342" y="14170689"/>
            <a:ext cx="741287" cy="706672"/>
            <a:chOff x="2432355" y="3534720"/>
            <a:chExt cx="764173" cy="700261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766" name="Ink 1765">
                  <a:extLst>
                    <a:ext uri="{FF2B5EF4-FFF2-40B4-BE49-F238E27FC236}">
                      <a16:creationId xmlns:a16="http://schemas.microsoft.com/office/drawing/2014/main" id="{0EFE4C26-EC3B-36E3-3CFF-C4E409BC0D8A}"/>
                    </a:ext>
                  </a:extLst>
                </p14:cNvPr>
                <p14:cNvContentPartPr/>
                <p14:nvPr/>
              </p14:nvContentPartPr>
              <p14:xfrm>
                <a:off x="2719168" y="3534720"/>
                <a:ext cx="477360" cy="682200"/>
              </p14:xfrm>
            </p:contentPart>
          </mc:Choice>
          <mc:Fallback xmlns="">
            <p:pic>
              <p:nvPicPr>
                <p:cNvPr id="1766" name="Ink 1765">
                  <a:extLst>
                    <a:ext uri="{FF2B5EF4-FFF2-40B4-BE49-F238E27FC236}">
                      <a16:creationId xmlns:a16="http://schemas.microsoft.com/office/drawing/2014/main" id="{0EFE4C26-EC3B-36E3-3CFF-C4E409BC0D8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699178" y="3515481"/>
                  <a:ext cx="516940" cy="7202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767" name="Ink 1766">
                  <a:extLst>
                    <a:ext uri="{FF2B5EF4-FFF2-40B4-BE49-F238E27FC236}">
                      <a16:creationId xmlns:a16="http://schemas.microsoft.com/office/drawing/2014/main" id="{3AA5FD07-B8B1-DAC7-453C-851A73D917EB}"/>
                    </a:ext>
                  </a:extLst>
                </p14:cNvPr>
                <p14:cNvContentPartPr/>
                <p14:nvPr/>
              </p14:nvContentPartPr>
              <p14:xfrm>
                <a:off x="2432355" y="3647821"/>
                <a:ext cx="66240" cy="587160"/>
              </p14:xfrm>
            </p:contentPart>
          </mc:Choice>
          <mc:Fallback xmlns="">
            <p:pic>
              <p:nvPicPr>
                <p:cNvPr id="1767" name="Ink 1766">
                  <a:extLst>
                    <a:ext uri="{FF2B5EF4-FFF2-40B4-BE49-F238E27FC236}">
                      <a16:creationId xmlns:a16="http://schemas.microsoft.com/office/drawing/2014/main" id="{3AA5FD07-B8B1-DAC7-453C-851A73D917E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412403" y="3628582"/>
                  <a:ext cx="105745" cy="625252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768" name="Rounded Rectangle 1767">
            <a:extLst>
              <a:ext uri="{FF2B5EF4-FFF2-40B4-BE49-F238E27FC236}">
                <a16:creationId xmlns:a16="http://schemas.microsoft.com/office/drawing/2014/main" id="{A7F36EBD-BDBA-7AD4-49D2-67CFB54F365E}"/>
              </a:ext>
            </a:extLst>
          </p:cNvPr>
          <p:cNvSpPr/>
          <p:nvPr/>
        </p:nvSpPr>
        <p:spPr>
          <a:xfrm>
            <a:off x="13578996" y="13908959"/>
            <a:ext cx="1093584" cy="99809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047274" sx="95464" sy="95464" algn="ctr" rotWithShape="0">
              <a:prstClr val="black">
                <a:alpha val="14259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1941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769" name="Ink 1768">
                <a:extLst>
                  <a:ext uri="{FF2B5EF4-FFF2-40B4-BE49-F238E27FC236}">
                    <a16:creationId xmlns:a16="http://schemas.microsoft.com/office/drawing/2014/main" id="{80C6C5B3-F18E-2057-17B9-C63AD33A921F}"/>
                  </a:ext>
                </a:extLst>
              </p14:cNvPr>
              <p14:cNvContentPartPr/>
              <p14:nvPr/>
            </p14:nvContentPartPr>
            <p14:xfrm rot="389916">
              <a:off x="14073882" y="14043691"/>
              <a:ext cx="451190" cy="688292"/>
            </p14:xfrm>
          </p:contentPart>
        </mc:Choice>
        <mc:Fallback xmlns="">
          <p:pic>
            <p:nvPicPr>
              <p:cNvPr id="1769" name="Ink 1768">
                <a:extLst>
                  <a:ext uri="{FF2B5EF4-FFF2-40B4-BE49-F238E27FC236}">
                    <a16:creationId xmlns:a16="http://schemas.microsoft.com/office/drawing/2014/main" id="{80C6C5B3-F18E-2057-17B9-C63AD33A921F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 rot="389916">
                <a:off x="14055878" y="14025701"/>
                <a:ext cx="486839" cy="723912"/>
              </a:xfrm>
              <a:prstGeom prst="rect">
                <a:avLst/>
              </a:prstGeom>
            </p:spPr>
          </p:pic>
        </mc:Fallback>
      </mc:AlternateContent>
      <p:grpSp>
        <p:nvGrpSpPr>
          <p:cNvPr id="1770" name="Group 1769">
            <a:extLst>
              <a:ext uri="{FF2B5EF4-FFF2-40B4-BE49-F238E27FC236}">
                <a16:creationId xmlns:a16="http://schemas.microsoft.com/office/drawing/2014/main" id="{98B78680-6E82-D826-E5DE-52C4A098582C}"/>
              </a:ext>
            </a:extLst>
          </p:cNvPr>
          <p:cNvGrpSpPr/>
          <p:nvPr/>
        </p:nvGrpSpPr>
        <p:grpSpPr>
          <a:xfrm rot="389916">
            <a:off x="13728628" y="14042762"/>
            <a:ext cx="435039" cy="693008"/>
            <a:chOff x="3804694" y="3331061"/>
            <a:chExt cx="587520" cy="89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771" name="Ink 1770">
                  <a:extLst>
                    <a:ext uri="{FF2B5EF4-FFF2-40B4-BE49-F238E27FC236}">
                      <a16:creationId xmlns:a16="http://schemas.microsoft.com/office/drawing/2014/main" id="{F2590AFB-6941-F9B6-1F10-69E5B32E386F}"/>
                    </a:ext>
                  </a:extLst>
                </p14:cNvPr>
                <p14:cNvContentPartPr/>
                <p14:nvPr/>
              </p14:nvContentPartPr>
              <p14:xfrm>
                <a:off x="3804694" y="3331061"/>
                <a:ext cx="587520" cy="681840"/>
              </p14:xfrm>
            </p:contentPart>
          </mc:Choice>
          <mc:Fallback xmlns="">
            <p:pic>
              <p:nvPicPr>
                <p:cNvPr id="1771" name="Ink 1770">
                  <a:extLst>
                    <a:ext uri="{FF2B5EF4-FFF2-40B4-BE49-F238E27FC236}">
                      <a16:creationId xmlns:a16="http://schemas.microsoft.com/office/drawing/2014/main" id="{F2590AFB-6941-F9B6-1F10-69E5B32E386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778489" y="3305882"/>
                  <a:ext cx="639406" cy="7316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772" name="Ink 1771">
                  <a:extLst>
                    <a:ext uri="{FF2B5EF4-FFF2-40B4-BE49-F238E27FC236}">
                      <a16:creationId xmlns:a16="http://schemas.microsoft.com/office/drawing/2014/main" id="{1025CD9A-0803-5590-C2DA-0A0547732835}"/>
                    </a:ext>
                  </a:extLst>
                </p14:cNvPr>
                <p14:cNvContentPartPr/>
                <p14:nvPr/>
              </p14:nvContentPartPr>
              <p14:xfrm>
                <a:off x="4059934" y="3430061"/>
                <a:ext cx="94680" cy="800640"/>
              </p14:xfrm>
            </p:contentPart>
          </mc:Choice>
          <mc:Fallback xmlns="">
            <p:pic>
              <p:nvPicPr>
                <p:cNvPr id="1772" name="Ink 1771">
                  <a:extLst>
                    <a:ext uri="{FF2B5EF4-FFF2-40B4-BE49-F238E27FC236}">
                      <a16:creationId xmlns:a16="http://schemas.microsoft.com/office/drawing/2014/main" id="{1025CD9A-0803-5590-C2DA-0A054773283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033779" y="3404868"/>
                  <a:ext cx="146466" cy="850523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773" name="Oval 1772">
            <a:extLst>
              <a:ext uri="{FF2B5EF4-FFF2-40B4-BE49-F238E27FC236}">
                <a16:creationId xmlns:a16="http://schemas.microsoft.com/office/drawing/2014/main" id="{CBD5C630-4CCA-F454-0095-AD12F29E015D}"/>
              </a:ext>
            </a:extLst>
          </p:cNvPr>
          <p:cNvSpPr/>
          <p:nvPr/>
        </p:nvSpPr>
        <p:spPr>
          <a:xfrm>
            <a:off x="33402333" y="6317456"/>
            <a:ext cx="797503" cy="802664"/>
          </a:xfrm>
          <a:prstGeom prst="ellipse">
            <a:avLst/>
          </a:prstGeom>
          <a:solidFill>
            <a:srgbClr val="7030A0">
              <a:alpha val="5032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5176" dirty="0"/>
              <a:t>d</a:t>
            </a:r>
            <a:endParaRPr lang="en-CH" sz="1941" dirty="0"/>
          </a:p>
        </p:txBody>
      </p:sp>
      <p:pic>
        <p:nvPicPr>
          <p:cNvPr id="1774" name="Picture 1773" descr="A white rectangular object with a black border&#10;&#10;AI-generated content may be incorrect.">
            <a:extLst>
              <a:ext uri="{FF2B5EF4-FFF2-40B4-BE49-F238E27FC236}">
                <a16:creationId xmlns:a16="http://schemas.microsoft.com/office/drawing/2014/main" id="{C38C2B5F-991F-59A8-AD92-370DD443AE85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l="12676" t="14802" r="13119" b="14086"/>
          <a:stretch>
            <a:fillRect/>
          </a:stretch>
        </p:blipFill>
        <p:spPr>
          <a:xfrm>
            <a:off x="32875129" y="597741"/>
            <a:ext cx="7843022" cy="4953149"/>
          </a:xfrm>
          <a:prstGeom prst="rect">
            <a:avLst/>
          </a:prstGeom>
        </p:spPr>
      </p:pic>
      <p:grpSp>
        <p:nvGrpSpPr>
          <p:cNvPr id="1775" name="Group 1774">
            <a:extLst>
              <a:ext uri="{FF2B5EF4-FFF2-40B4-BE49-F238E27FC236}">
                <a16:creationId xmlns:a16="http://schemas.microsoft.com/office/drawing/2014/main" id="{560FFF15-BE92-F9DE-045B-7E511DA89F58}"/>
              </a:ext>
            </a:extLst>
          </p:cNvPr>
          <p:cNvGrpSpPr/>
          <p:nvPr/>
        </p:nvGrpSpPr>
        <p:grpSpPr>
          <a:xfrm rot="389916">
            <a:off x="33617124" y="2453448"/>
            <a:ext cx="871466" cy="830773"/>
            <a:chOff x="2432355" y="3534720"/>
            <a:chExt cx="764173" cy="700261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776" name="Ink 1775">
                  <a:extLst>
                    <a:ext uri="{FF2B5EF4-FFF2-40B4-BE49-F238E27FC236}">
                      <a16:creationId xmlns:a16="http://schemas.microsoft.com/office/drawing/2014/main" id="{B761E66B-604C-9188-6640-4AB0C60AABF4}"/>
                    </a:ext>
                  </a:extLst>
                </p14:cNvPr>
                <p14:cNvContentPartPr/>
                <p14:nvPr/>
              </p14:nvContentPartPr>
              <p14:xfrm>
                <a:off x="2719168" y="3534720"/>
                <a:ext cx="477360" cy="682200"/>
              </p14:xfrm>
            </p:contentPart>
          </mc:Choice>
          <mc:Fallback xmlns="">
            <p:pic>
              <p:nvPicPr>
                <p:cNvPr id="1776" name="Ink 1775">
                  <a:extLst>
                    <a:ext uri="{FF2B5EF4-FFF2-40B4-BE49-F238E27FC236}">
                      <a16:creationId xmlns:a16="http://schemas.microsoft.com/office/drawing/2014/main" id="{B761E66B-604C-9188-6640-4AB0C60AABF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702156" y="3518360"/>
                  <a:ext cx="511044" cy="7145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1777" name="Ink 1776">
                  <a:extLst>
                    <a:ext uri="{FF2B5EF4-FFF2-40B4-BE49-F238E27FC236}">
                      <a16:creationId xmlns:a16="http://schemas.microsoft.com/office/drawing/2014/main" id="{3DC01377-1505-525C-DC55-7D4383313A79}"/>
                    </a:ext>
                  </a:extLst>
                </p14:cNvPr>
                <p14:cNvContentPartPr/>
                <p14:nvPr/>
              </p14:nvContentPartPr>
              <p14:xfrm>
                <a:off x="2432355" y="3647821"/>
                <a:ext cx="66240" cy="587160"/>
              </p14:xfrm>
            </p:contentPart>
          </mc:Choice>
          <mc:Fallback xmlns="">
            <p:pic>
              <p:nvPicPr>
                <p:cNvPr id="1777" name="Ink 1776">
                  <a:extLst>
                    <a:ext uri="{FF2B5EF4-FFF2-40B4-BE49-F238E27FC236}">
                      <a16:creationId xmlns:a16="http://schemas.microsoft.com/office/drawing/2014/main" id="{3DC01377-1505-525C-DC55-7D4383313A7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415370" y="3631456"/>
                  <a:ext cx="99870" cy="619562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1784" name="Straight Connector 1783">
            <a:extLst>
              <a:ext uri="{FF2B5EF4-FFF2-40B4-BE49-F238E27FC236}">
                <a16:creationId xmlns:a16="http://schemas.microsoft.com/office/drawing/2014/main" id="{6CB6CBB7-3103-FC4B-593B-CADC46754171}"/>
              </a:ext>
            </a:extLst>
          </p:cNvPr>
          <p:cNvCxnSpPr>
            <a:cxnSpLocks/>
          </p:cNvCxnSpPr>
          <p:nvPr/>
        </p:nvCxnSpPr>
        <p:spPr>
          <a:xfrm>
            <a:off x="35806841" y="1173311"/>
            <a:ext cx="0" cy="3771477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7" name="Rounded Rectangle 1786">
            <a:extLst>
              <a:ext uri="{FF2B5EF4-FFF2-40B4-BE49-F238E27FC236}">
                <a16:creationId xmlns:a16="http://schemas.microsoft.com/office/drawing/2014/main" id="{A958FB9D-4781-2E9B-BB62-DE68988D35D0}"/>
              </a:ext>
            </a:extLst>
          </p:cNvPr>
          <p:cNvSpPr/>
          <p:nvPr/>
        </p:nvSpPr>
        <p:spPr>
          <a:xfrm>
            <a:off x="33801086" y="1127377"/>
            <a:ext cx="1726378" cy="360977"/>
          </a:xfrm>
          <a:prstGeom prst="roundRect">
            <a:avLst>
              <a:gd name="adj" fmla="val 50000"/>
            </a:avLst>
          </a:prstGeom>
          <a:solidFill>
            <a:srgbClr val="EFF4FF"/>
          </a:solidFill>
          <a:ln>
            <a:solidFill>
              <a:srgbClr val="E2DF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156"/>
          </a:p>
        </p:txBody>
      </p:sp>
      <p:pic>
        <p:nvPicPr>
          <p:cNvPr id="1788" name="Graphic 1787" descr="Pencil with solid fill">
            <a:extLst>
              <a:ext uri="{FF2B5EF4-FFF2-40B4-BE49-F238E27FC236}">
                <a16:creationId xmlns:a16="http://schemas.microsoft.com/office/drawing/2014/main" id="{B2899C84-14F6-FCD2-9201-8704A316D6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33893363" y="1184595"/>
            <a:ext cx="294432" cy="273695"/>
          </a:xfrm>
          <a:prstGeom prst="rect">
            <a:avLst/>
          </a:prstGeom>
        </p:spPr>
      </p:pic>
      <p:sp>
        <p:nvSpPr>
          <p:cNvPr id="1789" name="TextBox 1788">
            <a:extLst>
              <a:ext uri="{FF2B5EF4-FFF2-40B4-BE49-F238E27FC236}">
                <a16:creationId xmlns:a16="http://schemas.microsoft.com/office/drawing/2014/main" id="{D770388C-FA7A-AA55-E8A7-DB4725E8E582}"/>
              </a:ext>
            </a:extLst>
          </p:cNvPr>
          <p:cNvSpPr txBox="1"/>
          <p:nvPr/>
        </p:nvSpPr>
        <p:spPr>
          <a:xfrm>
            <a:off x="34237488" y="1208300"/>
            <a:ext cx="1545529" cy="1991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CH" sz="1295" dirty="0">
                <a:solidFill>
                  <a:srgbClr val="6466F2"/>
                </a:solidFill>
              </a:rPr>
              <a:t>Compare &amp; Swap</a:t>
            </a:r>
          </a:p>
        </p:txBody>
      </p:sp>
      <p:grpSp>
        <p:nvGrpSpPr>
          <p:cNvPr id="1825" name="Group 1824">
            <a:extLst>
              <a:ext uri="{FF2B5EF4-FFF2-40B4-BE49-F238E27FC236}">
                <a16:creationId xmlns:a16="http://schemas.microsoft.com/office/drawing/2014/main" id="{935FFAE4-3A01-922C-CDEE-3B591E03A7B7}"/>
              </a:ext>
            </a:extLst>
          </p:cNvPr>
          <p:cNvGrpSpPr/>
          <p:nvPr/>
        </p:nvGrpSpPr>
        <p:grpSpPr>
          <a:xfrm>
            <a:off x="37570594" y="1347494"/>
            <a:ext cx="2328582" cy="1886018"/>
            <a:chOff x="29962648" y="1005706"/>
            <a:chExt cx="2316242" cy="1183488"/>
          </a:xfrm>
        </p:grpSpPr>
        <p:sp>
          <p:nvSpPr>
            <p:cNvPr id="1782" name="Rounded Rectangle 1781">
              <a:extLst>
                <a:ext uri="{FF2B5EF4-FFF2-40B4-BE49-F238E27FC236}">
                  <a16:creationId xmlns:a16="http://schemas.microsoft.com/office/drawing/2014/main" id="{C636BB3E-83E4-B438-51CA-8BC9783AEBED}"/>
                </a:ext>
              </a:extLst>
            </p:cNvPr>
            <p:cNvSpPr/>
            <p:nvPr/>
          </p:nvSpPr>
          <p:spPr>
            <a:xfrm>
              <a:off x="29962648" y="1005706"/>
              <a:ext cx="2316240" cy="456742"/>
            </a:xfrm>
            <a:prstGeom prst="roundRect">
              <a:avLst>
                <a:gd name="adj" fmla="val 37122"/>
              </a:avLst>
            </a:prstGeom>
            <a:solidFill>
              <a:srgbClr val="EFF6FE"/>
            </a:solidFill>
            <a:ln>
              <a:solidFill>
                <a:srgbClr val="C4CCF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5822"/>
            </a:p>
          </p:txBody>
        </p:sp>
        <p:sp>
          <p:nvSpPr>
            <p:cNvPr id="1783" name="TextBox 1782">
              <a:extLst>
                <a:ext uri="{FF2B5EF4-FFF2-40B4-BE49-F238E27FC236}">
                  <a16:creationId xmlns:a16="http://schemas.microsoft.com/office/drawing/2014/main" id="{47C1554D-8BC5-A035-5CD4-95189DABB590}"/>
                </a:ext>
              </a:extLst>
            </p:cNvPr>
            <p:cNvSpPr txBox="1"/>
            <p:nvPr/>
          </p:nvSpPr>
          <p:spPr>
            <a:xfrm>
              <a:off x="29962650" y="1070167"/>
              <a:ext cx="2316240" cy="5345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725" dirty="0">
                  <a:solidFill>
                    <a:srgbClr val="5048DE"/>
                  </a:solidFill>
                  <a:latin typeface="PT Mono" panose="02060509020205020204" pitchFamily="49" charset="77"/>
                </a:rPr>
                <a:t>c</a:t>
              </a:r>
              <a:r>
                <a:rPr lang="en-CH" sz="1725" dirty="0">
                  <a:solidFill>
                    <a:srgbClr val="5048DE"/>
                  </a:solidFill>
                  <a:latin typeface="PT Mono" panose="02060509020205020204" pitchFamily="49" charset="77"/>
                </a:rPr>
                <a:t>ompare_and_swap(3,1)</a:t>
              </a:r>
            </a:p>
            <a:p>
              <a:pPr algn="ctr"/>
              <a:endParaRPr lang="en-CH" sz="1510" dirty="0">
                <a:solidFill>
                  <a:srgbClr val="6C7180"/>
                </a:solidFill>
                <a:latin typeface="PT Mono" panose="02060509020205020204" pitchFamily="49" charset="77"/>
              </a:endParaRPr>
            </a:p>
          </p:txBody>
        </p:sp>
        <p:sp>
          <p:nvSpPr>
            <p:cNvPr id="1792" name="Rounded Rectangle 1791">
              <a:extLst>
                <a:ext uri="{FF2B5EF4-FFF2-40B4-BE49-F238E27FC236}">
                  <a16:creationId xmlns:a16="http://schemas.microsoft.com/office/drawing/2014/main" id="{B12A5FFB-22B7-CC4F-C350-5B4C78B2D643}"/>
                </a:ext>
              </a:extLst>
            </p:cNvPr>
            <p:cNvSpPr/>
            <p:nvPr/>
          </p:nvSpPr>
          <p:spPr>
            <a:xfrm>
              <a:off x="29962650" y="1590137"/>
              <a:ext cx="2316240" cy="456742"/>
            </a:xfrm>
            <a:prstGeom prst="roundRect">
              <a:avLst>
                <a:gd name="adj" fmla="val 37122"/>
              </a:avLst>
            </a:prstGeom>
            <a:solidFill>
              <a:srgbClr val="EFF6FE"/>
            </a:solidFill>
            <a:ln>
              <a:solidFill>
                <a:srgbClr val="C4CCF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5822"/>
            </a:p>
          </p:txBody>
        </p:sp>
        <p:sp>
          <p:nvSpPr>
            <p:cNvPr id="1793" name="TextBox 1792">
              <a:extLst>
                <a:ext uri="{FF2B5EF4-FFF2-40B4-BE49-F238E27FC236}">
                  <a16:creationId xmlns:a16="http://schemas.microsoft.com/office/drawing/2014/main" id="{05C5B47D-0B16-A401-2EE7-D4C5A1E5E076}"/>
                </a:ext>
              </a:extLst>
            </p:cNvPr>
            <p:cNvSpPr txBox="1"/>
            <p:nvPr/>
          </p:nvSpPr>
          <p:spPr>
            <a:xfrm>
              <a:off x="29962650" y="1654598"/>
              <a:ext cx="2316240" cy="5345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725" dirty="0">
                  <a:solidFill>
                    <a:srgbClr val="5048DE"/>
                  </a:solidFill>
                  <a:latin typeface="PT Mono" panose="02060509020205020204" pitchFamily="49" charset="77"/>
                </a:rPr>
                <a:t>c</a:t>
              </a:r>
              <a:r>
                <a:rPr lang="en-CH" sz="1725" dirty="0">
                  <a:solidFill>
                    <a:srgbClr val="5048DE"/>
                  </a:solidFill>
                  <a:latin typeface="PT Mono" panose="02060509020205020204" pitchFamily="49" charset="77"/>
                </a:rPr>
                <a:t>ompare_and_swap(</a:t>
              </a:r>
              <a:r>
                <a:rPr lang="en-US" altLang="zh-CN" sz="1725" dirty="0">
                  <a:solidFill>
                    <a:srgbClr val="5048DE"/>
                  </a:solidFill>
                  <a:latin typeface="PT Mono" panose="02060509020205020204" pitchFamily="49" charset="77"/>
                </a:rPr>
                <a:t>7</a:t>
              </a:r>
              <a:r>
                <a:rPr lang="en-CH" sz="1725" dirty="0">
                  <a:solidFill>
                    <a:srgbClr val="5048DE"/>
                  </a:solidFill>
                  <a:latin typeface="PT Mono" panose="02060509020205020204" pitchFamily="49" charset="77"/>
                </a:rPr>
                <a:t>,</a:t>
              </a:r>
              <a:r>
                <a:rPr lang="en-US" altLang="zh-CN" sz="1725" dirty="0">
                  <a:solidFill>
                    <a:srgbClr val="5048DE"/>
                  </a:solidFill>
                  <a:latin typeface="PT Mono" panose="02060509020205020204" pitchFamily="49" charset="77"/>
                </a:rPr>
                <a:t>4</a:t>
              </a:r>
              <a:r>
                <a:rPr lang="en-CH" sz="1725" dirty="0">
                  <a:solidFill>
                    <a:srgbClr val="5048DE"/>
                  </a:solidFill>
                  <a:latin typeface="PT Mono" panose="02060509020205020204" pitchFamily="49" charset="77"/>
                </a:rPr>
                <a:t>)</a:t>
              </a:r>
            </a:p>
            <a:p>
              <a:pPr algn="ctr"/>
              <a:endParaRPr lang="en-CH" sz="1510" dirty="0">
                <a:solidFill>
                  <a:srgbClr val="6C7180"/>
                </a:solidFill>
                <a:latin typeface="PT Mono" panose="02060509020205020204" pitchFamily="49" charset="77"/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795" name="Ink 1794">
                <a:extLst>
                  <a:ext uri="{FF2B5EF4-FFF2-40B4-BE49-F238E27FC236}">
                    <a16:creationId xmlns:a16="http://schemas.microsoft.com/office/drawing/2014/main" id="{821881EA-EF55-91A4-054D-27D08D5F4F9D}"/>
                  </a:ext>
                </a:extLst>
              </p14:cNvPr>
              <p14:cNvContentPartPr/>
              <p14:nvPr/>
            </p14:nvContentPartPr>
            <p14:xfrm rot="389916">
              <a:off x="35190534" y="2505676"/>
              <a:ext cx="451190" cy="688292"/>
            </p14:xfrm>
          </p:contentPart>
        </mc:Choice>
        <mc:Fallback xmlns="">
          <p:pic>
            <p:nvPicPr>
              <p:cNvPr id="1795" name="Ink 1794">
                <a:extLst>
                  <a:ext uri="{FF2B5EF4-FFF2-40B4-BE49-F238E27FC236}">
                    <a16:creationId xmlns:a16="http://schemas.microsoft.com/office/drawing/2014/main" id="{821881EA-EF55-91A4-054D-27D08D5F4F9D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 rot="389916">
                <a:off x="35172530" y="2487686"/>
                <a:ext cx="486839" cy="723912"/>
              </a:xfrm>
              <a:prstGeom prst="rect">
                <a:avLst/>
              </a:prstGeom>
            </p:spPr>
          </p:pic>
        </mc:Fallback>
      </mc:AlternateContent>
      <p:grpSp>
        <p:nvGrpSpPr>
          <p:cNvPr id="1796" name="Group 1795">
            <a:extLst>
              <a:ext uri="{FF2B5EF4-FFF2-40B4-BE49-F238E27FC236}">
                <a16:creationId xmlns:a16="http://schemas.microsoft.com/office/drawing/2014/main" id="{1AA6A55B-D301-3997-2DA4-2DF7956E4706}"/>
              </a:ext>
            </a:extLst>
          </p:cNvPr>
          <p:cNvGrpSpPr/>
          <p:nvPr/>
        </p:nvGrpSpPr>
        <p:grpSpPr>
          <a:xfrm rot="389916">
            <a:off x="34701359" y="2473780"/>
            <a:ext cx="435039" cy="693008"/>
            <a:chOff x="3804694" y="3331061"/>
            <a:chExt cx="587520" cy="89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797" name="Ink 1796">
                  <a:extLst>
                    <a:ext uri="{FF2B5EF4-FFF2-40B4-BE49-F238E27FC236}">
                      <a16:creationId xmlns:a16="http://schemas.microsoft.com/office/drawing/2014/main" id="{67E72F90-9E86-A4CB-CF16-7F520B042389}"/>
                    </a:ext>
                  </a:extLst>
                </p14:cNvPr>
                <p14:cNvContentPartPr/>
                <p14:nvPr/>
              </p14:nvContentPartPr>
              <p14:xfrm>
                <a:off x="3804694" y="3331061"/>
                <a:ext cx="587520" cy="681840"/>
              </p14:xfrm>
            </p:contentPart>
          </mc:Choice>
          <mc:Fallback xmlns="">
            <p:pic>
              <p:nvPicPr>
                <p:cNvPr id="1797" name="Ink 1796">
                  <a:extLst>
                    <a:ext uri="{FF2B5EF4-FFF2-40B4-BE49-F238E27FC236}">
                      <a16:creationId xmlns:a16="http://schemas.microsoft.com/office/drawing/2014/main" id="{67E72F90-9E86-A4CB-CF16-7F520B04238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778489" y="3305882"/>
                  <a:ext cx="639406" cy="7316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798" name="Ink 1797">
                  <a:extLst>
                    <a:ext uri="{FF2B5EF4-FFF2-40B4-BE49-F238E27FC236}">
                      <a16:creationId xmlns:a16="http://schemas.microsoft.com/office/drawing/2014/main" id="{162FA62A-9655-8F0C-F39E-ACCD57B45DA8}"/>
                    </a:ext>
                  </a:extLst>
                </p14:cNvPr>
                <p14:cNvContentPartPr/>
                <p14:nvPr/>
              </p14:nvContentPartPr>
              <p14:xfrm>
                <a:off x="4059934" y="3430061"/>
                <a:ext cx="94680" cy="800640"/>
              </p14:xfrm>
            </p:contentPart>
          </mc:Choice>
          <mc:Fallback xmlns="">
            <p:pic>
              <p:nvPicPr>
                <p:cNvPr id="1798" name="Ink 1797">
                  <a:extLst>
                    <a:ext uri="{FF2B5EF4-FFF2-40B4-BE49-F238E27FC236}">
                      <a16:creationId xmlns:a16="http://schemas.microsoft.com/office/drawing/2014/main" id="{162FA62A-9655-8F0C-F39E-ACCD57B45DA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033779" y="3404868"/>
                  <a:ext cx="146466" cy="850523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810" name="Rounded Rectangle 1809">
            <a:extLst>
              <a:ext uri="{FF2B5EF4-FFF2-40B4-BE49-F238E27FC236}">
                <a16:creationId xmlns:a16="http://schemas.microsoft.com/office/drawing/2014/main" id="{F97D60A2-A2C8-21EA-D796-00EC4EFE0CAF}"/>
              </a:ext>
            </a:extLst>
          </p:cNvPr>
          <p:cNvSpPr/>
          <p:nvPr/>
        </p:nvSpPr>
        <p:spPr>
          <a:xfrm>
            <a:off x="38647742" y="4177531"/>
            <a:ext cx="1025437" cy="63703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1941" dirty="0">
                <a:solidFill>
                  <a:schemeClr val="accent3"/>
                </a:solidFill>
              </a:rPr>
              <a:t>Done</a:t>
            </a:r>
          </a:p>
        </p:txBody>
      </p:sp>
      <p:pic>
        <p:nvPicPr>
          <p:cNvPr id="1813" name="Picture 1812" descr="A finger pointing at something&#10;&#10;AI-generated content may be incorrect.">
            <a:extLst>
              <a:ext uri="{FF2B5EF4-FFF2-40B4-BE49-F238E27FC236}">
                <a16:creationId xmlns:a16="http://schemas.microsoft.com/office/drawing/2014/main" id="{A33CE25C-5387-8A8D-98D3-A5F82E0A8382}"/>
              </a:ext>
            </a:extLst>
          </p:cNvPr>
          <p:cNvPicPr>
            <a:picLocks noChangeAspect="1"/>
          </p:cNvPicPr>
          <p:nvPr/>
        </p:nvPicPr>
        <p:blipFill>
          <a:blip r:embed="rId86"/>
          <a:srcRect l="35177" t="18118" r="14261" b="11858"/>
          <a:stretch>
            <a:fillRect/>
          </a:stretch>
        </p:blipFill>
        <p:spPr>
          <a:xfrm rot="947945">
            <a:off x="39233845" y="4469095"/>
            <a:ext cx="3443561" cy="3179299"/>
          </a:xfrm>
          <a:prstGeom prst="rect">
            <a:avLst/>
          </a:prstGeom>
        </p:spPr>
      </p:pic>
      <p:pic>
        <p:nvPicPr>
          <p:cNvPr id="1821" name="Picture 1820">
            <a:extLst>
              <a:ext uri="{FF2B5EF4-FFF2-40B4-BE49-F238E27FC236}">
                <a16:creationId xmlns:a16="http://schemas.microsoft.com/office/drawing/2014/main" id="{6D378513-B852-4EB0-3EB5-3A9D3BEC615F}"/>
              </a:ext>
            </a:extLst>
          </p:cNvPr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15022881" y="11244634"/>
            <a:ext cx="759424" cy="1301870"/>
          </a:xfrm>
          <a:prstGeom prst="rect">
            <a:avLst/>
          </a:prstGeom>
        </p:spPr>
      </p:pic>
      <p:pic>
        <p:nvPicPr>
          <p:cNvPr id="1823" name="Picture 1822">
            <a:extLst>
              <a:ext uri="{FF2B5EF4-FFF2-40B4-BE49-F238E27FC236}">
                <a16:creationId xmlns:a16="http://schemas.microsoft.com/office/drawing/2014/main" id="{3A192F32-FB3A-47D2-B9D1-57396F8A9F35}"/>
              </a:ext>
            </a:extLst>
          </p:cNvPr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36029794" y="1044934"/>
            <a:ext cx="1311870" cy="2248919"/>
          </a:xfrm>
          <a:prstGeom prst="rect">
            <a:avLst/>
          </a:prstGeom>
        </p:spPr>
      </p:pic>
      <p:pic>
        <p:nvPicPr>
          <p:cNvPr id="1828" name="Picture 1827" descr="A white rectangular object with a black border&#10;&#10;AI-generated content may be incorrect.">
            <a:extLst>
              <a:ext uri="{FF2B5EF4-FFF2-40B4-BE49-F238E27FC236}">
                <a16:creationId xmlns:a16="http://schemas.microsoft.com/office/drawing/2014/main" id="{FDDE7643-88DF-1F8A-C58F-69E478825B84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l="12676" t="14802" r="13119" b="14086"/>
          <a:stretch>
            <a:fillRect/>
          </a:stretch>
        </p:blipFill>
        <p:spPr>
          <a:xfrm>
            <a:off x="31789586" y="8134137"/>
            <a:ext cx="12178079" cy="7527074"/>
          </a:xfrm>
          <a:prstGeom prst="rect">
            <a:avLst/>
          </a:prstGeom>
        </p:spPr>
      </p:pic>
      <p:grpSp>
        <p:nvGrpSpPr>
          <p:cNvPr id="1833" name="Group 1832">
            <a:extLst>
              <a:ext uri="{FF2B5EF4-FFF2-40B4-BE49-F238E27FC236}">
                <a16:creationId xmlns:a16="http://schemas.microsoft.com/office/drawing/2014/main" id="{7A7AED4E-9AF2-75A8-7A31-098C694CB726}"/>
              </a:ext>
            </a:extLst>
          </p:cNvPr>
          <p:cNvGrpSpPr/>
          <p:nvPr/>
        </p:nvGrpSpPr>
        <p:grpSpPr>
          <a:xfrm>
            <a:off x="32903171" y="8896755"/>
            <a:ext cx="1494510" cy="502818"/>
            <a:chOff x="3745744" y="1492419"/>
            <a:chExt cx="1110342" cy="345378"/>
          </a:xfrm>
        </p:grpSpPr>
        <p:sp>
          <p:nvSpPr>
            <p:cNvPr id="1834" name="Rounded Rectangle 1833">
              <a:extLst>
                <a:ext uri="{FF2B5EF4-FFF2-40B4-BE49-F238E27FC236}">
                  <a16:creationId xmlns:a16="http://schemas.microsoft.com/office/drawing/2014/main" id="{7BB76D6E-4B2A-D87D-5FDB-2C3FB72B1157}"/>
                </a:ext>
              </a:extLst>
            </p:cNvPr>
            <p:cNvSpPr/>
            <p:nvPr/>
          </p:nvSpPr>
          <p:spPr>
            <a:xfrm>
              <a:off x="3745744" y="1492419"/>
              <a:ext cx="1110342" cy="345378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E2DFE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2156"/>
            </a:p>
          </p:txBody>
        </p:sp>
        <p:pic>
          <p:nvPicPr>
            <p:cNvPr id="1835" name="Graphic 1834" descr="Pencil with solid fill">
              <a:extLst>
                <a:ext uri="{FF2B5EF4-FFF2-40B4-BE49-F238E27FC236}">
                  <a16:creationId xmlns:a16="http://schemas.microsoft.com/office/drawing/2014/main" id="{9363EDDE-01E4-4F19-1C4A-F52835543CD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819531" y="1547390"/>
              <a:ext cx="235436" cy="235436"/>
            </a:xfrm>
            <a:prstGeom prst="rect">
              <a:avLst/>
            </a:prstGeom>
          </p:spPr>
        </p:pic>
        <p:sp>
          <p:nvSpPr>
            <p:cNvPr id="1836" name="TextBox 1835">
              <a:extLst>
                <a:ext uri="{FF2B5EF4-FFF2-40B4-BE49-F238E27FC236}">
                  <a16:creationId xmlns:a16="http://schemas.microsoft.com/office/drawing/2014/main" id="{969592ED-3229-E278-DE79-9072FC3AD23B}"/>
                </a:ext>
              </a:extLst>
            </p:cNvPr>
            <p:cNvSpPr txBox="1"/>
            <p:nvPr/>
          </p:nvSpPr>
          <p:spPr>
            <a:xfrm>
              <a:off x="4090455" y="1580622"/>
              <a:ext cx="639907" cy="15959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CH" sz="1510" dirty="0">
                  <a:solidFill>
                    <a:srgbClr val="BA772C"/>
                  </a:solidFill>
                </a:rPr>
                <a:t>Compare</a:t>
              </a:r>
            </a:p>
          </p:txBody>
        </p:sp>
      </p:grpSp>
      <p:grpSp>
        <p:nvGrpSpPr>
          <p:cNvPr id="1837" name="Group 1836">
            <a:extLst>
              <a:ext uri="{FF2B5EF4-FFF2-40B4-BE49-F238E27FC236}">
                <a16:creationId xmlns:a16="http://schemas.microsoft.com/office/drawing/2014/main" id="{9DCCAE90-7A66-6C9D-89C2-0E3E8D64EBAC}"/>
              </a:ext>
            </a:extLst>
          </p:cNvPr>
          <p:cNvGrpSpPr/>
          <p:nvPr/>
        </p:nvGrpSpPr>
        <p:grpSpPr>
          <a:xfrm>
            <a:off x="34497710" y="8902975"/>
            <a:ext cx="1227271" cy="498044"/>
            <a:chOff x="5849146" y="1492419"/>
            <a:chExt cx="846517" cy="345378"/>
          </a:xfrm>
        </p:grpSpPr>
        <p:sp>
          <p:nvSpPr>
            <p:cNvPr id="1838" name="Rounded Rectangle 1837">
              <a:extLst>
                <a:ext uri="{FF2B5EF4-FFF2-40B4-BE49-F238E27FC236}">
                  <a16:creationId xmlns:a16="http://schemas.microsoft.com/office/drawing/2014/main" id="{D0F6CE3D-F6BF-4454-5C39-654EA3B697F3}"/>
                </a:ext>
              </a:extLst>
            </p:cNvPr>
            <p:cNvSpPr/>
            <p:nvPr/>
          </p:nvSpPr>
          <p:spPr>
            <a:xfrm>
              <a:off x="5849146" y="1492419"/>
              <a:ext cx="846517" cy="345378"/>
            </a:xfrm>
            <a:prstGeom prst="roundRect">
              <a:avLst>
                <a:gd name="adj" fmla="val 50000"/>
              </a:avLst>
            </a:prstGeom>
            <a:solidFill>
              <a:srgbClr val="F2E7FF"/>
            </a:solidFill>
            <a:ln>
              <a:solidFill>
                <a:srgbClr val="E2DFE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2156"/>
            </a:p>
          </p:txBody>
        </p:sp>
        <p:pic>
          <p:nvPicPr>
            <p:cNvPr id="1839" name="Graphic 1838" descr="Pencil with solid fill">
              <a:extLst>
                <a:ext uri="{FF2B5EF4-FFF2-40B4-BE49-F238E27FC236}">
                  <a16:creationId xmlns:a16="http://schemas.microsoft.com/office/drawing/2014/main" id="{F40F31EE-C67A-4EDB-2DD3-1317CBFE809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922933" y="1547390"/>
              <a:ext cx="235436" cy="235436"/>
            </a:xfrm>
            <a:prstGeom prst="rect">
              <a:avLst/>
            </a:prstGeom>
          </p:spPr>
        </p:pic>
        <p:sp>
          <p:nvSpPr>
            <p:cNvPr id="1840" name="TextBox 1839">
              <a:extLst>
                <a:ext uri="{FF2B5EF4-FFF2-40B4-BE49-F238E27FC236}">
                  <a16:creationId xmlns:a16="http://schemas.microsoft.com/office/drawing/2014/main" id="{C42C76C5-757F-732F-77D2-E1EBD2EE4CCE}"/>
                </a:ext>
              </a:extLst>
            </p:cNvPr>
            <p:cNvSpPr txBox="1"/>
            <p:nvPr/>
          </p:nvSpPr>
          <p:spPr>
            <a:xfrm>
              <a:off x="6227401" y="1585657"/>
              <a:ext cx="391822" cy="16112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CH" sz="1510" dirty="0">
                  <a:solidFill>
                    <a:srgbClr val="973B83"/>
                  </a:solidFill>
                </a:rPr>
                <a:t>Swap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842" name="Ink 1841">
                <a:extLst>
                  <a:ext uri="{FF2B5EF4-FFF2-40B4-BE49-F238E27FC236}">
                    <a16:creationId xmlns:a16="http://schemas.microsoft.com/office/drawing/2014/main" id="{DAB9E603-E65A-5F50-1017-4E5B60987B71}"/>
                  </a:ext>
                </a:extLst>
              </p14:cNvPr>
              <p14:cNvContentPartPr/>
              <p14:nvPr/>
            </p14:nvContentPartPr>
            <p14:xfrm rot="389916">
              <a:off x="34874210" y="11608492"/>
              <a:ext cx="845280" cy="1269878"/>
            </p14:xfrm>
          </p:contentPart>
        </mc:Choice>
        <mc:Fallback xmlns="">
          <p:pic>
            <p:nvPicPr>
              <p:cNvPr id="1842" name="Ink 1841">
                <a:extLst>
                  <a:ext uri="{FF2B5EF4-FFF2-40B4-BE49-F238E27FC236}">
                    <a16:creationId xmlns:a16="http://schemas.microsoft.com/office/drawing/2014/main" id="{DAB9E603-E65A-5F50-1017-4E5B60987B71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 rot="389916">
                <a:off x="34856202" y="11590490"/>
                <a:ext cx="880935" cy="13055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843" name="Ink 1842">
                <a:extLst>
                  <a:ext uri="{FF2B5EF4-FFF2-40B4-BE49-F238E27FC236}">
                    <a16:creationId xmlns:a16="http://schemas.microsoft.com/office/drawing/2014/main" id="{0D91CD94-89BE-F014-0CCB-C1282651BD9B}"/>
                  </a:ext>
                </a:extLst>
              </p14:cNvPr>
              <p14:cNvContentPartPr/>
              <p14:nvPr/>
            </p14:nvContentPartPr>
            <p14:xfrm rot="389916">
              <a:off x="33295654" y="11644001"/>
              <a:ext cx="117295" cy="1092967"/>
            </p14:xfrm>
          </p:contentPart>
        </mc:Choice>
        <mc:Fallback xmlns="">
          <p:pic>
            <p:nvPicPr>
              <p:cNvPr id="1843" name="Ink 1842">
                <a:extLst>
                  <a:ext uri="{FF2B5EF4-FFF2-40B4-BE49-F238E27FC236}">
                    <a16:creationId xmlns:a16="http://schemas.microsoft.com/office/drawing/2014/main" id="{0D91CD94-89BE-F014-0CCB-C1282651BD9B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 rot="389916">
                <a:off x="33277664" y="11625995"/>
                <a:ext cx="152915" cy="11286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844" name="Ink 1843">
                <a:extLst>
                  <a:ext uri="{FF2B5EF4-FFF2-40B4-BE49-F238E27FC236}">
                    <a16:creationId xmlns:a16="http://schemas.microsoft.com/office/drawing/2014/main" id="{77859DB6-4160-A073-C759-B5CC28B94EF5}"/>
                  </a:ext>
                </a:extLst>
              </p14:cNvPr>
              <p14:cNvContentPartPr/>
              <p14:nvPr/>
            </p14:nvContentPartPr>
            <p14:xfrm rot="389916">
              <a:off x="35730529" y="11436955"/>
              <a:ext cx="700576" cy="1419985"/>
            </p14:xfrm>
          </p:contentPart>
        </mc:Choice>
        <mc:Fallback xmlns="">
          <p:pic>
            <p:nvPicPr>
              <p:cNvPr id="1844" name="Ink 1843">
                <a:extLst>
                  <a:ext uri="{FF2B5EF4-FFF2-40B4-BE49-F238E27FC236}">
                    <a16:creationId xmlns:a16="http://schemas.microsoft.com/office/drawing/2014/main" id="{77859DB6-4160-A073-C759-B5CC28B94EF5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 rot="389916">
                <a:off x="35712519" y="11418949"/>
                <a:ext cx="736235" cy="1455638"/>
              </a:xfrm>
              <a:prstGeom prst="rect">
                <a:avLst/>
              </a:prstGeom>
            </p:spPr>
          </p:pic>
        </mc:Fallback>
      </mc:AlternateContent>
      <p:grpSp>
        <p:nvGrpSpPr>
          <p:cNvPr id="1845" name="Group 1844">
            <a:extLst>
              <a:ext uri="{FF2B5EF4-FFF2-40B4-BE49-F238E27FC236}">
                <a16:creationId xmlns:a16="http://schemas.microsoft.com/office/drawing/2014/main" id="{CCFD9583-6DE7-9B87-1475-A35870BD71D5}"/>
              </a:ext>
            </a:extLst>
          </p:cNvPr>
          <p:cNvGrpSpPr/>
          <p:nvPr/>
        </p:nvGrpSpPr>
        <p:grpSpPr>
          <a:xfrm rot="389916">
            <a:off x="33708981" y="11432517"/>
            <a:ext cx="1007540" cy="1621828"/>
            <a:chOff x="3804694" y="3331061"/>
            <a:chExt cx="587520" cy="89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846" name="Ink 1845">
                  <a:extLst>
                    <a:ext uri="{FF2B5EF4-FFF2-40B4-BE49-F238E27FC236}">
                      <a16:creationId xmlns:a16="http://schemas.microsoft.com/office/drawing/2014/main" id="{441928CE-CDDA-CFCB-2794-0305ED7A167B}"/>
                    </a:ext>
                  </a:extLst>
                </p14:cNvPr>
                <p14:cNvContentPartPr/>
                <p14:nvPr/>
              </p14:nvContentPartPr>
              <p14:xfrm>
                <a:off x="3804694" y="3331061"/>
                <a:ext cx="587520" cy="681840"/>
              </p14:xfrm>
            </p:contentPart>
          </mc:Choice>
          <mc:Fallback xmlns="">
            <p:pic>
              <p:nvPicPr>
                <p:cNvPr id="1846" name="Ink 1845">
                  <a:extLst>
                    <a:ext uri="{FF2B5EF4-FFF2-40B4-BE49-F238E27FC236}">
                      <a16:creationId xmlns:a16="http://schemas.microsoft.com/office/drawing/2014/main" id="{441928CE-CDDA-CFCB-2794-0305ED7A167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793369" y="3320296"/>
                  <a:ext cx="609943" cy="7031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847" name="Ink 1846">
                  <a:extLst>
                    <a:ext uri="{FF2B5EF4-FFF2-40B4-BE49-F238E27FC236}">
                      <a16:creationId xmlns:a16="http://schemas.microsoft.com/office/drawing/2014/main" id="{EAD3E247-AA4F-7402-9117-E7C0D32E62CE}"/>
                    </a:ext>
                  </a:extLst>
                </p14:cNvPr>
                <p14:cNvContentPartPr/>
                <p14:nvPr/>
              </p14:nvContentPartPr>
              <p14:xfrm>
                <a:off x="4059934" y="3430061"/>
                <a:ext cx="94680" cy="800640"/>
              </p14:xfrm>
            </p:contentPart>
          </mc:Choice>
          <mc:Fallback xmlns="">
            <p:pic>
              <p:nvPicPr>
                <p:cNvPr id="1847" name="Ink 1846">
                  <a:extLst>
                    <a:ext uri="{FF2B5EF4-FFF2-40B4-BE49-F238E27FC236}">
                      <a16:creationId xmlns:a16="http://schemas.microsoft.com/office/drawing/2014/main" id="{EAD3E247-AA4F-7402-9117-E7C0D32E62C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048609" y="3419291"/>
                  <a:ext cx="117104" cy="821965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1848" name="Straight Connector 1847">
            <a:extLst>
              <a:ext uri="{FF2B5EF4-FFF2-40B4-BE49-F238E27FC236}">
                <a16:creationId xmlns:a16="http://schemas.microsoft.com/office/drawing/2014/main" id="{2D1C753B-C8E0-50BC-66AD-B82C483F95D8}"/>
              </a:ext>
            </a:extLst>
          </p:cNvPr>
          <p:cNvCxnSpPr>
            <a:cxnSpLocks/>
          </p:cNvCxnSpPr>
          <p:nvPr/>
        </p:nvCxnSpPr>
        <p:spPr>
          <a:xfrm>
            <a:off x="37041303" y="8807427"/>
            <a:ext cx="0" cy="5917516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63" name="Group 1862">
            <a:extLst>
              <a:ext uri="{FF2B5EF4-FFF2-40B4-BE49-F238E27FC236}">
                <a16:creationId xmlns:a16="http://schemas.microsoft.com/office/drawing/2014/main" id="{6A84275E-416B-B5F3-1208-BCD5900DB399}"/>
              </a:ext>
            </a:extLst>
          </p:cNvPr>
          <p:cNvGrpSpPr/>
          <p:nvPr/>
        </p:nvGrpSpPr>
        <p:grpSpPr>
          <a:xfrm>
            <a:off x="39014047" y="9334410"/>
            <a:ext cx="3996495" cy="3044577"/>
            <a:chOff x="29962648" y="1005706"/>
            <a:chExt cx="2316242" cy="1213240"/>
          </a:xfrm>
        </p:grpSpPr>
        <p:sp>
          <p:nvSpPr>
            <p:cNvPr id="1864" name="Rounded Rectangle 1863">
              <a:extLst>
                <a:ext uri="{FF2B5EF4-FFF2-40B4-BE49-F238E27FC236}">
                  <a16:creationId xmlns:a16="http://schemas.microsoft.com/office/drawing/2014/main" id="{3917A471-2C85-EFBA-D97E-3B6BF4674259}"/>
                </a:ext>
              </a:extLst>
            </p:cNvPr>
            <p:cNvSpPr/>
            <p:nvPr/>
          </p:nvSpPr>
          <p:spPr>
            <a:xfrm>
              <a:off x="29962648" y="1005706"/>
              <a:ext cx="2316240" cy="456742"/>
            </a:xfrm>
            <a:prstGeom prst="roundRect">
              <a:avLst>
                <a:gd name="adj" fmla="val 37122"/>
              </a:avLst>
            </a:prstGeom>
            <a:solidFill>
              <a:srgbClr val="EFF6FE"/>
            </a:solidFill>
            <a:ln>
              <a:solidFill>
                <a:srgbClr val="C4CCF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8626"/>
            </a:p>
          </p:txBody>
        </p:sp>
        <p:sp>
          <p:nvSpPr>
            <p:cNvPr id="1865" name="TextBox 1864">
              <a:extLst>
                <a:ext uri="{FF2B5EF4-FFF2-40B4-BE49-F238E27FC236}">
                  <a16:creationId xmlns:a16="http://schemas.microsoft.com/office/drawing/2014/main" id="{68819C05-2339-23C4-A761-F0C6D28E65B0}"/>
                </a:ext>
              </a:extLst>
            </p:cNvPr>
            <p:cNvSpPr txBox="1"/>
            <p:nvPr/>
          </p:nvSpPr>
          <p:spPr>
            <a:xfrm>
              <a:off x="29962650" y="1070167"/>
              <a:ext cx="2316240" cy="5643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3020" dirty="0">
                  <a:solidFill>
                    <a:srgbClr val="5048DE"/>
                  </a:solidFill>
                  <a:latin typeface="PT Mono" panose="02060509020205020204" pitchFamily="49" charset="77"/>
                </a:rPr>
                <a:t>c</a:t>
              </a:r>
              <a:r>
                <a:rPr lang="en-CH" sz="3020" dirty="0">
                  <a:solidFill>
                    <a:srgbClr val="5048DE"/>
                  </a:solidFill>
                  <a:latin typeface="PT Mono" panose="02060509020205020204" pitchFamily="49" charset="77"/>
                </a:rPr>
                <a:t>ompare_and_swap(</a:t>
              </a:r>
              <a:r>
                <a:rPr lang="en-US" altLang="zh-CN" sz="3020" dirty="0">
                  <a:solidFill>
                    <a:srgbClr val="5048DE"/>
                  </a:solidFill>
                  <a:latin typeface="PT Mono" panose="02060509020205020204" pitchFamily="49" charset="77"/>
                </a:rPr>
                <a:t>4</a:t>
              </a:r>
              <a:r>
                <a:rPr lang="en-CH" sz="3020" dirty="0">
                  <a:solidFill>
                    <a:srgbClr val="5048DE"/>
                  </a:solidFill>
                  <a:latin typeface="PT Mono" panose="02060509020205020204" pitchFamily="49" charset="77"/>
                </a:rPr>
                <a:t>,1)</a:t>
              </a:r>
            </a:p>
            <a:p>
              <a:pPr algn="ctr"/>
              <a:endParaRPr lang="en-CH" sz="2589" dirty="0">
                <a:solidFill>
                  <a:srgbClr val="6C7180"/>
                </a:solidFill>
                <a:latin typeface="PT Mono" panose="02060509020205020204" pitchFamily="49" charset="77"/>
              </a:endParaRPr>
            </a:p>
          </p:txBody>
        </p:sp>
        <p:sp>
          <p:nvSpPr>
            <p:cNvPr id="1866" name="Rounded Rectangle 1865">
              <a:extLst>
                <a:ext uri="{FF2B5EF4-FFF2-40B4-BE49-F238E27FC236}">
                  <a16:creationId xmlns:a16="http://schemas.microsoft.com/office/drawing/2014/main" id="{40FE1D31-6CCB-6AB6-59DD-F55094A24AFA}"/>
                </a:ext>
              </a:extLst>
            </p:cNvPr>
            <p:cNvSpPr/>
            <p:nvPr/>
          </p:nvSpPr>
          <p:spPr>
            <a:xfrm>
              <a:off x="29962650" y="1590137"/>
              <a:ext cx="2316240" cy="456742"/>
            </a:xfrm>
            <a:prstGeom prst="roundRect">
              <a:avLst>
                <a:gd name="adj" fmla="val 37122"/>
              </a:avLst>
            </a:prstGeom>
            <a:solidFill>
              <a:srgbClr val="EFF6FE"/>
            </a:solidFill>
            <a:ln>
              <a:solidFill>
                <a:srgbClr val="C4CCF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8626"/>
            </a:p>
          </p:txBody>
        </p:sp>
        <p:sp>
          <p:nvSpPr>
            <p:cNvPr id="1867" name="TextBox 1866">
              <a:extLst>
                <a:ext uri="{FF2B5EF4-FFF2-40B4-BE49-F238E27FC236}">
                  <a16:creationId xmlns:a16="http://schemas.microsoft.com/office/drawing/2014/main" id="{18B01807-57EE-80D9-6ED0-79112F179FFE}"/>
                </a:ext>
              </a:extLst>
            </p:cNvPr>
            <p:cNvSpPr txBox="1"/>
            <p:nvPr/>
          </p:nvSpPr>
          <p:spPr>
            <a:xfrm>
              <a:off x="29962650" y="1654598"/>
              <a:ext cx="2316240" cy="5643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3020" dirty="0">
                  <a:solidFill>
                    <a:srgbClr val="5048DE"/>
                  </a:solidFill>
                  <a:latin typeface="PT Mono" panose="02060509020205020204" pitchFamily="49" charset="77"/>
                </a:rPr>
                <a:t>c</a:t>
              </a:r>
              <a:r>
                <a:rPr lang="en-CH" sz="3020" dirty="0">
                  <a:solidFill>
                    <a:srgbClr val="5048DE"/>
                  </a:solidFill>
                  <a:latin typeface="PT Mono" panose="02060509020205020204" pitchFamily="49" charset="77"/>
                </a:rPr>
                <a:t>ompare_and_swap(</a:t>
              </a:r>
              <a:r>
                <a:rPr lang="en-US" altLang="zh-CN" sz="3020" dirty="0">
                  <a:solidFill>
                    <a:srgbClr val="5048DE"/>
                  </a:solidFill>
                  <a:latin typeface="PT Mono" panose="02060509020205020204" pitchFamily="49" charset="77"/>
                </a:rPr>
                <a:t>7</a:t>
              </a:r>
              <a:r>
                <a:rPr lang="en-CH" sz="3020" dirty="0">
                  <a:solidFill>
                    <a:srgbClr val="5048DE"/>
                  </a:solidFill>
                  <a:latin typeface="PT Mono" panose="02060509020205020204" pitchFamily="49" charset="77"/>
                </a:rPr>
                <a:t>,</a:t>
              </a:r>
              <a:r>
                <a:rPr lang="en-US" altLang="zh-CN" sz="3020" dirty="0">
                  <a:solidFill>
                    <a:srgbClr val="5048DE"/>
                  </a:solidFill>
                  <a:latin typeface="PT Mono" panose="02060509020205020204" pitchFamily="49" charset="77"/>
                </a:rPr>
                <a:t>3</a:t>
              </a:r>
              <a:r>
                <a:rPr lang="en-CH" sz="3020" dirty="0">
                  <a:solidFill>
                    <a:srgbClr val="5048DE"/>
                  </a:solidFill>
                  <a:latin typeface="PT Mono" panose="02060509020205020204" pitchFamily="49" charset="77"/>
                </a:rPr>
                <a:t>)</a:t>
              </a:r>
            </a:p>
            <a:p>
              <a:pPr algn="ctr"/>
              <a:endParaRPr lang="en-CH" sz="2589" dirty="0">
                <a:solidFill>
                  <a:srgbClr val="6C7180"/>
                </a:solidFill>
                <a:latin typeface="PT Mono" panose="02060509020205020204" pitchFamily="49" charset="77"/>
              </a:endParaRPr>
            </a:p>
          </p:txBody>
        </p:sp>
      </p:grpSp>
      <p:sp>
        <p:nvSpPr>
          <p:cNvPr id="1870" name="Rounded Rectangle 1869">
            <a:extLst>
              <a:ext uri="{FF2B5EF4-FFF2-40B4-BE49-F238E27FC236}">
                <a16:creationId xmlns:a16="http://schemas.microsoft.com/office/drawing/2014/main" id="{D75D153D-A43C-AD13-829F-A98ECCED12ED}"/>
              </a:ext>
            </a:extLst>
          </p:cNvPr>
          <p:cNvSpPr/>
          <p:nvPr/>
        </p:nvSpPr>
        <p:spPr>
          <a:xfrm>
            <a:off x="37564615" y="3260911"/>
            <a:ext cx="2324557" cy="506057"/>
          </a:xfrm>
          <a:prstGeom prst="roundRect">
            <a:avLst>
              <a:gd name="adj" fmla="val 37122"/>
            </a:avLst>
          </a:prstGeom>
          <a:solidFill>
            <a:srgbClr val="FFFDE9"/>
          </a:solidFill>
          <a:ln>
            <a:solidFill>
              <a:srgbClr val="EBB3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252"/>
          </a:p>
        </p:txBody>
      </p:sp>
      <p:pic>
        <p:nvPicPr>
          <p:cNvPr id="1871" name="Picture 1870">
            <a:extLst>
              <a:ext uri="{FF2B5EF4-FFF2-40B4-BE49-F238E27FC236}">
                <a16:creationId xmlns:a16="http://schemas.microsoft.com/office/drawing/2014/main" id="{32C91C58-D9F5-7320-7E1F-F7C687A85B55}"/>
              </a:ext>
            </a:extLst>
          </p:cNvPr>
          <p:cNvPicPr>
            <a:picLocks noChangeAspect="1"/>
          </p:cNvPicPr>
          <p:nvPr/>
        </p:nvPicPr>
        <p:blipFill>
          <a:blip r:embed="rId96"/>
          <a:stretch>
            <a:fillRect/>
          </a:stretch>
        </p:blipFill>
        <p:spPr>
          <a:xfrm>
            <a:off x="39064291" y="3554311"/>
            <a:ext cx="756298" cy="176653"/>
          </a:xfrm>
          <a:prstGeom prst="rect">
            <a:avLst/>
          </a:prstGeom>
        </p:spPr>
      </p:pic>
      <p:sp>
        <p:nvSpPr>
          <p:cNvPr id="1872" name="TextBox 1871">
            <a:extLst>
              <a:ext uri="{FF2B5EF4-FFF2-40B4-BE49-F238E27FC236}">
                <a16:creationId xmlns:a16="http://schemas.microsoft.com/office/drawing/2014/main" id="{F300D7DC-191A-E8A0-DE05-B508B52A7EAC}"/>
              </a:ext>
            </a:extLst>
          </p:cNvPr>
          <p:cNvSpPr txBox="1"/>
          <p:nvPr/>
        </p:nvSpPr>
        <p:spPr>
          <a:xfrm>
            <a:off x="37532545" y="3310754"/>
            <a:ext cx="1756142" cy="324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510" dirty="0">
                <a:solidFill>
                  <a:srgbClr val="6C7180"/>
                </a:solidFill>
                <a:latin typeface="PT Mono" panose="02060509020205020204" pitchFamily="49" charset="77"/>
              </a:rPr>
              <a:t>[1, 3, 4, 7]</a:t>
            </a:r>
            <a:endParaRPr lang="en-CH" sz="1510" dirty="0">
              <a:solidFill>
                <a:srgbClr val="6C7180"/>
              </a:solidFill>
              <a:latin typeface="PT Mono" panose="02060509020205020204" pitchFamily="49" charset="77"/>
            </a:endParaRPr>
          </a:p>
        </p:txBody>
      </p:sp>
      <p:pic>
        <p:nvPicPr>
          <p:cNvPr id="1873" name="Picture 1872">
            <a:extLst>
              <a:ext uri="{FF2B5EF4-FFF2-40B4-BE49-F238E27FC236}">
                <a16:creationId xmlns:a16="http://schemas.microsoft.com/office/drawing/2014/main" id="{ABC5EC5C-166D-8443-70CF-14C0FB68472E}"/>
              </a:ext>
            </a:extLst>
          </p:cNvPr>
          <p:cNvPicPr>
            <a:picLocks noChangeAspect="1"/>
          </p:cNvPicPr>
          <p:nvPr/>
        </p:nvPicPr>
        <p:blipFill>
          <a:blip r:embed="rId97"/>
          <a:srcRect t="25662"/>
          <a:stretch>
            <a:fillRect/>
          </a:stretch>
        </p:blipFill>
        <p:spPr>
          <a:xfrm>
            <a:off x="36064159" y="1055725"/>
            <a:ext cx="1219212" cy="3188975"/>
          </a:xfrm>
          <a:prstGeom prst="rect">
            <a:avLst/>
          </a:prstGeom>
        </p:spPr>
      </p:pic>
      <p:pic>
        <p:nvPicPr>
          <p:cNvPr id="1874" name="Picture 1873">
            <a:extLst>
              <a:ext uri="{FF2B5EF4-FFF2-40B4-BE49-F238E27FC236}">
                <a16:creationId xmlns:a16="http://schemas.microsoft.com/office/drawing/2014/main" id="{15B57A22-491F-DA16-AC4E-744FAD968E3E}"/>
              </a:ext>
            </a:extLst>
          </p:cNvPr>
          <p:cNvPicPr>
            <a:picLocks noChangeAspect="1"/>
          </p:cNvPicPr>
          <p:nvPr/>
        </p:nvPicPr>
        <p:blipFill>
          <a:blip r:embed="rId98"/>
          <a:srcRect l="-1" t="24127" r="3816"/>
          <a:stretch>
            <a:fillRect/>
          </a:stretch>
        </p:blipFill>
        <p:spPr>
          <a:xfrm>
            <a:off x="37169237" y="9012252"/>
            <a:ext cx="1792798" cy="4602129"/>
          </a:xfrm>
          <a:prstGeom prst="rect">
            <a:avLst/>
          </a:prstGeom>
        </p:spPr>
      </p:pic>
      <p:grpSp>
        <p:nvGrpSpPr>
          <p:cNvPr id="1881" name="Group 1880">
            <a:extLst>
              <a:ext uri="{FF2B5EF4-FFF2-40B4-BE49-F238E27FC236}">
                <a16:creationId xmlns:a16="http://schemas.microsoft.com/office/drawing/2014/main" id="{B8CC13DA-2817-05BF-B90A-A6E92F02666A}"/>
              </a:ext>
            </a:extLst>
          </p:cNvPr>
          <p:cNvGrpSpPr/>
          <p:nvPr/>
        </p:nvGrpSpPr>
        <p:grpSpPr>
          <a:xfrm>
            <a:off x="32914634" y="9682425"/>
            <a:ext cx="2600188" cy="431389"/>
            <a:chOff x="26675415" y="1088315"/>
            <a:chExt cx="1837973" cy="334758"/>
          </a:xfrm>
        </p:grpSpPr>
        <p:sp>
          <p:nvSpPr>
            <p:cNvPr id="1878" name="Rounded Rectangle 1877">
              <a:extLst>
                <a:ext uri="{FF2B5EF4-FFF2-40B4-BE49-F238E27FC236}">
                  <a16:creationId xmlns:a16="http://schemas.microsoft.com/office/drawing/2014/main" id="{44A5B53F-F690-5AA0-17EE-BC4AF0208782}"/>
                </a:ext>
              </a:extLst>
            </p:cNvPr>
            <p:cNvSpPr/>
            <p:nvPr/>
          </p:nvSpPr>
          <p:spPr>
            <a:xfrm>
              <a:off x="26675415" y="1088315"/>
              <a:ext cx="1600981" cy="334758"/>
            </a:xfrm>
            <a:prstGeom prst="roundRect">
              <a:avLst>
                <a:gd name="adj" fmla="val 50000"/>
              </a:avLst>
            </a:prstGeom>
            <a:solidFill>
              <a:srgbClr val="EFF4FF"/>
            </a:solidFill>
            <a:ln>
              <a:solidFill>
                <a:srgbClr val="E2DFE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3020"/>
            </a:p>
          </p:txBody>
        </p:sp>
        <p:pic>
          <p:nvPicPr>
            <p:cNvPr id="1879" name="Graphic 1878" descr="Pencil with solid fill">
              <a:extLst>
                <a:ext uri="{FF2B5EF4-FFF2-40B4-BE49-F238E27FC236}">
                  <a16:creationId xmlns:a16="http://schemas.microsoft.com/office/drawing/2014/main" id="{A08EA0D8-198D-7941-9C59-B442AB4FC13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4"/>
                </a:ext>
              </a:extLst>
            </a:blip>
            <a:stretch>
              <a:fillRect/>
            </a:stretch>
          </p:blipFill>
          <p:spPr>
            <a:xfrm>
              <a:off x="26760990" y="1141379"/>
              <a:ext cx="273047" cy="253814"/>
            </a:xfrm>
            <a:prstGeom prst="rect">
              <a:avLst/>
            </a:prstGeom>
          </p:spPr>
        </p:pic>
        <p:sp>
          <p:nvSpPr>
            <p:cNvPr id="1880" name="TextBox 1879">
              <a:extLst>
                <a:ext uri="{FF2B5EF4-FFF2-40B4-BE49-F238E27FC236}">
                  <a16:creationId xmlns:a16="http://schemas.microsoft.com/office/drawing/2014/main" id="{1AD68C44-6568-1C6D-98F7-77F995E51351}"/>
                </a:ext>
              </a:extLst>
            </p:cNvPr>
            <p:cNvSpPr txBox="1"/>
            <p:nvPr/>
          </p:nvSpPr>
          <p:spPr>
            <a:xfrm>
              <a:off x="27080119" y="1163361"/>
              <a:ext cx="1433269" cy="20605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CH" sz="1725" dirty="0">
                  <a:solidFill>
                    <a:srgbClr val="6466F2"/>
                  </a:solidFill>
                </a:rPr>
                <a:t>Compare &amp; Swap</a:t>
              </a:r>
            </a:p>
          </p:txBody>
        </p:sp>
      </p:grpSp>
      <p:grpSp>
        <p:nvGrpSpPr>
          <p:cNvPr id="1885" name="Group 1884">
            <a:extLst>
              <a:ext uri="{FF2B5EF4-FFF2-40B4-BE49-F238E27FC236}">
                <a16:creationId xmlns:a16="http://schemas.microsoft.com/office/drawing/2014/main" id="{7C367224-C320-C992-B708-77E7BB497612}"/>
              </a:ext>
            </a:extLst>
          </p:cNvPr>
          <p:cNvGrpSpPr/>
          <p:nvPr/>
        </p:nvGrpSpPr>
        <p:grpSpPr>
          <a:xfrm>
            <a:off x="39012487" y="12326099"/>
            <a:ext cx="3927070" cy="1010669"/>
            <a:chOff x="30135838" y="3066879"/>
            <a:chExt cx="2185453" cy="469299"/>
          </a:xfrm>
        </p:grpSpPr>
        <p:sp>
          <p:nvSpPr>
            <p:cNvPr id="1882" name="Rounded Rectangle 1881">
              <a:extLst>
                <a:ext uri="{FF2B5EF4-FFF2-40B4-BE49-F238E27FC236}">
                  <a16:creationId xmlns:a16="http://schemas.microsoft.com/office/drawing/2014/main" id="{7ACC1C0C-D7C5-EFBE-764A-D6B695D21874}"/>
                </a:ext>
              </a:extLst>
            </p:cNvPr>
            <p:cNvSpPr/>
            <p:nvPr/>
          </p:nvSpPr>
          <p:spPr>
            <a:xfrm>
              <a:off x="30165580" y="3066879"/>
              <a:ext cx="2155711" cy="469299"/>
            </a:xfrm>
            <a:prstGeom prst="roundRect">
              <a:avLst>
                <a:gd name="adj" fmla="val 37122"/>
              </a:avLst>
            </a:prstGeom>
            <a:solidFill>
              <a:srgbClr val="FFFDE9"/>
            </a:solidFill>
            <a:ln>
              <a:solidFill>
                <a:srgbClr val="EBB30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3882"/>
            </a:p>
          </p:txBody>
        </p:sp>
        <p:pic>
          <p:nvPicPr>
            <p:cNvPr id="1883" name="Picture 1882">
              <a:extLst>
                <a:ext uri="{FF2B5EF4-FFF2-40B4-BE49-F238E27FC236}">
                  <a16:creationId xmlns:a16="http://schemas.microsoft.com/office/drawing/2014/main" id="{7C73172A-F4D9-69E0-A4D6-CBC012127FAC}"/>
                </a:ext>
              </a:extLst>
            </p:cNvPr>
            <p:cNvPicPr>
              <a:picLocks noChangeAspect="1"/>
            </p:cNvPicPr>
            <p:nvPr/>
          </p:nvPicPr>
          <p:blipFill>
            <a:blip r:embed="rId96"/>
            <a:stretch>
              <a:fillRect/>
            </a:stretch>
          </p:blipFill>
          <p:spPr>
            <a:xfrm>
              <a:off x="31556325" y="3338968"/>
              <a:ext cx="701364" cy="163822"/>
            </a:xfrm>
            <a:prstGeom prst="rect">
              <a:avLst/>
            </a:prstGeom>
          </p:spPr>
        </p:pic>
        <p:sp>
          <p:nvSpPr>
            <p:cNvPr id="1884" name="TextBox 1883">
              <a:extLst>
                <a:ext uri="{FF2B5EF4-FFF2-40B4-BE49-F238E27FC236}">
                  <a16:creationId xmlns:a16="http://schemas.microsoft.com/office/drawing/2014/main" id="{20B97246-35EC-C4C6-6E1E-DADEB771B4D3}"/>
                </a:ext>
              </a:extLst>
            </p:cNvPr>
            <p:cNvSpPr txBox="1"/>
            <p:nvPr/>
          </p:nvSpPr>
          <p:spPr>
            <a:xfrm>
              <a:off x="30135838" y="3113102"/>
              <a:ext cx="1872727" cy="2568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3020" dirty="0">
                  <a:solidFill>
                    <a:srgbClr val="6C7180"/>
                  </a:solidFill>
                  <a:latin typeface="PT Mono" panose="02060509020205020204" pitchFamily="49" charset="77"/>
                </a:rPr>
                <a:t>[1, 4, 3, 7]</a:t>
              </a:r>
              <a:endParaRPr lang="en-CH" sz="3020" dirty="0">
                <a:solidFill>
                  <a:srgbClr val="6C7180"/>
                </a:solidFill>
                <a:latin typeface="PT Mono" panose="02060509020205020204" pitchFamily="49" charset="77"/>
              </a:endParaRPr>
            </a:p>
          </p:txBody>
        </p:sp>
      </p:grpSp>
      <p:pic>
        <p:nvPicPr>
          <p:cNvPr id="1889" name="Graphic 1888" descr="Badge Tick1 with solid fill">
            <a:extLst>
              <a:ext uri="{FF2B5EF4-FFF2-40B4-BE49-F238E27FC236}">
                <a16:creationId xmlns:a16="http://schemas.microsoft.com/office/drawing/2014/main" id="{541654FF-B8A9-5E39-B75E-FC8C119788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9"/>
              </a:ext>
            </a:extLst>
          </a:blip>
          <a:stretch>
            <a:fillRect/>
          </a:stretch>
        </p:blipFill>
        <p:spPr>
          <a:xfrm>
            <a:off x="36859897" y="3915344"/>
            <a:ext cx="524373" cy="524373"/>
          </a:xfrm>
          <a:prstGeom prst="rect">
            <a:avLst/>
          </a:prstGeom>
        </p:spPr>
      </p:pic>
      <p:pic>
        <p:nvPicPr>
          <p:cNvPr id="1891" name="Graphic 1890" descr="Badge Cross with solid fill">
            <a:extLst>
              <a:ext uri="{FF2B5EF4-FFF2-40B4-BE49-F238E27FC236}">
                <a16:creationId xmlns:a16="http://schemas.microsoft.com/office/drawing/2014/main" id="{2457B413-BDA2-25C7-0D55-6C2B708A9F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0"/>
              </a:ext>
            </a:extLst>
          </a:blip>
          <a:stretch>
            <a:fillRect/>
          </a:stretch>
        </p:blipFill>
        <p:spPr>
          <a:xfrm>
            <a:off x="38386263" y="13197478"/>
            <a:ext cx="681262" cy="681262"/>
          </a:xfrm>
          <a:prstGeom prst="rect">
            <a:avLst/>
          </a:prstGeom>
        </p:spPr>
      </p:pic>
      <p:pic>
        <p:nvPicPr>
          <p:cNvPr id="1898" name="Picture 1897">
            <a:extLst>
              <a:ext uri="{FF2B5EF4-FFF2-40B4-BE49-F238E27FC236}">
                <a16:creationId xmlns:a16="http://schemas.microsoft.com/office/drawing/2014/main" id="{920B0246-4216-8E70-997A-328FA97AC6C3}"/>
              </a:ext>
            </a:extLst>
          </p:cNvPr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34535090" y="5669794"/>
            <a:ext cx="2288270" cy="2288270"/>
          </a:xfrm>
          <a:prstGeom prst="rect">
            <a:avLst/>
          </a:prstGeom>
        </p:spPr>
      </p:pic>
      <p:pic>
        <p:nvPicPr>
          <p:cNvPr id="1899" name="Picture 1898">
            <a:extLst>
              <a:ext uri="{FF2B5EF4-FFF2-40B4-BE49-F238E27FC236}">
                <a16:creationId xmlns:a16="http://schemas.microsoft.com/office/drawing/2014/main" id="{89D6A526-4B5B-8098-2A93-D75AA320F9DA}"/>
              </a:ext>
            </a:extLst>
          </p:cNvPr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36936749" y="5665022"/>
            <a:ext cx="2288270" cy="2341487"/>
          </a:xfrm>
          <a:prstGeom prst="rect">
            <a:avLst/>
          </a:prstGeom>
        </p:spPr>
      </p:pic>
      <p:cxnSp>
        <p:nvCxnSpPr>
          <p:cNvPr id="1902" name="Curved Connector 1901">
            <a:extLst>
              <a:ext uri="{FF2B5EF4-FFF2-40B4-BE49-F238E27FC236}">
                <a16:creationId xmlns:a16="http://schemas.microsoft.com/office/drawing/2014/main" id="{6794CD10-4CBE-330A-31F3-DED36161C096}"/>
              </a:ext>
            </a:extLst>
          </p:cNvPr>
          <p:cNvCxnSpPr>
            <a:stCxn id="1810" idx="2"/>
          </p:cNvCxnSpPr>
          <p:nvPr/>
        </p:nvCxnSpPr>
        <p:spPr>
          <a:xfrm rot="5400000">
            <a:off x="38303272" y="4897553"/>
            <a:ext cx="940181" cy="774198"/>
          </a:xfrm>
          <a:prstGeom prst="curvedConnector3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tailEnd type="arrow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03" name="Curved Connector 1902">
            <a:extLst>
              <a:ext uri="{FF2B5EF4-FFF2-40B4-BE49-F238E27FC236}">
                <a16:creationId xmlns:a16="http://schemas.microsoft.com/office/drawing/2014/main" id="{F2FE10B9-3E27-C2AE-4205-439322D5429D}"/>
              </a:ext>
            </a:extLst>
          </p:cNvPr>
          <p:cNvCxnSpPr/>
          <p:nvPr/>
        </p:nvCxnSpPr>
        <p:spPr>
          <a:xfrm rot="5400000">
            <a:off x="36679112" y="8039098"/>
            <a:ext cx="940181" cy="774198"/>
          </a:xfrm>
          <a:prstGeom prst="curvedConnector3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tailEnd type="arrow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46" name="Group 2045">
            <a:extLst>
              <a:ext uri="{FF2B5EF4-FFF2-40B4-BE49-F238E27FC236}">
                <a16:creationId xmlns:a16="http://schemas.microsoft.com/office/drawing/2014/main" id="{D0F4F8EE-E46D-2E89-F0AF-68EA905616B4}"/>
              </a:ext>
            </a:extLst>
          </p:cNvPr>
          <p:cNvGrpSpPr/>
          <p:nvPr/>
        </p:nvGrpSpPr>
        <p:grpSpPr>
          <a:xfrm>
            <a:off x="23687756" y="12456828"/>
            <a:ext cx="4047488" cy="3080100"/>
            <a:chOff x="29962648" y="1005706"/>
            <a:chExt cx="2316242" cy="1201192"/>
          </a:xfrm>
        </p:grpSpPr>
        <p:sp>
          <p:nvSpPr>
            <p:cNvPr id="2047" name="Rounded Rectangle 2046">
              <a:extLst>
                <a:ext uri="{FF2B5EF4-FFF2-40B4-BE49-F238E27FC236}">
                  <a16:creationId xmlns:a16="http://schemas.microsoft.com/office/drawing/2014/main" id="{732838EA-0512-7E20-C1F4-9497D49EFC91}"/>
                </a:ext>
              </a:extLst>
            </p:cNvPr>
            <p:cNvSpPr/>
            <p:nvPr/>
          </p:nvSpPr>
          <p:spPr>
            <a:xfrm>
              <a:off x="29962648" y="1005706"/>
              <a:ext cx="2316240" cy="456742"/>
            </a:xfrm>
            <a:prstGeom prst="roundRect">
              <a:avLst>
                <a:gd name="adj" fmla="val 37122"/>
              </a:avLst>
            </a:prstGeom>
            <a:solidFill>
              <a:srgbClr val="EFF6FE"/>
            </a:solidFill>
            <a:ln>
              <a:solidFill>
                <a:srgbClr val="C4CCF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8626"/>
            </a:p>
          </p:txBody>
        </p:sp>
        <p:sp>
          <p:nvSpPr>
            <p:cNvPr id="2048" name="TextBox 2047">
              <a:extLst>
                <a:ext uri="{FF2B5EF4-FFF2-40B4-BE49-F238E27FC236}">
                  <a16:creationId xmlns:a16="http://schemas.microsoft.com/office/drawing/2014/main" id="{A0529E20-7BFD-4353-31F4-974F2C2A5701}"/>
                </a:ext>
              </a:extLst>
            </p:cNvPr>
            <p:cNvSpPr txBox="1"/>
            <p:nvPr/>
          </p:nvSpPr>
          <p:spPr>
            <a:xfrm>
              <a:off x="29962650" y="1070167"/>
              <a:ext cx="2316240" cy="5523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3020" dirty="0">
                  <a:solidFill>
                    <a:srgbClr val="5048DE"/>
                  </a:solidFill>
                  <a:latin typeface="PT Mono" panose="02060509020205020204" pitchFamily="49" charset="77"/>
                </a:rPr>
                <a:t>c</a:t>
              </a:r>
              <a:r>
                <a:rPr lang="en-CH" sz="3020" dirty="0">
                  <a:solidFill>
                    <a:srgbClr val="5048DE"/>
                  </a:solidFill>
                  <a:latin typeface="PT Mono" panose="02060509020205020204" pitchFamily="49" charset="77"/>
                </a:rPr>
                <a:t>ompare_and_swap(</a:t>
              </a:r>
              <a:r>
                <a:rPr lang="en-US" altLang="zh-CN" sz="3020" dirty="0">
                  <a:solidFill>
                    <a:srgbClr val="5048DE"/>
                  </a:solidFill>
                  <a:latin typeface="PT Mono" panose="02060509020205020204" pitchFamily="49" charset="77"/>
                </a:rPr>
                <a:t>4</a:t>
              </a:r>
              <a:r>
                <a:rPr lang="en-CH" sz="3020" dirty="0">
                  <a:solidFill>
                    <a:srgbClr val="5048DE"/>
                  </a:solidFill>
                  <a:latin typeface="PT Mono" panose="02060509020205020204" pitchFamily="49" charset="77"/>
                </a:rPr>
                <a:t>,1)</a:t>
              </a:r>
            </a:p>
            <a:p>
              <a:pPr algn="ctr"/>
              <a:endParaRPr lang="en-CH" sz="2589" dirty="0">
                <a:solidFill>
                  <a:srgbClr val="6C7180"/>
                </a:solidFill>
                <a:latin typeface="PT Mono" panose="02060509020205020204" pitchFamily="49" charset="77"/>
              </a:endParaRPr>
            </a:p>
          </p:txBody>
        </p:sp>
        <p:sp>
          <p:nvSpPr>
            <p:cNvPr id="2049" name="Rounded Rectangle 2048">
              <a:extLst>
                <a:ext uri="{FF2B5EF4-FFF2-40B4-BE49-F238E27FC236}">
                  <a16:creationId xmlns:a16="http://schemas.microsoft.com/office/drawing/2014/main" id="{1F382656-1D74-9F9E-7149-1C2119D36B98}"/>
                </a:ext>
              </a:extLst>
            </p:cNvPr>
            <p:cNvSpPr/>
            <p:nvPr/>
          </p:nvSpPr>
          <p:spPr>
            <a:xfrm>
              <a:off x="29962650" y="1590137"/>
              <a:ext cx="2316240" cy="456742"/>
            </a:xfrm>
            <a:prstGeom prst="roundRect">
              <a:avLst>
                <a:gd name="adj" fmla="val 37122"/>
              </a:avLst>
            </a:prstGeom>
            <a:solidFill>
              <a:srgbClr val="EFF6FE"/>
            </a:solidFill>
            <a:ln>
              <a:solidFill>
                <a:srgbClr val="C4CCF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8626"/>
            </a:p>
          </p:txBody>
        </p:sp>
        <p:sp>
          <p:nvSpPr>
            <p:cNvPr id="2050" name="TextBox 2049">
              <a:extLst>
                <a:ext uri="{FF2B5EF4-FFF2-40B4-BE49-F238E27FC236}">
                  <a16:creationId xmlns:a16="http://schemas.microsoft.com/office/drawing/2014/main" id="{87999FFE-AE12-EA31-481F-2982D0F356FC}"/>
                </a:ext>
              </a:extLst>
            </p:cNvPr>
            <p:cNvSpPr txBox="1"/>
            <p:nvPr/>
          </p:nvSpPr>
          <p:spPr>
            <a:xfrm>
              <a:off x="29962650" y="1654598"/>
              <a:ext cx="2316240" cy="5523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3020" dirty="0">
                  <a:solidFill>
                    <a:srgbClr val="5048DE"/>
                  </a:solidFill>
                  <a:latin typeface="PT Mono" panose="02060509020205020204" pitchFamily="49" charset="77"/>
                </a:rPr>
                <a:t>c</a:t>
              </a:r>
              <a:r>
                <a:rPr lang="en-CH" sz="3020" dirty="0">
                  <a:solidFill>
                    <a:srgbClr val="5048DE"/>
                  </a:solidFill>
                  <a:latin typeface="PT Mono" panose="02060509020205020204" pitchFamily="49" charset="77"/>
                </a:rPr>
                <a:t>ompare_and_swap(</a:t>
              </a:r>
              <a:r>
                <a:rPr lang="en-US" altLang="zh-CN" sz="3020" dirty="0">
                  <a:solidFill>
                    <a:srgbClr val="5048DE"/>
                  </a:solidFill>
                  <a:latin typeface="PT Mono" panose="02060509020205020204" pitchFamily="49" charset="77"/>
                </a:rPr>
                <a:t>7</a:t>
              </a:r>
              <a:r>
                <a:rPr lang="en-CH" sz="3020" dirty="0">
                  <a:solidFill>
                    <a:srgbClr val="5048DE"/>
                  </a:solidFill>
                  <a:latin typeface="PT Mono" panose="02060509020205020204" pitchFamily="49" charset="77"/>
                </a:rPr>
                <a:t>,</a:t>
              </a:r>
              <a:r>
                <a:rPr lang="en-US" altLang="zh-CN" sz="3020" dirty="0">
                  <a:solidFill>
                    <a:srgbClr val="5048DE"/>
                  </a:solidFill>
                  <a:latin typeface="PT Mono" panose="02060509020205020204" pitchFamily="49" charset="77"/>
                </a:rPr>
                <a:t>3</a:t>
              </a:r>
              <a:r>
                <a:rPr lang="en-CH" sz="3020" dirty="0">
                  <a:solidFill>
                    <a:srgbClr val="5048DE"/>
                  </a:solidFill>
                  <a:latin typeface="PT Mono" panose="02060509020205020204" pitchFamily="49" charset="77"/>
                </a:rPr>
                <a:t>)</a:t>
              </a:r>
            </a:p>
            <a:p>
              <a:pPr algn="ctr"/>
              <a:endParaRPr lang="en-CH" sz="2589" dirty="0">
                <a:solidFill>
                  <a:srgbClr val="6C7180"/>
                </a:solidFill>
                <a:latin typeface="PT Mono" panose="02060509020205020204" pitchFamily="49" charset="77"/>
              </a:endParaRPr>
            </a:p>
          </p:txBody>
        </p:sp>
      </p:grpSp>
      <p:grpSp>
        <p:nvGrpSpPr>
          <p:cNvPr id="2062" name="Group 2061">
            <a:extLst>
              <a:ext uri="{FF2B5EF4-FFF2-40B4-BE49-F238E27FC236}">
                <a16:creationId xmlns:a16="http://schemas.microsoft.com/office/drawing/2014/main" id="{EB4D6371-0E44-DB55-8795-906F3BD0017C}"/>
              </a:ext>
            </a:extLst>
          </p:cNvPr>
          <p:cNvGrpSpPr/>
          <p:nvPr/>
        </p:nvGrpSpPr>
        <p:grpSpPr>
          <a:xfrm>
            <a:off x="23695144" y="11788201"/>
            <a:ext cx="4053127" cy="537603"/>
            <a:chOff x="37025328" y="3069485"/>
            <a:chExt cx="2162454" cy="309843"/>
          </a:xfrm>
        </p:grpSpPr>
        <p:sp>
          <p:nvSpPr>
            <p:cNvPr id="1969" name="Rounded Rectangle 1968">
              <a:extLst>
                <a:ext uri="{FF2B5EF4-FFF2-40B4-BE49-F238E27FC236}">
                  <a16:creationId xmlns:a16="http://schemas.microsoft.com/office/drawing/2014/main" id="{9B38A5AC-5217-F88E-CA95-2F2FBB6E337D}"/>
                </a:ext>
              </a:extLst>
            </p:cNvPr>
            <p:cNvSpPr/>
            <p:nvPr/>
          </p:nvSpPr>
          <p:spPr>
            <a:xfrm>
              <a:off x="37067309" y="3088660"/>
              <a:ext cx="746886" cy="268311"/>
            </a:xfrm>
            <a:prstGeom prst="roundRect">
              <a:avLst/>
            </a:prstGeom>
            <a:solidFill>
              <a:srgbClr val="A855F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4745"/>
            </a:p>
          </p:txBody>
        </p:sp>
        <p:sp>
          <p:nvSpPr>
            <p:cNvPr id="1970" name="Rounded Rectangle 1969">
              <a:extLst>
                <a:ext uri="{FF2B5EF4-FFF2-40B4-BE49-F238E27FC236}">
                  <a16:creationId xmlns:a16="http://schemas.microsoft.com/office/drawing/2014/main" id="{99825660-2F4D-0912-C585-62C9A96C0396}"/>
                </a:ext>
              </a:extLst>
            </p:cNvPr>
            <p:cNvSpPr/>
            <p:nvPr/>
          </p:nvSpPr>
          <p:spPr>
            <a:xfrm>
              <a:off x="37025328" y="3069485"/>
              <a:ext cx="2162454" cy="309843"/>
            </a:xfrm>
            <a:prstGeom prst="roundRect">
              <a:avLst>
                <a:gd name="adj" fmla="val 25758"/>
              </a:avLst>
            </a:prstGeom>
            <a:noFill/>
            <a:ln>
              <a:solidFill>
                <a:srgbClr val="E6E7EC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4745">
                <a:solidFill>
                  <a:srgbClr val="6C7180"/>
                </a:solidFill>
              </a:endParaRPr>
            </a:p>
          </p:txBody>
        </p:sp>
        <p:sp>
          <p:nvSpPr>
            <p:cNvPr id="1987" name="TextBox 1986">
              <a:extLst>
                <a:ext uri="{FF2B5EF4-FFF2-40B4-BE49-F238E27FC236}">
                  <a16:creationId xmlns:a16="http://schemas.microsoft.com/office/drawing/2014/main" id="{A52FD3DD-883C-936E-993D-86BC56F0F52E}"/>
                </a:ext>
              </a:extLst>
            </p:cNvPr>
            <p:cNvSpPr txBox="1"/>
            <p:nvPr/>
          </p:nvSpPr>
          <p:spPr>
            <a:xfrm>
              <a:off x="37171698" y="3090235"/>
              <a:ext cx="578079" cy="2423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156" dirty="0">
                  <a:solidFill>
                    <a:schemeClr val="bg1"/>
                  </a:solidFill>
                  <a:latin typeface="PT Mono" panose="02060509020205020204" pitchFamily="49" charset="77"/>
                </a:rPr>
                <a:t>value</a:t>
              </a:r>
              <a:endParaRPr lang="en-CH" sz="2156" dirty="0">
                <a:solidFill>
                  <a:schemeClr val="bg1"/>
                </a:solidFill>
                <a:latin typeface="PT Mono" panose="02060509020205020204" pitchFamily="49" charset="77"/>
              </a:endParaRPr>
            </a:p>
          </p:txBody>
        </p:sp>
        <p:sp>
          <p:nvSpPr>
            <p:cNvPr id="1988" name="TextBox 1987">
              <a:extLst>
                <a:ext uri="{FF2B5EF4-FFF2-40B4-BE49-F238E27FC236}">
                  <a16:creationId xmlns:a16="http://schemas.microsoft.com/office/drawing/2014/main" id="{89D71379-0CF9-3E14-825D-5334F0AD5B01}"/>
                </a:ext>
              </a:extLst>
            </p:cNvPr>
            <p:cNvSpPr txBox="1"/>
            <p:nvPr/>
          </p:nvSpPr>
          <p:spPr>
            <a:xfrm>
              <a:off x="38444781" y="3096017"/>
              <a:ext cx="578079" cy="2423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156" dirty="0">
                  <a:solidFill>
                    <a:srgbClr val="6C7180"/>
                  </a:solidFill>
                  <a:latin typeface="PT Mono" panose="02060509020205020204" pitchFamily="49" charset="77"/>
                </a:rPr>
                <a:t>param</a:t>
              </a:r>
              <a:endParaRPr lang="en-CH" sz="2156" dirty="0">
                <a:solidFill>
                  <a:srgbClr val="6C7180"/>
                </a:solidFill>
                <a:latin typeface="PT Mono" panose="02060509020205020204" pitchFamily="49" charset="77"/>
              </a:endParaRPr>
            </a:p>
          </p:txBody>
        </p:sp>
        <p:sp>
          <p:nvSpPr>
            <p:cNvPr id="2008" name="TextBox 2007">
              <a:extLst>
                <a:ext uri="{FF2B5EF4-FFF2-40B4-BE49-F238E27FC236}">
                  <a16:creationId xmlns:a16="http://schemas.microsoft.com/office/drawing/2014/main" id="{2BE2E800-BDEA-99F7-13EC-E04EA9783780}"/>
                </a:ext>
              </a:extLst>
            </p:cNvPr>
            <p:cNvSpPr txBox="1"/>
            <p:nvPr/>
          </p:nvSpPr>
          <p:spPr>
            <a:xfrm>
              <a:off x="37815723" y="3103229"/>
              <a:ext cx="578079" cy="2423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156" dirty="0">
                  <a:solidFill>
                    <a:srgbClr val="6C7180"/>
                  </a:solidFill>
                  <a:latin typeface="PT Mono" panose="02060509020205020204" pitchFamily="49" charset="77"/>
                </a:rPr>
                <a:t>index</a:t>
              </a:r>
              <a:endParaRPr lang="en-CH" sz="2156" dirty="0">
                <a:solidFill>
                  <a:srgbClr val="6C7180"/>
                </a:solidFill>
                <a:latin typeface="PT Mono" panose="02060509020205020204" pitchFamily="49" charset="77"/>
              </a:endParaRPr>
            </a:p>
          </p:txBody>
        </p:sp>
      </p:grpSp>
      <p:pic>
        <p:nvPicPr>
          <p:cNvPr id="2063" name="Picture 2062">
            <a:extLst>
              <a:ext uri="{FF2B5EF4-FFF2-40B4-BE49-F238E27FC236}">
                <a16:creationId xmlns:a16="http://schemas.microsoft.com/office/drawing/2014/main" id="{890BD48C-B224-C75F-1A25-B8442F327F6D}"/>
              </a:ext>
            </a:extLst>
          </p:cNvPr>
          <p:cNvPicPr>
            <a:picLocks noChangeAspect="1"/>
          </p:cNvPicPr>
          <p:nvPr/>
        </p:nvPicPr>
        <p:blipFill>
          <a:blip r:embed="rId98"/>
          <a:srcRect l="-1" t="24127" r="3816" b="26287"/>
          <a:stretch>
            <a:fillRect/>
          </a:stretch>
        </p:blipFill>
        <p:spPr>
          <a:xfrm>
            <a:off x="21980072" y="12487389"/>
            <a:ext cx="1512566" cy="2537528"/>
          </a:xfrm>
          <a:prstGeom prst="rect">
            <a:avLst/>
          </a:prstGeom>
        </p:spPr>
      </p:pic>
      <p:pic>
        <p:nvPicPr>
          <p:cNvPr id="2065" name="Picture 2064" descr="A finger pointing at something&#10;&#10;AI-generated content may be incorrect.">
            <a:extLst>
              <a:ext uri="{FF2B5EF4-FFF2-40B4-BE49-F238E27FC236}">
                <a16:creationId xmlns:a16="http://schemas.microsoft.com/office/drawing/2014/main" id="{58433176-FA4F-E8DB-7565-E62FE2415244}"/>
              </a:ext>
            </a:extLst>
          </p:cNvPr>
          <p:cNvPicPr>
            <a:picLocks noChangeAspect="1"/>
          </p:cNvPicPr>
          <p:nvPr/>
        </p:nvPicPr>
        <p:blipFill>
          <a:blip r:embed="rId103"/>
          <a:srcRect l="26542" t="24623" r="10601" b="12215"/>
          <a:stretch>
            <a:fillRect/>
          </a:stretch>
        </p:blipFill>
        <p:spPr>
          <a:xfrm>
            <a:off x="26225404" y="10339580"/>
            <a:ext cx="4952909" cy="3317967"/>
          </a:xfrm>
          <a:prstGeom prst="rect">
            <a:avLst/>
          </a:prstGeom>
        </p:spPr>
      </p:pic>
      <p:sp>
        <p:nvSpPr>
          <p:cNvPr id="2068" name="Rounded Rectangle 2067">
            <a:extLst>
              <a:ext uri="{FF2B5EF4-FFF2-40B4-BE49-F238E27FC236}">
                <a16:creationId xmlns:a16="http://schemas.microsoft.com/office/drawing/2014/main" id="{DAB56E07-9F0A-7DEB-201D-C476956DBF09}"/>
              </a:ext>
            </a:extLst>
          </p:cNvPr>
          <p:cNvSpPr/>
          <p:nvPr/>
        </p:nvSpPr>
        <p:spPr>
          <a:xfrm>
            <a:off x="23193106" y="6275609"/>
            <a:ext cx="6458988" cy="4063970"/>
          </a:xfrm>
          <a:prstGeom prst="roundRect">
            <a:avLst/>
          </a:prstGeom>
          <a:solidFill>
            <a:srgbClr val="FBFBFB"/>
          </a:solidFill>
          <a:ln>
            <a:noFill/>
          </a:ln>
          <a:effectLst>
            <a:outerShdw blurRad="1047274" sx="95464" sy="95464" algn="ctr" rotWithShape="0">
              <a:prstClr val="black">
                <a:alpha val="14259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1941"/>
          </a:p>
        </p:txBody>
      </p:sp>
      <p:grpSp>
        <p:nvGrpSpPr>
          <p:cNvPr id="2069" name="Group 2068">
            <a:extLst>
              <a:ext uri="{FF2B5EF4-FFF2-40B4-BE49-F238E27FC236}">
                <a16:creationId xmlns:a16="http://schemas.microsoft.com/office/drawing/2014/main" id="{C0524BF6-604D-C587-96C5-54DC4AF8A1F9}"/>
              </a:ext>
            </a:extLst>
          </p:cNvPr>
          <p:cNvGrpSpPr/>
          <p:nvPr/>
        </p:nvGrpSpPr>
        <p:grpSpPr>
          <a:xfrm>
            <a:off x="25105521" y="7338541"/>
            <a:ext cx="4047488" cy="3080100"/>
            <a:chOff x="29962648" y="1005706"/>
            <a:chExt cx="2316242" cy="1201192"/>
          </a:xfrm>
        </p:grpSpPr>
        <p:sp>
          <p:nvSpPr>
            <p:cNvPr id="2070" name="Rounded Rectangle 2069">
              <a:extLst>
                <a:ext uri="{FF2B5EF4-FFF2-40B4-BE49-F238E27FC236}">
                  <a16:creationId xmlns:a16="http://schemas.microsoft.com/office/drawing/2014/main" id="{51466C0D-AF1B-6BD7-0FAD-757C5BBDD6EB}"/>
                </a:ext>
              </a:extLst>
            </p:cNvPr>
            <p:cNvSpPr/>
            <p:nvPr/>
          </p:nvSpPr>
          <p:spPr>
            <a:xfrm>
              <a:off x="29962648" y="1005706"/>
              <a:ext cx="2316240" cy="456742"/>
            </a:xfrm>
            <a:prstGeom prst="roundRect">
              <a:avLst>
                <a:gd name="adj" fmla="val 37122"/>
              </a:avLst>
            </a:prstGeom>
            <a:solidFill>
              <a:srgbClr val="EFF6FE"/>
            </a:solidFill>
            <a:ln>
              <a:solidFill>
                <a:srgbClr val="C4CCF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8626"/>
            </a:p>
          </p:txBody>
        </p:sp>
        <p:sp>
          <p:nvSpPr>
            <p:cNvPr id="2071" name="TextBox 2070">
              <a:extLst>
                <a:ext uri="{FF2B5EF4-FFF2-40B4-BE49-F238E27FC236}">
                  <a16:creationId xmlns:a16="http://schemas.microsoft.com/office/drawing/2014/main" id="{6CF5C3A0-DCA0-3A51-88A4-9413D08D6BF2}"/>
                </a:ext>
              </a:extLst>
            </p:cNvPr>
            <p:cNvSpPr txBox="1"/>
            <p:nvPr/>
          </p:nvSpPr>
          <p:spPr>
            <a:xfrm>
              <a:off x="29962650" y="1070167"/>
              <a:ext cx="2316240" cy="5523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3020" dirty="0">
                  <a:solidFill>
                    <a:srgbClr val="5048DE"/>
                  </a:solidFill>
                  <a:latin typeface="PT Mono" panose="02060509020205020204" pitchFamily="49" charset="77"/>
                </a:rPr>
                <a:t>c</a:t>
              </a:r>
              <a:r>
                <a:rPr lang="en-CH" sz="3020" dirty="0">
                  <a:solidFill>
                    <a:srgbClr val="5048DE"/>
                  </a:solidFill>
                  <a:latin typeface="PT Mono" panose="02060509020205020204" pitchFamily="49" charset="77"/>
                </a:rPr>
                <a:t>ompare_and_swap(</a:t>
              </a:r>
              <a:r>
                <a:rPr lang="en-US" sz="2589" dirty="0">
                  <a:solidFill>
                    <a:srgbClr val="6C7180"/>
                  </a:solidFill>
                  <a:latin typeface="PT Mono" panose="02060509020205020204" pitchFamily="49" charset="77"/>
                </a:rPr>
                <a:t>a[0]</a:t>
              </a:r>
              <a:r>
                <a:rPr lang="en-CH" sz="2589" dirty="0">
                  <a:solidFill>
                    <a:srgbClr val="6C7180"/>
                  </a:solidFill>
                  <a:latin typeface="PT Mono" panose="02060509020205020204" pitchFamily="49" charset="77"/>
                </a:rPr>
                <a:t>,a[1]</a:t>
              </a:r>
              <a:r>
                <a:rPr lang="en-CH" sz="3020" dirty="0">
                  <a:solidFill>
                    <a:srgbClr val="5048DE"/>
                  </a:solidFill>
                  <a:latin typeface="PT Mono" panose="02060509020205020204" pitchFamily="49" charset="77"/>
                </a:rPr>
                <a:t>)</a:t>
              </a:r>
            </a:p>
            <a:p>
              <a:pPr algn="ctr"/>
              <a:endParaRPr lang="en-CH" sz="2589" dirty="0">
                <a:solidFill>
                  <a:srgbClr val="6C7180"/>
                </a:solidFill>
                <a:latin typeface="PT Mono" panose="02060509020205020204" pitchFamily="49" charset="77"/>
              </a:endParaRPr>
            </a:p>
          </p:txBody>
        </p:sp>
        <p:sp>
          <p:nvSpPr>
            <p:cNvPr id="2072" name="Rounded Rectangle 2071">
              <a:extLst>
                <a:ext uri="{FF2B5EF4-FFF2-40B4-BE49-F238E27FC236}">
                  <a16:creationId xmlns:a16="http://schemas.microsoft.com/office/drawing/2014/main" id="{D87C1706-6708-C44A-E332-DC1D1FE57380}"/>
                </a:ext>
              </a:extLst>
            </p:cNvPr>
            <p:cNvSpPr/>
            <p:nvPr/>
          </p:nvSpPr>
          <p:spPr>
            <a:xfrm>
              <a:off x="29962650" y="1590137"/>
              <a:ext cx="2316240" cy="456742"/>
            </a:xfrm>
            <a:prstGeom prst="roundRect">
              <a:avLst>
                <a:gd name="adj" fmla="val 37122"/>
              </a:avLst>
            </a:prstGeom>
            <a:solidFill>
              <a:srgbClr val="EFF6FE"/>
            </a:solidFill>
            <a:ln>
              <a:solidFill>
                <a:srgbClr val="C4CCF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8626"/>
            </a:p>
          </p:txBody>
        </p:sp>
        <p:sp>
          <p:nvSpPr>
            <p:cNvPr id="2073" name="TextBox 2072">
              <a:extLst>
                <a:ext uri="{FF2B5EF4-FFF2-40B4-BE49-F238E27FC236}">
                  <a16:creationId xmlns:a16="http://schemas.microsoft.com/office/drawing/2014/main" id="{79F3B2CE-670F-41A3-348B-222A0FFD9A4C}"/>
                </a:ext>
              </a:extLst>
            </p:cNvPr>
            <p:cNvSpPr txBox="1"/>
            <p:nvPr/>
          </p:nvSpPr>
          <p:spPr>
            <a:xfrm>
              <a:off x="29962650" y="1654598"/>
              <a:ext cx="2316240" cy="5523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3020" dirty="0">
                  <a:solidFill>
                    <a:srgbClr val="5048DE"/>
                  </a:solidFill>
                  <a:latin typeface="PT Mono" panose="02060509020205020204" pitchFamily="49" charset="77"/>
                </a:rPr>
                <a:t>c</a:t>
              </a:r>
              <a:r>
                <a:rPr lang="en-CH" sz="3020" dirty="0">
                  <a:solidFill>
                    <a:srgbClr val="5048DE"/>
                  </a:solidFill>
                  <a:latin typeface="PT Mono" panose="02060509020205020204" pitchFamily="49" charset="77"/>
                </a:rPr>
                <a:t>ompare_and_swap(</a:t>
              </a:r>
              <a:r>
                <a:rPr lang="en-CH" sz="2589" dirty="0">
                  <a:solidFill>
                    <a:srgbClr val="6C7180"/>
                  </a:solidFill>
                  <a:latin typeface="PT Mono" panose="02060509020205020204" pitchFamily="49" charset="77"/>
                </a:rPr>
                <a:t>a[</a:t>
              </a:r>
              <a:r>
                <a:rPr lang="en-US" sz="2589" dirty="0">
                  <a:solidFill>
                    <a:srgbClr val="6C7180"/>
                  </a:solidFill>
                  <a:latin typeface="PT Mono" panose="02060509020205020204" pitchFamily="49" charset="77"/>
                </a:rPr>
                <a:t>2</a:t>
              </a:r>
              <a:r>
                <a:rPr lang="en-US" altLang="zh-CN" sz="2589" dirty="0">
                  <a:solidFill>
                    <a:srgbClr val="6C7180"/>
                  </a:solidFill>
                  <a:latin typeface="PT Mono" panose="02060509020205020204" pitchFamily="49" charset="77"/>
                </a:rPr>
                <a:t>]</a:t>
              </a:r>
              <a:r>
                <a:rPr lang="en-CH" sz="2589" dirty="0">
                  <a:solidFill>
                    <a:srgbClr val="6C7180"/>
                  </a:solidFill>
                  <a:latin typeface="PT Mono" panose="02060509020205020204" pitchFamily="49" charset="77"/>
                </a:rPr>
                <a:t>,a[</a:t>
              </a:r>
              <a:r>
                <a:rPr lang="en-US" altLang="zh-CN" sz="2589" dirty="0">
                  <a:solidFill>
                    <a:srgbClr val="6C7180"/>
                  </a:solidFill>
                  <a:latin typeface="PT Mono" panose="02060509020205020204" pitchFamily="49" charset="77"/>
                </a:rPr>
                <a:t>3]</a:t>
              </a:r>
              <a:r>
                <a:rPr lang="en-CH" sz="3020" dirty="0">
                  <a:solidFill>
                    <a:srgbClr val="5048DE"/>
                  </a:solidFill>
                  <a:latin typeface="PT Mono" panose="02060509020205020204" pitchFamily="49" charset="77"/>
                </a:rPr>
                <a:t>)</a:t>
              </a:r>
            </a:p>
            <a:p>
              <a:pPr algn="ctr"/>
              <a:endParaRPr lang="en-CH" sz="2589" dirty="0">
                <a:solidFill>
                  <a:srgbClr val="6C7180"/>
                </a:solidFill>
                <a:latin typeface="PT Mono" panose="02060509020205020204" pitchFamily="49" charset="77"/>
              </a:endParaRPr>
            </a:p>
          </p:txBody>
        </p:sp>
      </p:grpSp>
      <p:grpSp>
        <p:nvGrpSpPr>
          <p:cNvPr id="2077" name="Group 2076">
            <a:extLst>
              <a:ext uri="{FF2B5EF4-FFF2-40B4-BE49-F238E27FC236}">
                <a16:creationId xmlns:a16="http://schemas.microsoft.com/office/drawing/2014/main" id="{3625ACCE-0FDD-53EC-19AD-E7A30F24A435}"/>
              </a:ext>
            </a:extLst>
          </p:cNvPr>
          <p:cNvGrpSpPr/>
          <p:nvPr/>
        </p:nvGrpSpPr>
        <p:grpSpPr>
          <a:xfrm>
            <a:off x="25112912" y="6669913"/>
            <a:ext cx="4053127" cy="537603"/>
            <a:chOff x="37025328" y="3069485"/>
            <a:chExt cx="2162454" cy="309843"/>
          </a:xfrm>
        </p:grpSpPr>
        <p:sp>
          <p:nvSpPr>
            <p:cNvPr id="2078" name="Rounded Rectangle 2077">
              <a:extLst>
                <a:ext uri="{FF2B5EF4-FFF2-40B4-BE49-F238E27FC236}">
                  <a16:creationId xmlns:a16="http://schemas.microsoft.com/office/drawing/2014/main" id="{56FC144E-B11A-5FD8-46AA-F7A71DC5F985}"/>
                </a:ext>
              </a:extLst>
            </p:cNvPr>
            <p:cNvSpPr/>
            <p:nvPr/>
          </p:nvSpPr>
          <p:spPr>
            <a:xfrm>
              <a:off x="37713401" y="3080792"/>
              <a:ext cx="746886" cy="268311"/>
            </a:xfrm>
            <a:prstGeom prst="roundRect">
              <a:avLst/>
            </a:prstGeom>
            <a:solidFill>
              <a:srgbClr val="A855F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4745"/>
            </a:p>
          </p:txBody>
        </p:sp>
        <p:sp>
          <p:nvSpPr>
            <p:cNvPr id="2079" name="Rounded Rectangle 2078">
              <a:extLst>
                <a:ext uri="{FF2B5EF4-FFF2-40B4-BE49-F238E27FC236}">
                  <a16:creationId xmlns:a16="http://schemas.microsoft.com/office/drawing/2014/main" id="{646329A7-B6D9-7090-7EF7-28634637115F}"/>
                </a:ext>
              </a:extLst>
            </p:cNvPr>
            <p:cNvSpPr/>
            <p:nvPr/>
          </p:nvSpPr>
          <p:spPr>
            <a:xfrm>
              <a:off x="37025328" y="3069485"/>
              <a:ext cx="2162454" cy="309843"/>
            </a:xfrm>
            <a:prstGeom prst="roundRect">
              <a:avLst>
                <a:gd name="adj" fmla="val 25758"/>
              </a:avLst>
            </a:prstGeom>
            <a:noFill/>
            <a:ln>
              <a:solidFill>
                <a:srgbClr val="E6E7EC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4745">
                <a:solidFill>
                  <a:srgbClr val="6C7180"/>
                </a:solidFill>
              </a:endParaRPr>
            </a:p>
          </p:txBody>
        </p:sp>
        <p:sp>
          <p:nvSpPr>
            <p:cNvPr id="2081" name="TextBox 2080">
              <a:extLst>
                <a:ext uri="{FF2B5EF4-FFF2-40B4-BE49-F238E27FC236}">
                  <a16:creationId xmlns:a16="http://schemas.microsoft.com/office/drawing/2014/main" id="{FC9D62E2-4775-9E51-F285-11BC2D46DF8F}"/>
                </a:ext>
              </a:extLst>
            </p:cNvPr>
            <p:cNvSpPr txBox="1"/>
            <p:nvPr/>
          </p:nvSpPr>
          <p:spPr>
            <a:xfrm>
              <a:off x="38444781" y="3096017"/>
              <a:ext cx="578079" cy="2423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156" dirty="0">
                  <a:solidFill>
                    <a:srgbClr val="6C7180"/>
                  </a:solidFill>
                  <a:latin typeface="PT Mono" panose="02060509020205020204" pitchFamily="49" charset="77"/>
                </a:rPr>
                <a:t>param</a:t>
              </a:r>
              <a:endParaRPr lang="en-CH" sz="2156" dirty="0">
                <a:solidFill>
                  <a:srgbClr val="6C7180"/>
                </a:solidFill>
                <a:latin typeface="PT Mono" panose="02060509020205020204" pitchFamily="49" charset="77"/>
              </a:endParaRPr>
            </a:p>
          </p:txBody>
        </p:sp>
        <p:sp>
          <p:nvSpPr>
            <p:cNvPr id="2082" name="TextBox 2081">
              <a:extLst>
                <a:ext uri="{FF2B5EF4-FFF2-40B4-BE49-F238E27FC236}">
                  <a16:creationId xmlns:a16="http://schemas.microsoft.com/office/drawing/2014/main" id="{2505E937-03FC-36CC-1317-22ADA6184F7C}"/>
                </a:ext>
              </a:extLst>
            </p:cNvPr>
            <p:cNvSpPr txBox="1"/>
            <p:nvPr/>
          </p:nvSpPr>
          <p:spPr>
            <a:xfrm>
              <a:off x="37815723" y="3103229"/>
              <a:ext cx="578079" cy="2423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156" dirty="0">
                  <a:solidFill>
                    <a:schemeClr val="bg1"/>
                  </a:solidFill>
                  <a:latin typeface="PT Mono" panose="02060509020205020204" pitchFamily="49" charset="77"/>
                </a:rPr>
                <a:t>index</a:t>
              </a:r>
              <a:endParaRPr lang="en-CH" sz="2156" dirty="0">
                <a:solidFill>
                  <a:schemeClr val="bg1"/>
                </a:solidFill>
                <a:latin typeface="PT Mono" panose="02060509020205020204" pitchFamily="49" charset="77"/>
              </a:endParaRPr>
            </a:p>
          </p:txBody>
        </p:sp>
      </p:grpSp>
      <p:pic>
        <p:nvPicPr>
          <p:cNvPr id="2083" name="Picture 2082">
            <a:extLst>
              <a:ext uri="{FF2B5EF4-FFF2-40B4-BE49-F238E27FC236}">
                <a16:creationId xmlns:a16="http://schemas.microsoft.com/office/drawing/2014/main" id="{37A3E903-CCE2-3F98-8059-70BA9B7FC8F2}"/>
              </a:ext>
            </a:extLst>
          </p:cNvPr>
          <p:cNvPicPr>
            <a:picLocks noChangeAspect="1"/>
          </p:cNvPicPr>
          <p:nvPr/>
        </p:nvPicPr>
        <p:blipFill>
          <a:blip r:embed="rId98"/>
          <a:srcRect l="-1" t="24127" r="3816" b="25259"/>
          <a:stretch>
            <a:fillRect/>
          </a:stretch>
        </p:blipFill>
        <p:spPr>
          <a:xfrm>
            <a:off x="23379926" y="7308156"/>
            <a:ext cx="1514018" cy="2592629"/>
          </a:xfrm>
          <a:prstGeom prst="rect">
            <a:avLst/>
          </a:prstGeom>
        </p:spPr>
      </p:pic>
      <p:sp>
        <p:nvSpPr>
          <p:cNvPr id="2084" name="TextBox 2083">
            <a:extLst>
              <a:ext uri="{FF2B5EF4-FFF2-40B4-BE49-F238E27FC236}">
                <a16:creationId xmlns:a16="http://schemas.microsoft.com/office/drawing/2014/main" id="{906B4B65-30AC-E12F-D870-EA2FDC7E437C}"/>
              </a:ext>
            </a:extLst>
          </p:cNvPr>
          <p:cNvSpPr txBox="1"/>
          <p:nvPr/>
        </p:nvSpPr>
        <p:spPr>
          <a:xfrm>
            <a:off x="25387255" y="6705921"/>
            <a:ext cx="1083505" cy="420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156" dirty="0">
                <a:solidFill>
                  <a:srgbClr val="6C7180"/>
                </a:solidFill>
                <a:latin typeface="PT Mono" panose="02060509020205020204" pitchFamily="49" charset="77"/>
              </a:rPr>
              <a:t>value</a:t>
            </a:r>
            <a:endParaRPr lang="en-CH" sz="2156" dirty="0">
              <a:solidFill>
                <a:srgbClr val="6C7180"/>
              </a:solidFill>
              <a:latin typeface="PT Mono" panose="02060509020205020204" pitchFamily="49" charset="77"/>
            </a:endParaRPr>
          </a:p>
        </p:txBody>
      </p:sp>
      <p:cxnSp>
        <p:nvCxnSpPr>
          <p:cNvPr id="2085" name="Curved Connector 2084">
            <a:extLst>
              <a:ext uri="{FF2B5EF4-FFF2-40B4-BE49-F238E27FC236}">
                <a16:creationId xmlns:a16="http://schemas.microsoft.com/office/drawing/2014/main" id="{54A66B75-9383-EA6E-B930-5C37B2A740B9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5153919" y="10659950"/>
            <a:ext cx="1448626" cy="700892"/>
          </a:xfrm>
          <a:prstGeom prst="curvedConnector3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tailEnd type="arrow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94" name="Oval 2093">
            <a:extLst>
              <a:ext uri="{FF2B5EF4-FFF2-40B4-BE49-F238E27FC236}">
                <a16:creationId xmlns:a16="http://schemas.microsoft.com/office/drawing/2014/main" id="{6AB91EB2-3369-008E-1F17-78D6D2E83253}"/>
              </a:ext>
            </a:extLst>
          </p:cNvPr>
          <p:cNvSpPr/>
          <p:nvPr/>
        </p:nvSpPr>
        <p:spPr>
          <a:xfrm>
            <a:off x="24138914" y="10704997"/>
            <a:ext cx="797503" cy="802664"/>
          </a:xfrm>
          <a:prstGeom prst="ellipse">
            <a:avLst/>
          </a:prstGeom>
          <a:solidFill>
            <a:srgbClr val="7030A0">
              <a:alpha val="5032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5176" dirty="0"/>
              <a:t>c</a:t>
            </a:r>
            <a:endParaRPr lang="en-CH" sz="1941" dirty="0"/>
          </a:p>
        </p:txBody>
      </p:sp>
      <p:sp>
        <p:nvSpPr>
          <p:cNvPr id="2095" name="Rounded Rectangle 2094">
            <a:extLst>
              <a:ext uri="{FF2B5EF4-FFF2-40B4-BE49-F238E27FC236}">
                <a16:creationId xmlns:a16="http://schemas.microsoft.com/office/drawing/2014/main" id="{B74CA045-753E-97CE-CCDD-453FF4723A39}"/>
              </a:ext>
            </a:extLst>
          </p:cNvPr>
          <p:cNvSpPr/>
          <p:nvPr/>
        </p:nvSpPr>
        <p:spPr>
          <a:xfrm>
            <a:off x="23735786" y="1228925"/>
            <a:ext cx="6458988" cy="4063970"/>
          </a:xfrm>
          <a:prstGeom prst="roundRect">
            <a:avLst/>
          </a:prstGeom>
          <a:solidFill>
            <a:srgbClr val="FBFBFB"/>
          </a:solidFill>
          <a:ln>
            <a:noFill/>
          </a:ln>
          <a:effectLst>
            <a:outerShdw blurRad="1047274" sx="95464" sy="95464" algn="ctr" rotWithShape="0">
              <a:prstClr val="black">
                <a:alpha val="14259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1941"/>
          </a:p>
        </p:txBody>
      </p:sp>
      <p:grpSp>
        <p:nvGrpSpPr>
          <p:cNvPr id="2096" name="Group 2095">
            <a:extLst>
              <a:ext uri="{FF2B5EF4-FFF2-40B4-BE49-F238E27FC236}">
                <a16:creationId xmlns:a16="http://schemas.microsoft.com/office/drawing/2014/main" id="{3D1426FB-F242-BA84-104C-07F010E9C33B}"/>
              </a:ext>
            </a:extLst>
          </p:cNvPr>
          <p:cNvGrpSpPr/>
          <p:nvPr/>
        </p:nvGrpSpPr>
        <p:grpSpPr>
          <a:xfrm>
            <a:off x="25648202" y="2375997"/>
            <a:ext cx="4047488" cy="3009655"/>
            <a:chOff x="29962648" y="1038519"/>
            <a:chExt cx="2316242" cy="1173720"/>
          </a:xfrm>
        </p:grpSpPr>
        <p:sp>
          <p:nvSpPr>
            <p:cNvPr id="2097" name="Rounded Rectangle 2096">
              <a:extLst>
                <a:ext uri="{FF2B5EF4-FFF2-40B4-BE49-F238E27FC236}">
                  <a16:creationId xmlns:a16="http://schemas.microsoft.com/office/drawing/2014/main" id="{2F937AE2-1A90-23CC-5F87-3C2A457930AE}"/>
                </a:ext>
              </a:extLst>
            </p:cNvPr>
            <p:cNvSpPr/>
            <p:nvPr/>
          </p:nvSpPr>
          <p:spPr>
            <a:xfrm>
              <a:off x="29962648" y="1038519"/>
              <a:ext cx="2316240" cy="459525"/>
            </a:xfrm>
            <a:prstGeom prst="roundRect">
              <a:avLst>
                <a:gd name="adj" fmla="val 37122"/>
              </a:avLst>
            </a:prstGeom>
            <a:solidFill>
              <a:srgbClr val="EFF6FE"/>
            </a:solidFill>
            <a:ln>
              <a:solidFill>
                <a:srgbClr val="C4CCF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8626" dirty="0"/>
            </a:p>
          </p:txBody>
        </p:sp>
        <p:sp>
          <p:nvSpPr>
            <p:cNvPr id="2098" name="TextBox 2097">
              <a:extLst>
                <a:ext uri="{FF2B5EF4-FFF2-40B4-BE49-F238E27FC236}">
                  <a16:creationId xmlns:a16="http://schemas.microsoft.com/office/drawing/2014/main" id="{35D996D8-0C89-DF96-D33F-0AA743E0A9D0}"/>
                </a:ext>
              </a:extLst>
            </p:cNvPr>
            <p:cNvSpPr txBox="1"/>
            <p:nvPr/>
          </p:nvSpPr>
          <p:spPr>
            <a:xfrm>
              <a:off x="29962650" y="1070167"/>
              <a:ext cx="2316240" cy="5523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3020" dirty="0">
                  <a:solidFill>
                    <a:srgbClr val="5048DE"/>
                  </a:solidFill>
                  <a:latin typeface="PT Mono" panose="02060509020205020204" pitchFamily="49" charset="77"/>
                </a:rPr>
                <a:t>c</a:t>
              </a:r>
              <a:r>
                <a:rPr lang="en-CH" sz="3020" dirty="0">
                  <a:solidFill>
                    <a:srgbClr val="5048DE"/>
                  </a:solidFill>
                  <a:latin typeface="PT Mono" panose="02060509020205020204" pitchFamily="49" charset="77"/>
                </a:rPr>
                <a:t>ompare_and_swap(</a:t>
              </a:r>
              <a:r>
                <a:rPr lang="en-US" sz="2589" dirty="0">
                  <a:solidFill>
                    <a:srgbClr val="6C7180"/>
                  </a:solidFill>
                  <a:latin typeface="PT Mono" panose="02060509020205020204" pitchFamily="49" charset="77"/>
                </a:rPr>
                <a:t>a[</a:t>
              </a:r>
              <a:r>
                <a:rPr lang="en-US" sz="2589" dirty="0" err="1">
                  <a:solidFill>
                    <a:srgbClr val="6C7180"/>
                  </a:solidFill>
                  <a:latin typeface="PT Mono" panose="02060509020205020204" pitchFamily="49" charset="77"/>
                </a:rPr>
                <a:t>i</a:t>
              </a:r>
              <a:r>
                <a:rPr lang="en-US" sz="2589" dirty="0">
                  <a:solidFill>
                    <a:srgbClr val="6C7180"/>
                  </a:solidFill>
                  <a:latin typeface="PT Mono" panose="02060509020205020204" pitchFamily="49" charset="77"/>
                </a:rPr>
                <a:t>]</a:t>
              </a:r>
              <a:r>
                <a:rPr lang="en-CH" sz="2589" dirty="0">
                  <a:solidFill>
                    <a:srgbClr val="6C7180"/>
                  </a:solidFill>
                  <a:latin typeface="PT Mono" panose="02060509020205020204" pitchFamily="49" charset="77"/>
                </a:rPr>
                <a:t>,a[i+1]</a:t>
              </a:r>
              <a:r>
                <a:rPr lang="en-CH" sz="3020" dirty="0">
                  <a:solidFill>
                    <a:srgbClr val="5048DE"/>
                  </a:solidFill>
                  <a:latin typeface="PT Mono" panose="02060509020205020204" pitchFamily="49" charset="77"/>
                </a:rPr>
                <a:t>)</a:t>
              </a:r>
            </a:p>
            <a:p>
              <a:pPr algn="ctr"/>
              <a:endParaRPr lang="en-CH" sz="2589" dirty="0">
                <a:solidFill>
                  <a:srgbClr val="6C7180"/>
                </a:solidFill>
                <a:latin typeface="PT Mono" panose="02060509020205020204" pitchFamily="49" charset="77"/>
              </a:endParaRPr>
            </a:p>
          </p:txBody>
        </p:sp>
        <p:sp>
          <p:nvSpPr>
            <p:cNvPr id="2099" name="Rounded Rectangle 2098">
              <a:extLst>
                <a:ext uri="{FF2B5EF4-FFF2-40B4-BE49-F238E27FC236}">
                  <a16:creationId xmlns:a16="http://schemas.microsoft.com/office/drawing/2014/main" id="{2E735A61-5F73-EE12-A9BA-86DF97D9F2A2}"/>
                </a:ext>
              </a:extLst>
            </p:cNvPr>
            <p:cNvSpPr/>
            <p:nvPr/>
          </p:nvSpPr>
          <p:spPr>
            <a:xfrm>
              <a:off x="29962650" y="1590137"/>
              <a:ext cx="2316240" cy="456742"/>
            </a:xfrm>
            <a:prstGeom prst="roundRect">
              <a:avLst>
                <a:gd name="adj" fmla="val 37122"/>
              </a:avLst>
            </a:prstGeom>
            <a:solidFill>
              <a:srgbClr val="EFF6FE"/>
            </a:solidFill>
            <a:ln>
              <a:solidFill>
                <a:srgbClr val="C4CCF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8626"/>
            </a:p>
          </p:txBody>
        </p:sp>
        <p:sp>
          <p:nvSpPr>
            <p:cNvPr id="2100" name="TextBox 2099">
              <a:extLst>
                <a:ext uri="{FF2B5EF4-FFF2-40B4-BE49-F238E27FC236}">
                  <a16:creationId xmlns:a16="http://schemas.microsoft.com/office/drawing/2014/main" id="{67155EBC-A708-5B14-5BED-7CA01E7E0F7F}"/>
                </a:ext>
              </a:extLst>
            </p:cNvPr>
            <p:cNvSpPr txBox="1"/>
            <p:nvPr/>
          </p:nvSpPr>
          <p:spPr>
            <a:xfrm>
              <a:off x="29962650" y="1659939"/>
              <a:ext cx="2316240" cy="5523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3020" dirty="0">
                  <a:solidFill>
                    <a:srgbClr val="5048DE"/>
                  </a:solidFill>
                  <a:latin typeface="PT Mono" panose="02060509020205020204" pitchFamily="49" charset="77"/>
                </a:rPr>
                <a:t>c</a:t>
              </a:r>
              <a:r>
                <a:rPr lang="en-CH" sz="3020" dirty="0">
                  <a:solidFill>
                    <a:srgbClr val="5048DE"/>
                  </a:solidFill>
                  <a:latin typeface="PT Mono" panose="02060509020205020204" pitchFamily="49" charset="77"/>
                </a:rPr>
                <a:t>ompare_and_swap(</a:t>
              </a:r>
              <a:r>
                <a:rPr lang="en-CH" sz="2589" dirty="0">
                  <a:solidFill>
                    <a:srgbClr val="6C7180"/>
                  </a:solidFill>
                  <a:latin typeface="PT Mono" panose="02060509020205020204" pitchFamily="49" charset="77"/>
                </a:rPr>
                <a:t>a[</a:t>
              </a:r>
              <a:r>
                <a:rPr lang="en-US" sz="2589" dirty="0" err="1">
                  <a:solidFill>
                    <a:srgbClr val="6C7180"/>
                  </a:solidFill>
                  <a:latin typeface="PT Mono" panose="02060509020205020204" pitchFamily="49" charset="77"/>
                </a:rPr>
                <a:t>i</a:t>
              </a:r>
              <a:r>
                <a:rPr lang="en-US" altLang="zh-CN" sz="2589" dirty="0">
                  <a:solidFill>
                    <a:srgbClr val="6C7180"/>
                  </a:solidFill>
                  <a:latin typeface="PT Mono" panose="02060509020205020204" pitchFamily="49" charset="77"/>
                </a:rPr>
                <a:t>]</a:t>
              </a:r>
              <a:r>
                <a:rPr lang="en-CH" sz="2589" dirty="0">
                  <a:solidFill>
                    <a:srgbClr val="6C7180"/>
                  </a:solidFill>
                  <a:latin typeface="PT Mono" panose="02060509020205020204" pitchFamily="49" charset="77"/>
                </a:rPr>
                <a:t>,a[</a:t>
              </a:r>
              <a:r>
                <a:rPr lang="en-US" sz="2589" dirty="0">
                  <a:solidFill>
                    <a:srgbClr val="6C7180"/>
                  </a:solidFill>
                  <a:latin typeface="PT Mono" panose="02060509020205020204" pitchFamily="49" charset="77"/>
                </a:rPr>
                <a:t>i+1</a:t>
              </a:r>
              <a:r>
                <a:rPr lang="en-US" altLang="zh-CN" sz="2589" dirty="0">
                  <a:solidFill>
                    <a:srgbClr val="6C7180"/>
                  </a:solidFill>
                  <a:latin typeface="PT Mono" panose="02060509020205020204" pitchFamily="49" charset="77"/>
                </a:rPr>
                <a:t>]</a:t>
              </a:r>
              <a:r>
                <a:rPr lang="en-CH" sz="3020" dirty="0">
                  <a:solidFill>
                    <a:srgbClr val="5048DE"/>
                  </a:solidFill>
                  <a:latin typeface="PT Mono" panose="02060509020205020204" pitchFamily="49" charset="77"/>
                </a:rPr>
                <a:t>)</a:t>
              </a:r>
            </a:p>
            <a:p>
              <a:pPr algn="ctr"/>
              <a:endParaRPr lang="en-CH" sz="2589" dirty="0">
                <a:solidFill>
                  <a:srgbClr val="6C7180"/>
                </a:solidFill>
                <a:latin typeface="PT Mono" panose="02060509020205020204" pitchFamily="49" charset="77"/>
              </a:endParaRPr>
            </a:p>
          </p:txBody>
        </p:sp>
      </p:grpSp>
      <p:grpSp>
        <p:nvGrpSpPr>
          <p:cNvPr id="2101" name="Group 2100">
            <a:extLst>
              <a:ext uri="{FF2B5EF4-FFF2-40B4-BE49-F238E27FC236}">
                <a16:creationId xmlns:a16="http://schemas.microsoft.com/office/drawing/2014/main" id="{C4AB18E3-4D97-88C7-25C7-01E9DD88318A}"/>
              </a:ext>
            </a:extLst>
          </p:cNvPr>
          <p:cNvGrpSpPr/>
          <p:nvPr/>
        </p:nvGrpSpPr>
        <p:grpSpPr>
          <a:xfrm>
            <a:off x="25655591" y="1527377"/>
            <a:ext cx="4053127" cy="537604"/>
            <a:chOff x="37025328" y="3069485"/>
            <a:chExt cx="2162454" cy="309843"/>
          </a:xfrm>
        </p:grpSpPr>
        <p:sp>
          <p:nvSpPr>
            <p:cNvPr id="2102" name="Rounded Rectangle 2101">
              <a:extLst>
                <a:ext uri="{FF2B5EF4-FFF2-40B4-BE49-F238E27FC236}">
                  <a16:creationId xmlns:a16="http://schemas.microsoft.com/office/drawing/2014/main" id="{61228E1F-0C4F-A6FE-D2AF-BF30B36581E5}"/>
                </a:ext>
              </a:extLst>
            </p:cNvPr>
            <p:cNvSpPr/>
            <p:nvPr/>
          </p:nvSpPr>
          <p:spPr>
            <a:xfrm>
              <a:off x="38401154" y="3078140"/>
              <a:ext cx="746886" cy="268311"/>
            </a:xfrm>
            <a:prstGeom prst="roundRect">
              <a:avLst/>
            </a:prstGeom>
            <a:solidFill>
              <a:srgbClr val="A855F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4745"/>
            </a:p>
          </p:txBody>
        </p:sp>
        <p:sp>
          <p:nvSpPr>
            <p:cNvPr id="2103" name="Rounded Rectangle 2102">
              <a:extLst>
                <a:ext uri="{FF2B5EF4-FFF2-40B4-BE49-F238E27FC236}">
                  <a16:creationId xmlns:a16="http://schemas.microsoft.com/office/drawing/2014/main" id="{8D79222C-0A32-C458-FE9F-6AD8D9970B03}"/>
                </a:ext>
              </a:extLst>
            </p:cNvPr>
            <p:cNvSpPr/>
            <p:nvPr/>
          </p:nvSpPr>
          <p:spPr>
            <a:xfrm>
              <a:off x="37025328" y="3069485"/>
              <a:ext cx="2162454" cy="309843"/>
            </a:xfrm>
            <a:prstGeom prst="roundRect">
              <a:avLst>
                <a:gd name="adj" fmla="val 25758"/>
              </a:avLst>
            </a:prstGeom>
            <a:noFill/>
            <a:ln>
              <a:solidFill>
                <a:srgbClr val="E6E7EC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4745">
                <a:solidFill>
                  <a:srgbClr val="6C7180"/>
                </a:solidFill>
              </a:endParaRPr>
            </a:p>
          </p:txBody>
        </p:sp>
        <p:sp>
          <p:nvSpPr>
            <p:cNvPr id="2104" name="TextBox 2103">
              <a:extLst>
                <a:ext uri="{FF2B5EF4-FFF2-40B4-BE49-F238E27FC236}">
                  <a16:creationId xmlns:a16="http://schemas.microsoft.com/office/drawing/2014/main" id="{8F492430-B9AF-718B-0323-5C07287FA4E5}"/>
                </a:ext>
              </a:extLst>
            </p:cNvPr>
            <p:cNvSpPr txBox="1"/>
            <p:nvPr/>
          </p:nvSpPr>
          <p:spPr>
            <a:xfrm>
              <a:off x="38444781" y="3096017"/>
              <a:ext cx="578079" cy="2423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156" dirty="0">
                  <a:solidFill>
                    <a:schemeClr val="bg1"/>
                  </a:solidFill>
                  <a:latin typeface="PT Mono" panose="02060509020205020204" pitchFamily="49" charset="77"/>
                </a:rPr>
                <a:t>param</a:t>
              </a:r>
              <a:endParaRPr lang="en-CH" sz="2156" dirty="0">
                <a:solidFill>
                  <a:schemeClr val="bg1"/>
                </a:solidFill>
                <a:latin typeface="PT Mono" panose="02060509020205020204" pitchFamily="49" charset="77"/>
              </a:endParaRPr>
            </a:p>
          </p:txBody>
        </p:sp>
      </p:grpSp>
      <p:pic>
        <p:nvPicPr>
          <p:cNvPr id="2106" name="Picture 2105">
            <a:extLst>
              <a:ext uri="{FF2B5EF4-FFF2-40B4-BE49-F238E27FC236}">
                <a16:creationId xmlns:a16="http://schemas.microsoft.com/office/drawing/2014/main" id="{14BC22A9-81BD-3E81-198B-B67ED77E6252}"/>
              </a:ext>
            </a:extLst>
          </p:cNvPr>
          <p:cNvPicPr>
            <a:picLocks noChangeAspect="1"/>
          </p:cNvPicPr>
          <p:nvPr/>
        </p:nvPicPr>
        <p:blipFill>
          <a:blip r:embed="rId98"/>
          <a:srcRect l="-1" t="24127" r="3816" b="25259"/>
          <a:stretch>
            <a:fillRect/>
          </a:stretch>
        </p:blipFill>
        <p:spPr>
          <a:xfrm>
            <a:off x="23983011" y="2381933"/>
            <a:ext cx="1472429" cy="2521409"/>
          </a:xfrm>
          <a:prstGeom prst="rect">
            <a:avLst/>
          </a:prstGeom>
        </p:spPr>
      </p:pic>
      <p:sp>
        <p:nvSpPr>
          <p:cNvPr id="2107" name="TextBox 2106">
            <a:extLst>
              <a:ext uri="{FF2B5EF4-FFF2-40B4-BE49-F238E27FC236}">
                <a16:creationId xmlns:a16="http://schemas.microsoft.com/office/drawing/2014/main" id="{577771AD-AE20-0BD0-D3EC-009DE9036A7D}"/>
              </a:ext>
            </a:extLst>
          </p:cNvPr>
          <p:cNvSpPr txBox="1"/>
          <p:nvPr/>
        </p:nvSpPr>
        <p:spPr>
          <a:xfrm>
            <a:off x="25929936" y="1577068"/>
            <a:ext cx="1083505" cy="420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156" dirty="0">
                <a:solidFill>
                  <a:srgbClr val="6C7180"/>
                </a:solidFill>
                <a:latin typeface="PT Mono" panose="02060509020205020204" pitchFamily="49" charset="77"/>
              </a:rPr>
              <a:t>value</a:t>
            </a:r>
            <a:endParaRPr lang="en-CH" sz="2156" dirty="0">
              <a:solidFill>
                <a:srgbClr val="6C7180"/>
              </a:solidFill>
              <a:latin typeface="PT Mono" panose="02060509020205020204" pitchFamily="49" charset="77"/>
            </a:endParaRPr>
          </a:p>
        </p:txBody>
      </p:sp>
      <p:cxnSp>
        <p:nvCxnSpPr>
          <p:cNvPr id="2108" name="Curved Connector 2107">
            <a:extLst>
              <a:ext uri="{FF2B5EF4-FFF2-40B4-BE49-F238E27FC236}">
                <a16:creationId xmlns:a16="http://schemas.microsoft.com/office/drawing/2014/main" id="{18C63E0E-4F6C-DE2A-204E-FBB918F2E566}"/>
              </a:ext>
            </a:extLst>
          </p:cNvPr>
          <p:cNvCxnSpPr>
            <a:cxnSpLocks/>
            <a:stCxn id="2081" idx="0"/>
            <a:endCxn id="2100" idx="2"/>
          </p:cNvCxnSpPr>
          <p:nvPr/>
        </p:nvCxnSpPr>
        <p:spPr>
          <a:xfrm rot="16200000" flipV="1">
            <a:off x="27328412" y="5729189"/>
            <a:ext cx="1330296" cy="643222"/>
          </a:xfrm>
          <a:prstGeom prst="curvedConnector3">
            <a:avLst>
              <a:gd name="adj1" fmla="val 50000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tailEnd type="arrow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11" name="TextBox 2110">
            <a:extLst>
              <a:ext uri="{FF2B5EF4-FFF2-40B4-BE49-F238E27FC236}">
                <a16:creationId xmlns:a16="http://schemas.microsoft.com/office/drawing/2014/main" id="{FFAFBC4B-34E1-5D66-19ED-060F068CD03E}"/>
              </a:ext>
            </a:extLst>
          </p:cNvPr>
          <p:cNvSpPr txBox="1"/>
          <p:nvPr/>
        </p:nvSpPr>
        <p:spPr>
          <a:xfrm>
            <a:off x="27137043" y="1585920"/>
            <a:ext cx="1083505" cy="420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156" dirty="0">
                <a:solidFill>
                  <a:srgbClr val="6C7180"/>
                </a:solidFill>
                <a:latin typeface="PT Mono" panose="02060509020205020204" pitchFamily="49" charset="77"/>
              </a:rPr>
              <a:t>index</a:t>
            </a:r>
            <a:endParaRPr lang="en-CH" sz="2156" dirty="0">
              <a:solidFill>
                <a:srgbClr val="6C7180"/>
              </a:solidFill>
              <a:latin typeface="PT Mono" panose="02060509020205020204" pitchFamily="49" charset="77"/>
            </a:endParaRPr>
          </a:p>
        </p:txBody>
      </p:sp>
      <p:grpSp>
        <p:nvGrpSpPr>
          <p:cNvPr id="2112" name="Group 2111">
            <a:extLst>
              <a:ext uri="{FF2B5EF4-FFF2-40B4-BE49-F238E27FC236}">
                <a16:creationId xmlns:a16="http://schemas.microsoft.com/office/drawing/2014/main" id="{218DACF6-A0D5-3079-E132-E0E60527FDBE}"/>
              </a:ext>
            </a:extLst>
          </p:cNvPr>
          <p:cNvGrpSpPr/>
          <p:nvPr/>
        </p:nvGrpSpPr>
        <p:grpSpPr>
          <a:xfrm>
            <a:off x="27265793" y="2169393"/>
            <a:ext cx="1192228" cy="387245"/>
            <a:chOff x="27901170" y="168114"/>
            <a:chExt cx="678381" cy="206822"/>
          </a:xfrm>
        </p:grpSpPr>
        <p:sp>
          <p:nvSpPr>
            <p:cNvPr id="2025" name="Rounded Rectangle 2024">
              <a:extLst>
                <a:ext uri="{FF2B5EF4-FFF2-40B4-BE49-F238E27FC236}">
                  <a16:creationId xmlns:a16="http://schemas.microsoft.com/office/drawing/2014/main" id="{30F2CEFA-9645-3E6B-EA07-7DDCF57565BA}"/>
                </a:ext>
              </a:extLst>
            </p:cNvPr>
            <p:cNvSpPr/>
            <p:nvPr/>
          </p:nvSpPr>
          <p:spPr>
            <a:xfrm>
              <a:off x="27901170" y="178079"/>
              <a:ext cx="399929" cy="195513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rgbClr val="C5CCF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5176" dirty="0"/>
            </a:p>
          </p:txBody>
        </p:sp>
        <p:sp>
          <p:nvSpPr>
            <p:cNvPr id="2026" name="TextBox 2025">
              <a:extLst>
                <a:ext uri="{FF2B5EF4-FFF2-40B4-BE49-F238E27FC236}">
                  <a16:creationId xmlns:a16="http://schemas.microsoft.com/office/drawing/2014/main" id="{180B6853-54BD-5798-D38C-8A39D83571CB}"/>
                </a:ext>
              </a:extLst>
            </p:cNvPr>
            <p:cNvSpPr txBox="1"/>
            <p:nvPr/>
          </p:nvSpPr>
          <p:spPr>
            <a:xfrm>
              <a:off x="27904409" y="168114"/>
              <a:ext cx="675142" cy="2068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H" sz="1941" dirty="0">
                  <a:solidFill>
                    <a:srgbClr val="6466F2"/>
                  </a:solidFill>
                  <a:latin typeface="PT Mono" panose="02060509020205020204" pitchFamily="49" charset="77"/>
                </a:rPr>
                <a:t>i=0</a:t>
              </a:r>
              <a:endParaRPr lang="en-CH" sz="1941" dirty="0">
                <a:solidFill>
                  <a:srgbClr val="6466F2"/>
                </a:solidFill>
              </a:endParaRPr>
            </a:p>
          </p:txBody>
        </p:sp>
      </p:grpSp>
      <p:grpSp>
        <p:nvGrpSpPr>
          <p:cNvPr id="2113" name="Group 2112">
            <a:extLst>
              <a:ext uri="{FF2B5EF4-FFF2-40B4-BE49-F238E27FC236}">
                <a16:creationId xmlns:a16="http://schemas.microsoft.com/office/drawing/2014/main" id="{15645C3F-6C80-F04F-D7C7-0B1B445386DF}"/>
              </a:ext>
            </a:extLst>
          </p:cNvPr>
          <p:cNvGrpSpPr/>
          <p:nvPr/>
        </p:nvGrpSpPr>
        <p:grpSpPr>
          <a:xfrm>
            <a:off x="27296596" y="3642638"/>
            <a:ext cx="1192228" cy="387245"/>
            <a:chOff x="27901170" y="168114"/>
            <a:chExt cx="678381" cy="206822"/>
          </a:xfrm>
        </p:grpSpPr>
        <p:sp>
          <p:nvSpPr>
            <p:cNvPr id="2114" name="Rounded Rectangle 2113">
              <a:extLst>
                <a:ext uri="{FF2B5EF4-FFF2-40B4-BE49-F238E27FC236}">
                  <a16:creationId xmlns:a16="http://schemas.microsoft.com/office/drawing/2014/main" id="{37D1937E-C171-E30C-206A-BFB240E164C2}"/>
                </a:ext>
              </a:extLst>
            </p:cNvPr>
            <p:cNvSpPr/>
            <p:nvPr/>
          </p:nvSpPr>
          <p:spPr>
            <a:xfrm>
              <a:off x="27901170" y="178079"/>
              <a:ext cx="399929" cy="195513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rgbClr val="C5CCF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5176" dirty="0"/>
            </a:p>
          </p:txBody>
        </p:sp>
        <p:sp>
          <p:nvSpPr>
            <p:cNvPr id="2115" name="TextBox 2114">
              <a:extLst>
                <a:ext uri="{FF2B5EF4-FFF2-40B4-BE49-F238E27FC236}">
                  <a16:creationId xmlns:a16="http://schemas.microsoft.com/office/drawing/2014/main" id="{EFF8B89B-4141-D473-BC18-9994006F9CAD}"/>
                </a:ext>
              </a:extLst>
            </p:cNvPr>
            <p:cNvSpPr txBox="1"/>
            <p:nvPr/>
          </p:nvSpPr>
          <p:spPr>
            <a:xfrm>
              <a:off x="27904409" y="168114"/>
              <a:ext cx="675142" cy="2068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H" sz="1941" dirty="0">
                  <a:solidFill>
                    <a:srgbClr val="6466F2"/>
                  </a:solidFill>
                  <a:latin typeface="PT Mono" panose="02060509020205020204" pitchFamily="49" charset="77"/>
                </a:rPr>
                <a:t>i=2</a:t>
              </a:r>
              <a:endParaRPr lang="en-CH" sz="1941" dirty="0">
                <a:solidFill>
                  <a:srgbClr val="6466F2"/>
                </a:solidFill>
              </a:endParaRPr>
            </a:p>
          </p:txBody>
        </p:sp>
      </p:grpSp>
      <p:sp>
        <p:nvSpPr>
          <p:cNvPr id="2117" name="Freeform 2116">
            <a:extLst>
              <a:ext uri="{FF2B5EF4-FFF2-40B4-BE49-F238E27FC236}">
                <a16:creationId xmlns:a16="http://schemas.microsoft.com/office/drawing/2014/main" id="{923622C0-3E26-2D4B-D89A-9E01C2657A66}"/>
              </a:ext>
            </a:extLst>
          </p:cNvPr>
          <p:cNvSpPr/>
          <p:nvPr/>
        </p:nvSpPr>
        <p:spPr>
          <a:xfrm>
            <a:off x="8091279" y="885618"/>
            <a:ext cx="2516473" cy="14445196"/>
          </a:xfrm>
          <a:custGeom>
            <a:avLst/>
            <a:gdLst>
              <a:gd name="csX0" fmla="*/ 2121 w 2516473"/>
              <a:gd name="csY0" fmla="*/ 0 h 14445196"/>
              <a:gd name="csX1" fmla="*/ 51422 w 2516473"/>
              <a:gd name="csY1" fmla="*/ 3598973 h 14445196"/>
              <a:gd name="csX2" fmla="*/ 347228 w 2516473"/>
              <a:gd name="csY2" fmla="*/ 7050044 h 14445196"/>
              <a:gd name="csX3" fmla="*/ 1234646 w 2516473"/>
              <a:gd name="csY3" fmla="*/ 9120686 h 14445196"/>
              <a:gd name="csX4" fmla="*/ 2220666 w 2516473"/>
              <a:gd name="csY4" fmla="*/ 10501115 h 14445196"/>
              <a:gd name="csX5" fmla="*/ 2467171 w 2516473"/>
              <a:gd name="csY5" fmla="*/ 12325252 h 14445196"/>
              <a:gd name="csX6" fmla="*/ 2516473 w 2516473"/>
              <a:gd name="csY6" fmla="*/ 14445196 h 144451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516473" h="14445196" extrusionOk="0">
                <a:moveTo>
                  <a:pt x="2121" y="0"/>
                </a:moveTo>
                <a:cubicBezTo>
                  <a:pt x="-38216" y="1189637"/>
                  <a:pt x="-158080" y="2481008"/>
                  <a:pt x="51422" y="3598973"/>
                </a:cubicBezTo>
                <a:cubicBezTo>
                  <a:pt x="291208" y="4812353"/>
                  <a:pt x="-14105" y="6134977"/>
                  <a:pt x="347228" y="7050044"/>
                </a:cubicBezTo>
                <a:cubicBezTo>
                  <a:pt x="471084" y="8041958"/>
                  <a:pt x="914897" y="8587011"/>
                  <a:pt x="1234646" y="9120686"/>
                </a:cubicBezTo>
                <a:cubicBezTo>
                  <a:pt x="1480348" y="9659461"/>
                  <a:pt x="2095942" y="10005577"/>
                  <a:pt x="2220666" y="10501115"/>
                </a:cubicBezTo>
                <a:cubicBezTo>
                  <a:pt x="2507810" y="11044904"/>
                  <a:pt x="2423842" y="11655614"/>
                  <a:pt x="2467171" y="12325252"/>
                </a:cubicBezTo>
                <a:cubicBezTo>
                  <a:pt x="2417449" y="12967435"/>
                  <a:pt x="2507959" y="13721913"/>
                  <a:pt x="2516473" y="14445196"/>
                </a:cubicBezTo>
              </a:path>
            </a:pathLst>
          </a:custGeom>
          <a:noFill/>
          <a:ln w="69850" cmpd="sng">
            <a:solidFill>
              <a:schemeClr val="bg2">
                <a:lumMod val="90000"/>
              </a:schemeClr>
            </a:solidFill>
            <a:prstDash val="lg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1967 w 2333687"/>
                      <a:gd name="connsiteY0" fmla="*/ 0 h 13395960"/>
                      <a:gd name="connsiteX1" fmla="*/ 47687 w 2333687"/>
                      <a:gd name="connsiteY1" fmla="*/ 3337560 h 13395960"/>
                      <a:gd name="connsiteX2" fmla="*/ 322007 w 2333687"/>
                      <a:gd name="connsiteY2" fmla="*/ 6537960 h 13395960"/>
                      <a:gd name="connsiteX3" fmla="*/ 1144967 w 2333687"/>
                      <a:gd name="connsiteY3" fmla="*/ 8458200 h 13395960"/>
                      <a:gd name="connsiteX4" fmla="*/ 2059367 w 2333687"/>
                      <a:gd name="connsiteY4" fmla="*/ 9738360 h 13395960"/>
                      <a:gd name="connsiteX5" fmla="*/ 2287967 w 2333687"/>
                      <a:gd name="connsiteY5" fmla="*/ 11430000 h 13395960"/>
                      <a:gd name="connsiteX6" fmla="*/ 2333687 w 2333687"/>
                      <a:gd name="connsiteY6" fmla="*/ 13395960 h 133959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333687" h="13395960">
                        <a:moveTo>
                          <a:pt x="1967" y="0"/>
                        </a:moveTo>
                        <a:cubicBezTo>
                          <a:pt x="-1843" y="1123950"/>
                          <a:pt x="-5653" y="2247900"/>
                          <a:pt x="47687" y="3337560"/>
                        </a:cubicBezTo>
                        <a:cubicBezTo>
                          <a:pt x="101027" y="4427220"/>
                          <a:pt x="139127" y="5684520"/>
                          <a:pt x="322007" y="6537960"/>
                        </a:cubicBezTo>
                        <a:cubicBezTo>
                          <a:pt x="504887" y="7391400"/>
                          <a:pt x="855407" y="7924800"/>
                          <a:pt x="1144967" y="8458200"/>
                        </a:cubicBezTo>
                        <a:cubicBezTo>
                          <a:pt x="1434527" y="8991600"/>
                          <a:pt x="1868867" y="9243060"/>
                          <a:pt x="2059367" y="9738360"/>
                        </a:cubicBezTo>
                        <a:cubicBezTo>
                          <a:pt x="2249867" y="10233660"/>
                          <a:pt x="2242247" y="10820400"/>
                          <a:pt x="2287967" y="11430000"/>
                        </a:cubicBezTo>
                        <a:cubicBezTo>
                          <a:pt x="2333687" y="12039600"/>
                          <a:pt x="2333687" y="12717780"/>
                          <a:pt x="2333687" y="13395960"/>
                        </a:cubicBezTo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1941"/>
          </a:p>
        </p:txBody>
      </p:sp>
      <p:sp>
        <p:nvSpPr>
          <p:cNvPr id="2119" name="Freeform 2118">
            <a:extLst>
              <a:ext uri="{FF2B5EF4-FFF2-40B4-BE49-F238E27FC236}">
                <a16:creationId xmlns:a16="http://schemas.microsoft.com/office/drawing/2014/main" id="{A430C8C5-F705-35F9-9F7D-431CD1308E62}"/>
              </a:ext>
            </a:extLst>
          </p:cNvPr>
          <p:cNvSpPr/>
          <p:nvPr/>
        </p:nvSpPr>
        <p:spPr>
          <a:xfrm>
            <a:off x="20639674" y="877505"/>
            <a:ext cx="2371587" cy="14050788"/>
          </a:xfrm>
          <a:custGeom>
            <a:avLst/>
            <a:gdLst>
              <a:gd name="connsiteX0" fmla="*/ 2080416 w 2199325"/>
              <a:gd name="connsiteY0" fmla="*/ 0 h 13030200"/>
              <a:gd name="connsiteX1" fmla="*/ 2171856 w 2199325"/>
              <a:gd name="connsiteY1" fmla="*/ 2148840 h 13030200"/>
              <a:gd name="connsiteX2" fmla="*/ 2171856 w 2199325"/>
              <a:gd name="connsiteY2" fmla="*/ 4434840 h 13030200"/>
              <a:gd name="connsiteX3" fmla="*/ 1851816 w 2199325"/>
              <a:gd name="connsiteY3" fmla="*/ 5257800 h 13030200"/>
              <a:gd name="connsiteX4" fmla="*/ 1714656 w 2199325"/>
              <a:gd name="connsiteY4" fmla="*/ 8046720 h 13030200"/>
              <a:gd name="connsiteX5" fmla="*/ 1486056 w 2199325"/>
              <a:gd name="connsiteY5" fmla="*/ 8686800 h 13030200"/>
              <a:gd name="connsiteX6" fmla="*/ 388776 w 2199325"/>
              <a:gd name="connsiteY6" fmla="*/ 9144000 h 13030200"/>
              <a:gd name="connsiteX7" fmla="*/ 23016 w 2199325"/>
              <a:gd name="connsiteY7" fmla="*/ 11018520 h 13030200"/>
              <a:gd name="connsiteX8" fmla="*/ 68736 w 2199325"/>
              <a:gd name="connsiteY8" fmla="*/ 13030200 h 1303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99325" h="13030200">
                <a:moveTo>
                  <a:pt x="2080416" y="0"/>
                </a:moveTo>
                <a:cubicBezTo>
                  <a:pt x="2118516" y="704850"/>
                  <a:pt x="2156616" y="1409700"/>
                  <a:pt x="2171856" y="2148840"/>
                </a:cubicBezTo>
                <a:cubicBezTo>
                  <a:pt x="2187096" y="2887980"/>
                  <a:pt x="2225196" y="3916680"/>
                  <a:pt x="2171856" y="4434840"/>
                </a:cubicBezTo>
                <a:cubicBezTo>
                  <a:pt x="2118516" y="4953000"/>
                  <a:pt x="1928016" y="4655820"/>
                  <a:pt x="1851816" y="5257800"/>
                </a:cubicBezTo>
                <a:cubicBezTo>
                  <a:pt x="1775616" y="5859780"/>
                  <a:pt x="1775616" y="7475220"/>
                  <a:pt x="1714656" y="8046720"/>
                </a:cubicBezTo>
                <a:cubicBezTo>
                  <a:pt x="1653696" y="8618220"/>
                  <a:pt x="1707036" y="8503920"/>
                  <a:pt x="1486056" y="8686800"/>
                </a:cubicBezTo>
                <a:cubicBezTo>
                  <a:pt x="1265076" y="8869680"/>
                  <a:pt x="632616" y="8755380"/>
                  <a:pt x="388776" y="9144000"/>
                </a:cubicBezTo>
                <a:cubicBezTo>
                  <a:pt x="144936" y="9532620"/>
                  <a:pt x="76356" y="10370820"/>
                  <a:pt x="23016" y="11018520"/>
                </a:cubicBezTo>
                <a:cubicBezTo>
                  <a:pt x="-30324" y="11666220"/>
                  <a:pt x="19206" y="12348210"/>
                  <a:pt x="68736" y="13030200"/>
                </a:cubicBezTo>
              </a:path>
            </a:pathLst>
          </a:custGeom>
          <a:noFill/>
          <a:ln w="69850" cmpd="sng">
            <a:solidFill>
              <a:schemeClr val="bg2">
                <a:lumMod val="90000"/>
              </a:schemeClr>
            </a:solidFill>
            <a:prstDash val="lgDash"/>
            <a:extLst>
              <a:ext uri="{C807C97D-BFC1-408E-A445-0C87EB9F89A2}">
                <ask:lineSketchStyleProps xmlns:ask="http://schemas.microsoft.com/office/drawing/2018/sketchyshapes" sd="3541806559"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1941"/>
          </a:p>
        </p:txBody>
      </p:sp>
      <p:pic>
        <p:nvPicPr>
          <p:cNvPr id="1720" name="Picture 1719" descr="A finger pointing at something&#10;&#10;AI-generated content may be incorrect.">
            <a:extLst>
              <a:ext uri="{FF2B5EF4-FFF2-40B4-BE49-F238E27FC236}">
                <a16:creationId xmlns:a16="http://schemas.microsoft.com/office/drawing/2014/main" id="{C60925C9-58DD-C2D1-C7F7-3FB0EB032703}"/>
              </a:ext>
            </a:extLst>
          </p:cNvPr>
          <p:cNvPicPr>
            <a:picLocks noChangeAspect="1"/>
          </p:cNvPicPr>
          <p:nvPr/>
        </p:nvPicPr>
        <p:blipFill>
          <a:blip r:embed="rId86"/>
          <a:srcRect l="35177" t="18118" r="14261" b="11858"/>
          <a:stretch>
            <a:fillRect/>
          </a:stretch>
        </p:blipFill>
        <p:spPr>
          <a:xfrm>
            <a:off x="18263510" y="2773442"/>
            <a:ext cx="4237689" cy="3912488"/>
          </a:xfrm>
          <a:prstGeom prst="rect">
            <a:avLst/>
          </a:prstGeom>
        </p:spPr>
      </p:pic>
      <p:sp>
        <p:nvSpPr>
          <p:cNvPr id="2120" name="Freeform 2119">
            <a:extLst>
              <a:ext uri="{FF2B5EF4-FFF2-40B4-BE49-F238E27FC236}">
                <a16:creationId xmlns:a16="http://schemas.microsoft.com/office/drawing/2014/main" id="{56115387-EAAF-0776-C46B-F22B0F57DE1A}"/>
              </a:ext>
            </a:extLst>
          </p:cNvPr>
          <p:cNvSpPr/>
          <p:nvPr/>
        </p:nvSpPr>
        <p:spPr>
          <a:xfrm>
            <a:off x="31141846" y="831845"/>
            <a:ext cx="744316" cy="14297293"/>
          </a:xfrm>
          <a:custGeom>
            <a:avLst/>
            <a:gdLst>
              <a:gd name="connsiteX0" fmla="*/ 663856 w 690252"/>
              <a:gd name="connsiteY0" fmla="*/ 0 h 13258800"/>
              <a:gd name="connsiteX1" fmla="*/ 663856 w 690252"/>
              <a:gd name="connsiteY1" fmla="*/ 3383280 h 13258800"/>
              <a:gd name="connsiteX2" fmla="*/ 389536 w 690252"/>
              <a:gd name="connsiteY2" fmla="*/ 5029200 h 13258800"/>
              <a:gd name="connsiteX3" fmla="*/ 23776 w 690252"/>
              <a:gd name="connsiteY3" fmla="*/ 6263640 h 13258800"/>
              <a:gd name="connsiteX4" fmla="*/ 69496 w 690252"/>
              <a:gd name="connsiteY4" fmla="*/ 8503920 h 13258800"/>
              <a:gd name="connsiteX5" fmla="*/ 343816 w 690252"/>
              <a:gd name="connsiteY5" fmla="*/ 11109960 h 13258800"/>
              <a:gd name="connsiteX6" fmla="*/ 206656 w 690252"/>
              <a:gd name="connsiteY6" fmla="*/ 12893040 h 13258800"/>
              <a:gd name="connsiteX7" fmla="*/ 115216 w 690252"/>
              <a:gd name="connsiteY7" fmla="*/ 13258800 h 1325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0252" h="13258800">
                <a:moveTo>
                  <a:pt x="663856" y="0"/>
                </a:moveTo>
                <a:cubicBezTo>
                  <a:pt x="686716" y="1272540"/>
                  <a:pt x="709576" y="2545080"/>
                  <a:pt x="663856" y="3383280"/>
                </a:cubicBezTo>
                <a:cubicBezTo>
                  <a:pt x="618136" y="4221480"/>
                  <a:pt x="496216" y="4549140"/>
                  <a:pt x="389536" y="5029200"/>
                </a:cubicBezTo>
                <a:cubicBezTo>
                  <a:pt x="282856" y="5509260"/>
                  <a:pt x="77116" y="5684520"/>
                  <a:pt x="23776" y="6263640"/>
                </a:cubicBezTo>
                <a:cubicBezTo>
                  <a:pt x="-29564" y="6842760"/>
                  <a:pt x="16156" y="7696200"/>
                  <a:pt x="69496" y="8503920"/>
                </a:cubicBezTo>
                <a:cubicBezTo>
                  <a:pt x="122836" y="9311640"/>
                  <a:pt x="320956" y="10378440"/>
                  <a:pt x="343816" y="11109960"/>
                </a:cubicBezTo>
                <a:cubicBezTo>
                  <a:pt x="366676" y="11841480"/>
                  <a:pt x="244756" y="12534900"/>
                  <a:pt x="206656" y="12893040"/>
                </a:cubicBezTo>
                <a:cubicBezTo>
                  <a:pt x="168556" y="13251180"/>
                  <a:pt x="141886" y="13254990"/>
                  <a:pt x="115216" y="13258800"/>
                </a:cubicBezTo>
              </a:path>
            </a:pathLst>
          </a:custGeom>
          <a:noFill/>
          <a:ln w="69850" cmpd="sng">
            <a:solidFill>
              <a:schemeClr val="bg2">
                <a:lumMod val="90000"/>
              </a:schemeClr>
            </a:solidFill>
            <a:prstDash val="lgDash"/>
            <a:extLst>
              <a:ext uri="{C807C97D-BFC1-408E-A445-0C87EB9F89A2}">
                <ask:lineSketchStyleProps xmlns:ask="http://schemas.microsoft.com/office/drawing/2018/sketchyshapes" sd="2039655533"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1941"/>
          </a:p>
        </p:txBody>
      </p:sp>
    </p:spTree>
    <p:extLst>
      <p:ext uri="{BB962C8B-B14F-4D97-AF65-F5344CB8AC3E}">
        <p14:creationId xmlns:p14="http://schemas.microsoft.com/office/powerpoint/2010/main" val="3593523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1207</TotalTime>
  <Words>792</Words>
  <Application>Microsoft Macintosh PowerPoint</Application>
  <PresentationFormat>Custom</PresentationFormat>
  <Paragraphs>177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PT Mono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Yang Wu</dc:creator>
  <cp:lastModifiedBy>Yang Wu</cp:lastModifiedBy>
  <cp:revision>19</cp:revision>
  <dcterms:created xsi:type="dcterms:W3CDTF">2026-03-29T10:07:55Z</dcterms:created>
  <dcterms:modified xsi:type="dcterms:W3CDTF">2026-10-18T09:24:00Z</dcterms:modified>
</cp:coreProperties>
</file>