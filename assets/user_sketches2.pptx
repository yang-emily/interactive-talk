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</p:sldIdLst>
  <p:sldSz cx="8953500" cy="10458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22"/>
    <p:restoredTop sz="94658"/>
  </p:normalViewPr>
  <p:slideViewPr>
    <p:cSldViewPr snapToGrid="0">
      <p:cViewPr>
        <p:scale>
          <a:sx n="62" d="100"/>
          <a:sy n="62" d="100"/>
        </p:scale>
        <p:origin x="792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9:15:17.709"/>
    </inkml:context>
    <inkml:brush xml:id="br0">
      <inkml:brushProperty name="width" value="0.3" units="cm"/>
      <inkml:brushProperty name="height" value="0.6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 86,'49'0,"-1"0,-18 0,1 0,0 0,0 0,3 0,2 0,-4 0,-1 0,-3-4,3-1,-2 0,-3 2,-5 3,0 0,3-3,-3-1,-1 1,-5 0,4 2,-1-1,0-1,-1 0,-4-1,5 3,1 0,0 1,4 0,-3-3,0 0,-3-1,1 1,-5 3,6 0,-5 0,0 0,6 0,-6 0,4-5,-1 2,-4-2,9 2,-9-1,4 0,-1 1,-3 2,9 1,-9 0,4 0,-2 0,2 0,0 0,3 0,-9 0,9 0,-4 0,6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9:15:17.710"/>
    </inkml:context>
    <inkml:brush xml:id="br0">
      <inkml:brushProperty name="width" value="0.3" units="cm"/>
      <inkml:brushProperty name="height" value="0.6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0 18,'54'0,"-5"0,-23 0,0 0,3 0,-4 0,-1 0,2 0,-3 0,2 0,-2 0,3 0,-1 0,0 0,0 0,1 0,1 0,0 0,3 0,-3 0,3-4,-5-1,1 0,-3 2,-2 2,0 1,-3 0,0 0,-3 0,5 0,0 0,-1 0,-2 0,-1 0,0 0,2 0,5 0,-3 0,1 0,-2 0,-4 0,-1 0,6 0,-1 0,4 0,-4 0,-4 0,0 0,5 0,-6 0,3 0,1 0,-4 0,6 0,-5 0,-2 0,4 0,-4 0,7 0,-7 0,2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9:15:17.711"/>
    </inkml:context>
    <inkml:brush xml:id="br0">
      <inkml:brushProperty name="width" value="0.3" units="cm"/>
      <inkml:brushProperty name="height" value="0.6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 1,'40'0,"-3"0,-20 0,0 0,0 0,-1 0,-1 0,-1 3,7 0,-5 1,7-1,-6-3,0 0,-1 0,-1 0,5 0,-4 0,2 0,0 0,-4 0,4 0,7 0,-4 0,10 0,-6 0,1 0,4 0,1 0,0 0,0 0,-4 0,-1 0,-1 0,0 0,-1 0,-6 0,-1 0,1 0,-4 0,11 0,-5 0,-1 0,1 0,-4 0,5 0,5 0,4 0,1 0,0 0,0 0,-5 0,-3 0,-3 0,-1 0,2 0,7 0,2 0,4 0,3 0,-1 0,-4 0,-2 0,0 0,7 0,6 0,0 0,1 0,-11 0,-2 0,-7 0,-3 0,1 0,-1 0,3 0,1 0,0 0,1 0,-1 0,0 0,-3 0,-4 0,2 0,-2 0,5 0,1 0,-3 0,3 0,-3 0,3 0,-2 0,-4 0,2 0,-2 0,6 0,1 0,-5 0,4 0,-6 0,0 0,2 0,-3 0,6 0,2 0,-4 0,3 0,-4 0,-2 0,2 0,-3 0,1 0,0 0,-3 0,5 0,0 0,-1 0,0 0,-7 0,10 0,-4 0,6 0,0 0,-3 0,-1 0,3 0,-5 0,3 0,1 0,0 0,2 0,1 0,0 0,-4 0,-2 0,-7 0,6 0,-5 0,6 0,1 0,-4 0,4 0,-3 0,-3 0,3 0,1 0,-5 0,3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8T19:15:17.712"/>
    </inkml:context>
    <inkml:brush xml:id="br0">
      <inkml:brushProperty name="width" value="0.3" units="cm"/>
      <inkml:brushProperty name="height" value="0.6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0 1,'33'0,"-5"0,-19 0,0 0,4 0,-2 0,3 0,-3 0,-1 0,3 0,-2 0,1 0,1 0,-4 0,8 0,-7 0,5 0,-1 0,1 0,3 0,1 0,0 0,1 0,0 0,-1 0,1 0,-1 0,-3 0,-2 0,-4 0,3 0,0 0,1 0,3 0,-4 0,2 0,-1 0,-3 0,0 0,6 0,-4 0,6 0,-4 0,0 0,1 0,1 0,-2 0,-1 0,1 0,-3 0,5 0,1 0,0 0,5 0,0 0,3 0,-2 0,-1 0,0 0,0 0,1 0,-1 0,-3 0,0 0,-2 0,-2 0,3 0,0 0,5 0,2 0,6 0,1 0,1 0,-2 0,-8 0,-1 0,-1 0,2 0,3 0,0 0,1 0,-1 0,0 0,-3 0,-4 0,-1 0,1 0,3 0,0 0,0 0,0 0,-3 0,2 0,-3 0,0 0,4 0,-2 0,2 0,0 0,-2 0,1 0,-3 0,-3 0,-1 0,-1 0,0 0,-3 0,0 0,4 0,-4 0,3 0,0 0,-4 0,3 0,2 0,-4 0,3 0,0 0,-4 0,3 0,1 0,-4 0,6 0,-7 0,6 0,-3 0,4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30T16:14:37.20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ransparency" value="227"/>
      <inkml:brushProperty name="tip" value="rectangle"/>
      <inkml:brushProperty name="rasterOp" value="maskPen"/>
    </inkml:brush>
  </inkml:definitions>
  <inkml:trace contextRef="#ctx0" brushRef="#br0">1 86,'49'0,"-1"0,-18 0,1 0,0 0,0 0,3 0,2 0,-4 0,-1 0,-3-4,3-1,-2 0,-3 2,-5 3,0 0,3-3,-3-1,-1 1,-5 0,4 2,-1-1,0-1,-1 0,-4-1,5 3,1 0,0 1,4 0,-3-3,0 0,-3-1,1 1,-5 3,6 0,-5 0,0 0,6 0,-6 0,4-5,-1 2,-4-2,9 2,-9-1,4 0,-1 1,-3 2,9 1,-9 0,4 0,-2 0,2 0,0 0,3 0,-9 0,9 0,-4 0,6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30T16:15:47.22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ransparency" value="227"/>
      <inkml:brushProperty name="tip" value="rectangle"/>
      <inkml:brushProperty name="rasterOp" value="maskPen"/>
    </inkml:brush>
  </inkml:definitions>
  <inkml:trace contextRef="#ctx0" brushRef="#br0">1 86,'49'0,"-1"0,-18 0,1 0,0 0,0 0,3 0,2 0,-4 0,-1 0,-3-4,3-1,-2 0,-3 2,-5 3,0 0,3-3,-3-1,-1 1,-5 0,4 2,-1-1,0-1,-1 0,-4-1,5 3,1 0,0 1,4 0,-3-3,0 0,-3-1,1 1,-5 3,6 0,-5 0,0 0,6 0,-6 0,4-5,-1 2,-4-2,9 2,-9-1,4 0,-1 1,-3 2,9 1,-9 0,4 0,-2 0,2 0,0 0,3 0,-9 0,9 0,-4 0,6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1513" y="1711604"/>
            <a:ext cx="7610475" cy="3641090"/>
          </a:xfrm>
        </p:spPr>
        <p:txBody>
          <a:bodyPr anchor="b"/>
          <a:lstStyle>
            <a:lvl1pPr algn="ctr">
              <a:defRPr sz="587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9188" y="5493108"/>
            <a:ext cx="6715125" cy="2525037"/>
          </a:xfrm>
        </p:spPr>
        <p:txBody>
          <a:bodyPr/>
          <a:lstStyle>
            <a:lvl1pPr marL="0" indent="0" algn="ctr">
              <a:buNone/>
              <a:defRPr sz="2350"/>
            </a:lvl1pPr>
            <a:lvl2pPr marL="447690" indent="0" algn="ctr">
              <a:buNone/>
              <a:defRPr sz="1958"/>
            </a:lvl2pPr>
            <a:lvl3pPr marL="895380" indent="0" algn="ctr">
              <a:buNone/>
              <a:defRPr sz="1763"/>
            </a:lvl3pPr>
            <a:lvl4pPr marL="1343071" indent="0" algn="ctr">
              <a:buNone/>
              <a:defRPr sz="1567"/>
            </a:lvl4pPr>
            <a:lvl5pPr marL="1790761" indent="0" algn="ctr">
              <a:buNone/>
              <a:defRPr sz="1567"/>
            </a:lvl5pPr>
            <a:lvl6pPr marL="2238451" indent="0" algn="ctr">
              <a:buNone/>
              <a:defRPr sz="1567"/>
            </a:lvl6pPr>
            <a:lvl7pPr marL="2686141" indent="0" algn="ctr">
              <a:buNone/>
              <a:defRPr sz="1567"/>
            </a:lvl7pPr>
            <a:lvl8pPr marL="3133832" indent="0" algn="ctr">
              <a:buNone/>
              <a:defRPr sz="1567"/>
            </a:lvl8pPr>
            <a:lvl9pPr marL="3581522" indent="0" algn="ctr">
              <a:buNone/>
              <a:defRPr sz="156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15C6-7C56-E542-833D-D03F4D9BEB40}" type="datetimeFigureOut">
              <a:rPr lang="en-CH" smtClean="0"/>
              <a:t>30.03.2026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4486A-764F-FA4C-9CE9-9C52BC81991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0830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15C6-7C56-E542-833D-D03F4D9BEB40}" type="datetimeFigureOut">
              <a:rPr lang="en-CH" smtClean="0"/>
              <a:t>30.03.2026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4486A-764F-FA4C-9CE9-9C52BC81991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12068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890" y="2607353"/>
            <a:ext cx="7722394" cy="4350424"/>
          </a:xfrm>
        </p:spPr>
        <p:txBody>
          <a:bodyPr anchor="b"/>
          <a:lstStyle>
            <a:lvl1pPr>
              <a:defRPr sz="587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0890" y="6998933"/>
            <a:ext cx="7722394" cy="2287785"/>
          </a:xfrm>
        </p:spPr>
        <p:txBody>
          <a:bodyPr/>
          <a:lstStyle>
            <a:lvl1pPr marL="0" indent="0">
              <a:buNone/>
              <a:defRPr sz="2350">
                <a:solidFill>
                  <a:schemeClr val="tx1">
                    <a:tint val="82000"/>
                  </a:schemeClr>
                </a:solidFill>
              </a:defRPr>
            </a:lvl1pPr>
            <a:lvl2pPr marL="447690" indent="0">
              <a:buNone/>
              <a:defRPr sz="1958">
                <a:solidFill>
                  <a:schemeClr val="tx1">
                    <a:tint val="82000"/>
                  </a:schemeClr>
                </a:solidFill>
              </a:defRPr>
            </a:lvl2pPr>
            <a:lvl3pPr marL="895380" indent="0">
              <a:buNone/>
              <a:defRPr sz="1763">
                <a:solidFill>
                  <a:schemeClr val="tx1">
                    <a:tint val="82000"/>
                  </a:schemeClr>
                </a:solidFill>
              </a:defRPr>
            </a:lvl3pPr>
            <a:lvl4pPr marL="1343071" indent="0">
              <a:buNone/>
              <a:defRPr sz="1567">
                <a:solidFill>
                  <a:schemeClr val="tx1">
                    <a:tint val="82000"/>
                  </a:schemeClr>
                </a:solidFill>
              </a:defRPr>
            </a:lvl4pPr>
            <a:lvl5pPr marL="1790761" indent="0">
              <a:buNone/>
              <a:defRPr sz="1567">
                <a:solidFill>
                  <a:schemeClr val="tx1">
                    <a:tint val="82000"/>
                  </a:schemeClr>
                </a:solidFill>
              </a:defRPr>
            </a:lvl5pPr>
            <a:lvl6pPr marL="2238451" indent="0">
              <a:buNone/>
              <a:defRPr sz="1567">
                <a:solidFill>
                  <a:schemeClr val="tx1">
                    <a:tint val="82000"/>
                  </a:schemeClr>
                </a:solidFill>
              </a:defRPr>
            </a:lvl6pPr>
            <a:lvl7pPr marL="2686141" indent="0">
              <a:buNone/>
              <a:defRPr sz="1567">
                <a:solidFill>
                  <a:schemeClr val="tx1">
                    <a:tint val="82000"/>
                  </a:schemeClr>
                </a:solidFill>
              </a:defRPr>
            </a:lvl7pPr>
            <a:lvl8pPr marL="3133832" indent="0">
              <a:buNone/>
              <a:defRPr sz="1567">
                <a:solidFill>
                  <a:schemeClr val="tx1">
                    <a:tint val="82000"/>
                  </a:schemeClr>
                </a:solidFill>
              </a:defRPr>
            </a:lvl8pPr>
            <a:lvl9pPr marL="3581522" indent="0">
              <a:buNone/>
              <a:defRPr sz="15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15C6-7C56-E542-833D-D03F4D9BEB40}" type="datetimeFigureOut">
              <a:rPr lang="en-CH" smtClean="0"/>
              <a:t>30.03.2026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4486A-764F-FA4C-9CE9-9C52BC81991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72639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5553" y="2784078"/>
            <a:ext cx="3805238" cy="66357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2709" y="2784078"/>
            <a:ext cx="3805238" cy="66357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15C6-7C56-E542-833D-D03F4D9BEB40}" type="datetimeFigureOut">
              <a:rPr lang="en-CH" smtClean="0"/>
              <a:t>30.03.2026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4486A-764F-FA4C-9CE9-9C52BC81991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2644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719" y="556818"/>
            <a:ext cx="7722394" cy="202148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6720" y="2563773"/>
            <a:ext cx="3787750" cy="1256466"/>
          </a:xfrm>
        </p:spPr>
        <p:txBody>
          <a:bodyPr anchor="b"/>
          <a:lstStyle>
            <a:lvl1pPr marL="0" indent="0">
              <a:buNone/>
              <a:defRPr sz="2350" b="1"/>
            </a:lvl1pPr>
            <a:lvl2pPr marL="447690" indent="0">
              <a:buNone/>
              <a:defRPr sz="1958" b="1"/>
            </a:lvl2pPr>
            <a:lvl3pPr marL="895380" indent="0">
              <a:buNone/>
              <a:defRPr sz="1763" b="1"/>
            </a:lvl3pPr>
            <a:lvl4pPr marL="1343071" indent="0">
              <a:buNone/>
              <a:defRPr sz="1567" b="1"/>
            </a:lvl4pPr>
            <a:lvl5pPr marL="1790761" indent="0">
              <a:buNone/>
              <a:defRPr sz="1567" b="1"/>
            </a:lvl5pPr>
            <a:lvl6pPr marL="2238451" indent="0">
              <a:buNone/>
              <a:defRPr sz="1567" b="1"/>
            </a:lvl6pPr>
            <a:lvl7pPr marL="2686141" indent="0">
              <a:buNone/>
              <a:defRPr sz="1567" b="1"/>
            </a:lvl7pPr>
            <a:lvl8pPr marL="3133832" indent="0">
              <a:buNone/>
              <a:defRPr sz="1567" b="1"/>
            </a:lvl8pPr>
            <a:lvl9pPr marL="3581522" indent="0">
              <a:buNone/>
              <a:defRPr sz="156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720" y="3820239"/>
            <a:ext cx="3787750" cy="56189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2710" y="2563773"/>
            <a:ext cx="3806404" cy="1256466"/>
          </a:xfrm>
        </p:spPr>
        <p:txBody>
          <a:bodyPr anchor="b"/>
          <a:lstStyle>
            <a:lvl1pPr marL="0" indent="0">
              <a:buNone/>
              <a:defRPr sz="2350" b="1"/>
            </a:lvl1pPr>
            <a:lvl2pPr marL="447690" indent="0">
              <a:buNone/>
              <a:defRPr sz="1958" b="1"/>
            </a:lvl2pPr>
            <a:lvl3pPr marL="895380" indent="0">
              <a:buNone/>
              <a:defRPr sz="1763" b="1"/>
            </a:lvl3pPr>
            <a:lvl4pPr marL="1343071" indent="0">
              <a:buNone/>
              <a:defRPr sz="1567" b="1"/>
            </a:lvl4pPr>
            <a:lvl5pPr marL="1790761" indent="0">
              <a:buNone/>
              <a:defRPr sz="1567" b="1"/>
            </a:lvl5pPr>
            <a:lvl6pPr marL="2238451" indent="0">
              <a:buNone/>
              <a:defRPr sz="1567" b="1"/>
            </a:lvl6pPr>
            <a:lvl7pPr marL="2686141" indent="0">
              <a:buNone/>
              <a:defRPr sz="1567" b="1"/>
            </a:lvl7pPr>
            <a:lvl8pPr marL="3133832" indent="0">
              <a:buNone/>
              <a:defRPr sz="1567" b="1"/>
            </a:lvl8pPr>
            <a:lvl9pPr marL="3581522" indent="0">
              <a:buNone/>
              <a:defRPr sz="156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32710" y="3820239"/>
            <a:ext cx="3806404" cy="56189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15C6-7C56-E542-833D-D03F4D9BEB40}" type="datetimeFigureOut">
              <a:rPr lang="en-CH" smtClean="0"/>
              <a:t>30.03.2026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4486A-764F-FA4C-9CE9-9C52BC81991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40662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15C6-7C56-E542-833D-D03F4D9BEB40}" type="datetimeFigureOut">
              <a:rPr lang="en-CH" smtClean="0"/>
              <a:t>30.03.2026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4486A-764F-FA4C-9CE9-9C52BC81991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9738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15C6-7C56-E542-833D-D03F4D9BEB40}" type="datetimeFigureOut">
              <a:rPr lang="en-CH" smtClean="0"/>
              <a:t>30.03.2026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4486A-764F-FA4C-9CE9-9C52BC81991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6522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719" y="697230"/>
            <a:ext cx="2887737" cy="2440305"/>
          </a:xfrm>
        </p:spPr>
        <p:txBody>
          <a:bodyPr anchor="b"/>
          <a:lstStyle>
            <a:lvl1pPr>
              <a:defRPr sz="313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6404" y="1505825"/>
            <a:ext cx="4532709" cy="7432278"/>
          </a:xfrm>
        </p:spPr>
        <p:txBody>
          <a:bodyPr/>
          <a:lstStyle>
            <a:lvl1pPr>
              <a:defRPr sz="3133"/>
            </a:lvl1pPr>
            <a:lvl2pPr>
              <a:defRPr sz="2742"/>
            </a:lvl2pPr>
            <a:lvl3pPr>
              <a:defRPr sz="2350"/>
            </a:lvl3pPr>
            <a:lvl4pPr>
              <a:defRPr sz="1958"/>
            </a:lvl4pPr>
            <a:lvl5pPr>
              <a:defRPr sz="1958"/>
            </a:lvl5pPr>
            <a:lvl6pPr>
              <a:defRPr sz="1958"/>
            </a:lvl6pPr>
            <a:lvl7pPr>
              <a:defRPr sz="1958"/>
            </a:lvl7pPr>
            <a:lvl8pPr>
              <a:defRPr sz="1958"/>
            </a:lvl8pPr>
            <a:lvl9pPr>
              <a:defRPr sz="195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6719" y="3137535"/>
            <a:ext cx="2887737" cy="5812672"/>
          </a:xfrm>
        </p:spPr>
        <p:txBody>
          <a:bodyPr/>
          <a:lstStyle>
            <a:lvl1pPr marL="0" indent="0">
              <a:buNone/>
              <a:defRPr sz="1567"/>
            </a:lvl1pPr>
            <a:lvl2pPr marL="447690" indent="0">
              <a:buNone/>
              <a:defRPr sz="1371"/>
            </a:lvl2pPr>
            <a:lvl3pPr marL="895380" indent="0">
              <a:buNone/>
              <a:defRPr sz="1175"/>
            </a:lvl3pPr>
            <a:lvl4pPr marL="1343071" indent="0">
              <a:buNone/>
              <a:defRPr sz="979"/>
            </a:lvl4pPr>
            <a:lvl5pPr marL="1790761" indent="0">
              <a:buNone/>
              <a:defRPr sz="979"/>
            </a:lvl5pPr>
            <a:lvl6pPr marL="2238451" indent="0">
              <a:buNone/>
              <a:defRPr sz="979"/>
            </a:lvl6pPr>
            <a:lvl7pPr marL="2686141" indent="0">
              <a:buNone/>
              <a:defRPr sz="979"/>
            </a:lvl7pPr>
            <a:lvl8pPr marL="3133832" indent="0">
              <a:buNone/>
              <a:defRPr sz="979"/>
            </a:lvl8pPr>
            <a:lvl9pPr marL="3581522" indent="0">
              <a:buNone/>
              <a:defRPr sz="97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15C6-7C56-E542-833D-D03F4D9BEB40}" type="datetimeFigureOut">
              <a:rPr lang="en-CH" smtClean="0"/>
              <a:t>30.03.2026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4486A-764F-FA4C-9CE9-9C52BC81991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9229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719" y="697230"/>
            <a:ext cx="2887737" cy="2440305"/>
          </a:xfrm>
        </p:spPr>
        <p:txBody>
          <a:bodyPr anchor="b"/>
          <a:lstStyle>
            <a:lvl1pPr>
              <a:defRPr sz="313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06404" y="1505825"/>
            <a:ext cx="4532709" cy="7432278"/>
          </a:xfrm>
        </p:spPr>
        <p:txBody>
          <a:bodyPr anchor="t"/>
          <a:lstStyle>
            <a:lvl1pPr marL="0" indent="0">
              <a:buNone/>
              <a:defRPr sz="3133"/>
            </a:lvl1pPr>
            <a:lvl2pPr marL="447690" indent="0">
              <a:buNone/>
              <a:defRPr sz="2742"/>
            </a:lvl2pPr>
            <a:lvl3pPr marL="895380" indent="0">
              <a:buNone/>
              <a:defRPr sz="2350"/>
            </a:lvl3pPr>
            <a:lvl4pPr marL="1343071" indent="0">
              <a:buNone/>
              <a:defRPr sz="1958"/>
            </a:lvl4pPr>
            <a:lvl5pPr marL="1790761" indent="0">
              <a:buNone/>
              <a:defRPr sz="1958"/>
            </a:lvl5pPr>
            <a:lvl6pPr marL="2238451" indent="0">
              <a:buNone/>
              <a:defRPr sz="1958"/>
            </a:lvl6pPr>
            <a:lvl7pPr marL="2686141" indent="0">
              <a:buNone/>
              <a:defRPr sz="1958"/>
            </a:lvl7pPr>
            <a:lvl8pPr marL="3133832" indent="0">
              <a:buNone/>
              <a:defRPr sz="1958"/>
            </a:lvl8pPr>
            <a:lvl9pPr marL="3581522" indent="0">
              <a:buNone/>
              <a:defRPr sz="195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6719" y="3137535"/>
            <a:ext cx="2887737" cy="5812672"/>
          </a:xfrm>
        </p:spPr>
        <p:txBody>
          <a:bodyPr/>
          <a:lstStyle>
            <a:lvl1pPr marL="0" indent="0">
              <a:buNone/>
              <a:defRPr sz="1567"/>
            </a:lvl1pPr>
            <a:lvl2pPr marL="447690" indent="0">
              <a:buNone/>
              <a:defRPr sz="1371"/>
            </a:lvl2pPr>
            <a:lvl3pPr marL="895380" indent="0">
              <a:buNone/>
              <a:defRPr sz="1175"/>
            </a:lvl3pPr>
            <a:lvl4pPr marL="1343071" indent="0">
              <a:buNone/>
              <a:defRPr sz="979"/>
            </a:lvl4pPr>
            <a:lvl5pPr marL="1790761" indent="0">
              <a:buNone/>
              <a:defRPr sz="979"/>
            </a:lvl5pPr>
            <a:lvl6pPr marL="2238451" indent="0">
              <a:buNone/>
              <a:defRPr sz="979"/>
            </a:lvl6pPr>
            <a:lvl7pPr marL="2686141" indent="0">
              <a:buNone/>
              <a:defRPr sz="979"/>
            </a:lvl7pPr>
            <a:lvl8pPr marL="3133832" indent="0">
              <a:buNone/>
              <a:defRPr sz="979"/>
            </a:lvl8pPr>
            <a:lvl9pPr marL="3581522" indent="0">
              <a:buNone/>
              <a:defRPr sz="97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15C6-7C56-E542-833D-D03F4D9BEB40}" type="datetimeFigureOut">
              <a:rPr lang="en-CH" smtClean="0"/>
              <a:t>30.03.2026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4486A-764F-FA4C-9CE9-9C52BC81991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4356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15C6-7C56-E542-833D-D03F4D9BEB40}" type="datetimeFigureOut">
              <a:rPr lang="en-CH" smtClean="0"/>
              <a:t>30.03.2026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4486A-764F-FA4C-9CE9-9C52BC81991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79873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7349" y="556816"/>
            <a:ext cx="1930598" cy="886305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5553" y="556816"/>
            <a:ext cx="5679877" cy="886305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15C6-7C56-E542-833D-D03F4D9BEB40}" type="datetimeFigureOut">
              <a:rPr lang="en-CH" smtClean="0"/>
              <a:t>30.03.2026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4486A-764F-FA4C-9CE9-9C52BC81991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9194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5553" y="556818"/>
            <a:ext cx="7722394" cy="2021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5553" y="2784078"/>
            <a:ext cx="7722394" cy="6635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5553" y="9693436"/>
            <a:ext cx="2014538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815C6-7C56-E542-833D-D03F4D9BEB40}" type="datetimeFigureOut">
              <a:rPr lang="en-CH" smtClean="0"/>
              <a:t>30.03.2026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5847" y="9693436"/>
            <a:ext cx="3021806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23409" y="9693436"/>
            <a:ext cx="2014538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4486A-764F-FA4C-9CE9-9C52BC81991F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8326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895380" rtl="0" eaLnBrk="1" latinLnBrk="0" hangingPunct="1">
        <a:lnSpc>
          <a:spcPct val="90000"/>
        </a:lnSpc>
        <a:spcBef>
          <a:spcPct val="0"/>
        </a:spcBef>
        <a:buNone/>
        <a:defRPr sz="43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45" indent="-223845" algn="l" defTabSz="895380" rtl="0" eaLnBrk="1" latinLnBrk="0" hangingPunct="1">
        <a:lnSpc>
          <a:spcPct val="90000"/>
        </a:lnSpc>
        <a:spcBef>
          <a:spcPts val="979"/>
        </a:spcBef>
        <a:buFont typeface="Arial" panose="020B0604020202020204" pitchFamily="34" charset="0"/>
        <a:buChar char="•"/>
        <a:defRPr sz="2742" kern="1200">
          <a:solidFill>
            <a:schemeClr val="tx1"/>
          </a:solidFill>
          <a:latin typeface="+mn-lt"/>
          <a:ea typeface="+mn-ea"/>
          <a:cs typeface="+mn-cs"/>
        </a:defRPr>
      </a:lvl1pPr>
      <a:lvl2pPr marL="671535" indent="-223845" algn="l" defTabSz="895380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2350" kern="1200">
          <a:solidFill>
            <a:schemeClr val="tx1"/>
          </a:solidFill>
          <a:latin typeface="+mn-lt"/>
          <a:ea typeface="+mn-ea"/>
          <a:cs typeface="+mn-cs"/>
        </a:defRPr>
      </a:lvl2pPr>
      <a:lvl3pPr marL="1119226" indent="-223845" algn="l" defTabSz="895380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958" kern="1200">
          <a:solidFill>
            <a:schemeClr val="tx1"/>
          </a:solidFill>
          <a:latin typeface="+mn-lt"/>
          <a:ea typeface="+mn-ea"/>
          <a:cs typeface="+mn-cs"/>
        </a:defRPr>
      </a:lvl3pPr>
      <a:lvl4pPr marL="1566916" indent="-223845" algn="l" defTabSz="895380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3" kern="1200">
          <a:solidFill>
            <a:schemeClr val="tx1"/>
          </a:solidFill>
          <a:latin typeface="+mn-lt"/>
          <a:ea typeface="+mn-ea"/>
          <a:cs typeface="+mn-cs"/>
        </a:defRPr>
      </a:lvl4pPr>
      <a:lvl5pPr marL="2014606" indent="-223845" algn="l" defTabSz="895380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3" kern="1200">
          <a:solidFill>
            <a:schemeClr val="tx1"/>
          </a:solidFill>
          <a:latin typeface="+mn-lt"/>
          <a:ea typeface="+mn-ea"/>
          <a:cs typeface="+mn-cs"/>
        </a:defRPr>
      </a:lvl5pPr>
      <a:lvl6pPr marL="2462296" indent="-223845" algn="l" defTabSz="895380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3" kern="1200">
          <a:solidFill>
            <a:schemeClr val="tx1"/>
          </a:solidFill>
          <a:latin typeface="+mn-lt"/>
          <a:ea typeface="+mn-ea"/>
          <a:cs typeface="+mn-cs"/>
        </a:defRPr>
      </a:lvl6pPr>
      <a:lvl7pPr marL="2909987" indent="-223845" algn="l" defTabSz="895380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3" kern="1200">
          <a:solidFill>
            <a:schemeClr val="tx1"/>
          </a:solidFill>
          <a:latin typeface="+mn-lt"/>
          <a:ea typeface="+mn-ea"/>
          <a:cs typeface="+mn-cs"/>
        </a:defRPr>
      </a:lvl7pPr>
      <a:lvl8pPr marL="3357677" indent="-223845" algn="l" defTabSz="895380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3" kern="1200">
          <a:solidFill>
            <a:schemeClr val="tx1"/>
          </a:solidFill>
          <a:latin typeface="+mn-lt"/>
          <a:ea typeface="+mn-ea"/>
          <a:cs typeface="+mn-cs"/>
        </a:defRPr>
      </a:lvl8pPr>
      <a:lvl9pPr marL="3805367" indent="-223845" algn="l" defTabSz="895380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5380" rtl="0" eaLnBrk="1" latinLnBrk="0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1pPr>
      <a:lvl2pPr marL="447690" algn="l" defTabSz="895380" rtl="0" eaLnBrk="1" latinLnBrk="0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2pPr>
      <a:lvl3pPr marL="895380" algn="l" defTabSz="895380" rtl="0" eaLnBrk="1" latinLnBrk="0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3pPr>
      <a:lvl4pPr marL="1343071" algn="l" defTabSz="895380" rtl="0" eaLnBrk="1" latinLnBrk="0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4pPr>
      <a:lvl5pPr marL="1790761" algn="l" defTabSz="895380" rtl="0" eaLnBrk="1" latinLnBrk="0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5pPr>
      <a:lvl6pPr marL="2238451" algn="l" defTabSz="895380" rtl="0" eaLnBrk="1" latinLnBrk="0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6pPr>
      <a:lvl7pPr marL="2686141" algn="l" defTabSz="895380" rtl="0" eaLnBrk="1" latinLnBrk="0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7pPr>
      <a:lvl8pPr marL="3133832" algn="l" defTabSz="895380" rtl="0" eaLnBrk="1" latinLnBrk="0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8pPr>
      <a:lvl9pPr marL="3581522" algn="l" defTabSz="895380" rtl="0" eaLnBrk="1" latinLnBrk="0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9.png"/><Relationship Id="rId18" Type="http://schemas.openxmlformats.org/officeDocument/2006/relationships/image" Target="../media/image10.jpg"/><Relationship Id="rId26" Type="http://schemas.openxmlformats.org/officeDocument/2006/relationships/customXml" Target="../ink/ink6.xml"/><Relationship Id="rId3" Type="http://schemas.openxmlformats.org/officeDocument/2006/relationships/image" Target="../media/image2.jpg"/><Relationship Id="rId21" Type="http://schemas.openxmlformats.org/officeDocument/2006/relationships/image" Target="../media/image11.jpg"/><Relationship Id="rId7" Type="http://schemas.openxmlformats.org/officeDocument/2006/relationships/image" Target="../media/image5.jpg"/><Relationship Id="rId12" Type="http://schemas.openxmlformats.org/officeDocument/2006/relationships/customXml" Target="../ink/ink2.xml"/><Relationship Id="rId17" Type="http://schemas.openxmlformats.org/officeDocument/2006/relationships/image" Target="../media/image9.jpg"/><Relationship Id="rId25" Type="http://schemas.openxmlformats.org/officeDocument/2006/relationships/image" Target="../media/image15.png"/><Relationship Id="rId2" Type="http://schemas.openxmlformats.org/officeDocument/2006/relationships/image" Target="../media/image1.jpg"/><Relationship Id="rId16" Type="http://schemas.openxmlformats.org/officeDocument/2006/relationships/image" Target="../media/image8.jp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8.png"/><Relationship Id="rId24" Type="http://schemas.openxmlformats.org/officeDocument/2006/relationships/customXml" Target="../ink/ink5.xml"/><Relationship Id="rId5" Type="http://schemas.microsoft.com/office/2007/relationships/hdphoto" Target="../media/hdphoto1.wdp"/><Relationship Id="rId15" Type="http://schemas.openxmlformats.org/officeDocument/2006/relationships/image" Target="../media/image10.png"/><Relationship Id="rId23" Type="http://schemas.openxmlformats.org/officeDocument/2006/relationships/image" Target="../media/image13.jpg"/><Relationship Id="rId10" Type="http://schemas.openxmlformats.org/officeDocument/2006/relationships/customXml" Target="../ink/ink1.xml"/><Relationship Id="rId19" Type="http://schemas.openxmlformats.org/officeDocument/2006/relationships/customXml" Target="../ink/ink4.xml"/><Relationship Id="rId4" Type="http://schemas.openxmlformats.org/officeDocument/2006/relationships/image" Target="../media/image3.png"/><Relationship Id="rId9" Type="http://schemas.openxmlformats.org/officeDocument/2006/relationships/image" Target="../media/image7.jpg"/><Relationship Id="rId14" Type="http://schemas.openxmlformats.org/officeDocument/2006/relationships/customXml" Target="../ink/ink3.xml"/><Relationship Id="rId2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207" descr="A diagram of a flip diagram&#10;&#10;AI-generated content may be incorrect.">
            <a:extLst>
              <a:ext uri="{FF2B5EF4-FFF2-40B4-BE49-F238E27FC236}">
                <a16:creationId xmlns:a16="http://schemas.microsoft.com/office/drawing/2014/main" id="{1580CF03-C437-DED2-C312-67365C766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07" t="16592" r="13307" b="24357"/>
          <a:stretch>
            <a:fillRect/>
          </a:stretch>
        </p:blipFill>
        <p:spPr>
          <a:xfrm>
            <a:off x="7080214" y="2820368"/>
            <a:ext cx="1642240" cy="2650606"/>
          </a:xfrm>
          <a:prstGeom prst="rect">
            <a:avLst/>
          </a:prstGeom>
        </p:spPr>
      </p:pic>
      <p:pic>
        <p:nvPicPr>
          <p:cNvPr id="209" name="Picture 208" descr="A close-up of a white paper&#10;&#10;AI-generated content may be incorrect.">
            <a:extLst>
              <a:ext uri="{FF2B5EF4-FFF2-40B4-BE49-F238E27FC236}">
                <a16:creationId xmlns:a16="http://schemas.microsoft.com/office/drawing/2014/main" id="{EBB798AD-C187-30B7-6126-9F0D4F400D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0" t="10276" r="-1720" b="19307"/>
          <a:stretch>
            <a:fillRect/>
          </a:stretch>
        </p:blipFill>
        <p:spPr>
          <a:xfrm>
            <a:off x="4104173" y="2792404"/>
            <a:ext cx="2817148" cy="2937849"/>
          </a:xfrm>
          <a:prstGeom prst="rect">
            <a:avLst/>
          </a:prstGeom>
        </p:spPr>
      </p:pic>
      <p:pic>
        <p:nvPicPr>
          <p:cNvPr id="210" name="Picture 209" descr="A drawing of a bubble&#10;&#10;AI-generated content may be incorrect.">
            <a:extLst>
              <a:ext uri="{FF2B5EF4-FFF2-40B4-BE49-F238E27FC236}">
                <a16:creationId xmlns:a16="http://schemas.microsoft.com/office/drawing/2014/main" id="{83D03A09-7F67-38EA-60A4-19318E6173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20786"/>
          <a:stretch>
            <a:fillRect/>
          </a:stretch>
        </p:blipFill>
        <p:spPr>
          <a:xfrm>
            <a:off x="3987371" y="404813"/>
            <a:ext cx="2528676" cy="1199605"/>
          </a:xfrm>
          <a:prstGeom prst="rect">
            <a:avLst/>
          </a:prstGeom>
        </p:spPr>
      </p:pic>
      <p:pic>
        <p:nvPicPr>
          <p:cNvPr id="211" name="Picture 210" descr="A close-up of a white sheet&#10;&#10;AI-generated content may be incorrect.">
            <a:extLst>
              <a:ext uri="{FF2B5EF4-FFF2-40B4-BE49-F238E27FC236}">
                <a16:creationId xmlns:a16="http://schemas.microsoft.com/office/drawing/2014/main" id="{1E8EB915-6EA0-131D-4A91-EA8C8EB44E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" b="54240"/>
          <a:stretch>
            <a:fillRect/>
          </a:stretch>
        </p:blipFill>
        <p:spPr>
          <a:xfrm>
            <a:off x="6523226" y="413521"/>
            <a:ext cx="2331031" cy="1703029"/>
          </a:xfrm>
          <a:prstGeom prst="rect">
            <a:avLst/>
          </a:prstGeom>
        </p:spPr>
      </p:pic>
      <p:pic>
        <p:nvPicPr>
          <p:cNvPr id="212" name="Picture 211" descr="A close-up of a test&#10;&#10;AI-generated content may be incorrect.">
            <a:extLst>
              <a:ext uri="{FF2B5EF4-FFF2-40B4-BE49-F238E27FC236}">
                <a16:creationId xmlns:a16="http://schemas.microsoft.com/office/drawing/2014/main" id="{246A2A6E-D626-CE72-6CCA-F92200F90DB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730" t="37508" r="18490" b="39866"/>
          <a:stretch>
            <a:fillRect/>
          </a:stretch>
        </p:blipFill>
        <p:spPr>
          <a:xfrm>
            <a:off x="298646" y="2310111"/>
            <a:ext cx="3164114" cy="1551709"/>
          </a:xfrm>
          <a:prstGeom prst="rect">
            <a:avLst/>
          </a:prstGeom>
        </p:spPr>
      </p:pic>
      <p:pic>
        <p:nvPicPr>
          <p:cNvPr id="213" name="Picture 212" descr="A close-up of a test&#10;&#10;AI-generated content may be incorrect.">
            <a:extLst>
              <a:ext uri="{FF2B5EF4-FFF2-40B4-BE49-F238E27FC236}">
                <a16:creationId xmlns:a16="http://schemas.microsoft.com/office/drawing/2014/main" id="{998FDCAB-EFCC-8818-1B5E-350011ED4ED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6465" b="55352"/>
          <a:stretch>
            <a:fillRect/>
          </a:stretch>
        </p:blipFill>
        <p:spPr>
          <a:xfrm>
            <a:off x="178983" y="428566"/>
            <a:ext cx="3608808" cy="1525492"/>
          </a:xfrm>
          <a:prstGeom prst="rect">
            <a:avLst/>
          </a:prstGeom>
        </p:spPr>
      </p:pic>
      <p:sp>
        <p:nvSpPr>
          <p:cNvPr id="214" name="TextBox 213">
            <a:extLst>
              <a:ext uri="{FF2B5EF4-FFF2-40B4-BE49-F238E27FC236}">
                <a16:creationId xmlns:a16="http://schemas.microsoft.com/office/drawing/2014/main" id="{AC880572-A6E6-B463-97E3-CEC704E6D6AC}"/>
              </a:ext>
            </a:extLst>
          </p:cNvPr>
          <p:cNvSpPr txBox="1"/>
          <p:nvPr/>
        </p:nvSpPr>
        <p:spPr>
          <a:xfrm>
            <a:off x="691138" y="-78726"/>
            <a:ext cx="269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(a) Missed</a:t>
            </a:r>
            <a:r>
              <a:rPr lang="zh-CN" altLang="en-US" dirty="0"/>
              <a:t> </a:t>
            </a:r>
            <a:r>
              <a:rPr lang="en-GB" dirty="0"/>
              <a:t>Drawing Errors</a:t>
            </a:r>
            <a:endParaRPr lang="en-CH" dirty="0"/>
          </a:p>
        </p:txBody>
      </p:sp>
      <p:pic>
        <p:nvPicPr>
          <p:cNvPr id="215" name="Picture 214" descr="A close-up of a sheet of paper&#10;&#10;AI-generated content may be incorrect.">
            <a:extLst>
              <a:ext uri="{FF2B5EF4-FFF2-40B4-BE49-F238E27FC236}">
                <a16:creationId xmlns:a16="http://schemas.microsoft.com/office/drawing/2014/main" id="{F7229CF4-1983-F415-736F-6930FC9AA59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420" t="9897" r="56501" b="33065"/>
          <a:stretch>
            <a:fillRect/>
          </a:stretch>
        </p:blipFill>
        <p:spPr>
          <a:xfrm>
            <a:off x="2101068" y="6530741"/>
            <a:ext cx="1449064" cy="3552985"/>
          </a:xfrm>
          <a:prstGeom prst="rect">
            <a:avLst/>
          </a:prstGeom>
        </p:spPr>
      </p:pic>
      <p:sp>
        <p:nvSpPr>
          <p:cNvPr id="216" name="Rectangle 215">
            <a:extLst>
              <a:ext uri="{FF2B5EF4-FFF2-40B4-BE49-F238E27FC236}">
                <a16:creationId xmlns:a16="http://schemas.microsoft.com/office/drawing/2014/main" id="{9A87D295-27AC-4F13-67F7-CD0E021005E8}"/>
              </a:ext>
            </a:extLst>
          </p:cNvPr>
          <p:cNvSpPr/>
          <p:nvPr/>
        </p:nvSpPr>
        <p:spPr>
          <a:xfrm>
            <a:off x="2023065" y="3350867"/>
            <a:ext cx="1439694" cy="703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6542E02-1D02-F445-941F-705B3D7827F8}"/>
              </a:ext>
            </a:extLst>
          </p:cNvPr>
          <p:cNvSpPr txBox="1"/>
          <p:nvPr/>
        </p:nvSpPr>
        <p:spPr>
          <a:xfrm>
            <a:off x="4838411" y="-22479"/>
            <a:ext cx="3436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(b) Omission of Procedural Steps</a:t>
            </a:r>
            <a:endParaRPr lang="en-CH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13AB699-1FE1-9AE1-44E5-423B161BAE34}"/>
              </a:ext>
            </a:extLst>
          </p:cNvPr>
          <p:cNvSpPr txBox="1"/>
          <p:nvPr/>
        </p:nvSpPr>
        <p:spPr>
          <a:xfrm>
            <a:off x="5612629" y="164628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P08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9F8ED726-6A9C-2CBF-CBDD-991B40240747}"/>
                  </a:ext>
                </a:extLst>
              </p14:cNvPr>
              <p14:cNvContentPartPr/>
              <p14:nvPr/>
            </p14:nvContentPartPr>
            <p14:xfrm>
              <a:off x="703594" y="1402951"/>
              <a:ext cx="447120" cy="3132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9F8ED726-6A9C-2CBF-CBDD-991B4024074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9594" y="1294951"/>
                <a:ext cx="5547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673A539F-BC56-D635-B7C9-6D22014619E6}"/>
                  </a:ext>
                </a:extLst>
              </p14:cNvPr>
              <p14:cNvContentPartPr/>
              <p14:nvPr/>
            </p14:nvContentPartPr>
            <p14:xfrm>
              <a:off x="746307" y="1724806"/>
              <a:ext cx="476640" cy="648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673A539F-BC56-D635-B7C9-6D22014619E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2307" y="1622490"/>
                <a:ext cx="584280" cy="210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2F9CF879-DDFB-B410-AE2D-016548CE4EDB}"/>
                  </a:ext>
                </a:extLst>
              </p14:cNvPr>
              <p14:cNvContentPartPr/>
              <p14:nvPr/>
            </p14:nvContentPartPr>
            <p14:xfrm>
              <a:off x="370558" y="3385867"/>
              <a:ext cx="1181880" cy="50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2F9CF879-DDFB-B410-AE2D-016548CE4E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6558" y="3277867"/>
                <a:ext cx="1289520" cy="220680"/>
              </a:xfrm>
              <a:prstGeom prst="rect">
                <a:avLst/>
              </a:prstGeom>
            </p:spPr>
          </p:pic>
        </mc:Fallback>
      </mc:AlternateContent>
      <p:sp>
        <p:nvSpPr>
          <p:cNvPr id="222" name="Rectangle 221">
            <a:extLst>
              <a:ext uri="{FF2B5EF4-FFF2-40B4-BE49-F238E27FC236}">
                <a16:creationId xmlns:a16="http://schemas.microsoft.com/office/drawing/2014/main" id="{3A95DEF5-7BCB-E6E8-D268-5199210CA8D4}"/>
              </a:ext>
            </a:extLst>
          </p:cNvPr>
          <p:cNvSpPr/>
          <p:nvPr/>
        </p:nvSpPr>
        <p:spPr>
          <a:xfrm>
            <a:off x="4019894" y="276805"/>
            <a:ext cx="4867290" cy="1884936"/>
          </a:xfrm>
          <a:custGeom>
            <a:avLst/>
            <a:gdLst>
              <a:gd name="connsiteX0" fmla="*/ 0 w 4867290"/>
              <a:gd name="connsiteY0" fmla="*/ 0 h 1884936"/>
              <a:gd name="connsiteX1" fmla="*/ 4867290 w 4867290"/>
              <a:gd name="connsiteY1" fmla="*/ 0 h 1884936"/>
              <a:gd name="connsiteX2" fmla="*/ 4867290 w 4867290"/>
              <a:gd name="connsiteY2" fmla="*/ 1884936 h 1884936"/>
              <a:gd name="connsiteX3" fmla="*/ 0 w 4867290"/>
              <a:gd name="connsiteY3" fmla="*/ 1884936 h 1884936"/>
              <a:gd name="connsiteX4" fmla="*/ 0 w 4867290"/>
              <a:gd name="connsiteY4" fmla="*/ 0 h 1884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7290" h="1884936" extrusionOk="0">
                <a:moveTo>
                  <a:pt x="0" y="0"/>
                </a:moveTo>
                <a:cubicBezTo>
                  <a:pt x="2390135" y="118645"/>
                  <a:pt x="3592829" y="116012"/>
                  <a:pt x="4867290" y="0"/>
                </a:cubicBezTo>
                <a:cubicBezTo>
                  <a:pt x="4759385" y="251011"/>
                  <a:pt x="4977716" y="1180438"/>
                  <a:pt x="4867290" y="1884936"/>
                </a:cubicBezTo>
                <a:cubicBezTo>
                  <a:pt x="4046591" y="2019536"/>
                  <a:pt x="949555" y="1727740"/>
                  <a:pt x="0" y="1884936"/>
                </a:cubicBezTo>
                <a:cubicBezTo>
                  <a:pt x="2226" y="1582603"/>
                  <a:pt x="-50449" y="734123"/>
                  <a:pt x="0" y="0"/>
                </a:cubicBezTo>
                <a:close/>
              </a:path>
            </a:pathLst>
          </a:custGeom>
          <a:noFill/>
          <a:ln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5588F642-A56E-1F29-6020-A3F2D57C0BE8}"/>
              </a:ext>
            </a:extLst>
          </p:cNvPr>
          <p:cNvSpPr txBox="1"/>
          <p:nvPr/>
        </p:nvSpPr>
        <p:spPr>
          <a:xfrm>
            <a:off x="8186937" y="1777020"/>
            <a:ext cx="647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E04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B06E7F6-74EC-ADAB-8481-6BC614D7BC84}"/>
              </a:ext>
            </a:extLst>
          </p:cNvPr>
          <p:cNvSpPr txBox="1"/>
          <p:nvPr/>
        </p:nvSpPr>
        <p:spPr>
          <a:xfrm>
            <a:off x="2948799" y="3765638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P04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D7D2E5D-94DD-BFA0-7D9B-E70C2B49FD8C}"/>
              </a:ext>
            </a:extLst>
          </p:cNvPr>
          <p:cNvSpPr txBox="1"/>
          <p:nvPr/>
        </p:nvSpPr>
        <p:spPr>
          <a:xfrm>
            <a:off x="2913494" y="203028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P0</a:t>
            </a:r>
            <a:r>
              <a:rPr lang="en-US" altLang="zh-CN" sz="1400" dirty="0">
                <a:latin typeface="Abadi MT Condensed Light" panose="020B0306030101010103" pitchFamily="34" charset="77"/>
              </a:rPr>
              <a:t>1</a:t>
            </a:r>
            <a:endParaRPr lang="en-CH" sz="1400" dirty="0">
              <a:latin typeface="Abadi MT Condensed Light" panose="020B0306030101010103" pitchFamily="34" charset="77"/>
            </a:endParaRPr>
          </a:p>
        </p:txBody>
      </p:sp>
      <p:pic>
        <p:nvPicPr>
          <p:cNvPr id="226" name="Picture 225" descr="A close-up of a diagram&#10;&#10;AI-generated content may be incorrect.">
            <a:extLst>
              <a:ext uri="{FF2B5EF4-FFF2-40B4-BE49-F238E27FC236}">
                <a16:creationId xmlns:a16="http://schemas.microsoft.com/office/drawing/2014/main" id="{0F441E6F-23B7-EF1E-4BF3-0B9D8E4FF78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7754" t="15238" r="34883" b="49841"/>
          <a:stretch>
            <a:fillRect/>
          </a:stretch>
        </p:blipFill>
        <p:spPr>
          <a:xfrm>
            <a:off x="4152393" y="6474116"/>
            <a:ext cx="2145286" cy="1872869"/>
          </a:xfrm>
          <a:prstGeom prst="rect">
            <a:avLst/>
          </a:prstGeom>
        </p:spPr>
      </p:pic>
      <p:grpSp>
        <p:nvGrpSpPr>
          <p:cNvPr id="227" name="Group 226">
            <a:extLst>
              <a:ext uri="{FF2B5EF4-FFF2-40B4-BE49-F238E27FC236}">
                <a16:creationId xmlns:a16="http://schemas.microsoft.com/office/drawing/2014/main" id="{2E822556-42F2-1B9A-E955-8051FD6BE7DE}"/>
              </a:ext>
            </a:extLst>
          </p:cNvPr>
          <p:cNvGrpSpPr/>
          <p:nvPr/>
        </p:nvGrpSpPr>
        <p:grpSpPr>
          <a:xfrm>
            <a:off x="4268277" y="8522620"/>
            <a:ext cx="2126892" cy="1532192"/>
            <a:chOff x="3044887" y="8817155"/>
            <a:chExt cx="2989237" cy="2182350"/>
          </a:xfrm>
        </p:grpSpPr>
        <p:pic>
          <p:nvPicPr>
            <p:cNvPr id="228" name="Picture 227" descr="A drawing of a line of circles&#10;&#10;AI-generated content may be incorrect.">
              <a:extLst>
                <a:ext uri="{FF2B5EF4-FFF2-40B4-BE49-F238E27FC236}">
                  <a16:creationId xmlns:a16="http://schemas.microsoft.com/office/drawing/2014/main" id="{6E98F90E-6B0E-35EF-912E-5AC2F3A55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b="48571"/>
            <a:stretch>
              <a:fillRect/>
            </a:stretch>
          </p:blipFill>
          <p:spPr>
            <a:xfrm>
              <a:off x="3142558" y="8834550"/>
              <a:ext cx="2793895" cy="2164955"/>
            </a:xfrm>
            <a:prstGeom prst="rect">
              <a:avLst/>
            </a:prstGeom>
          </p:spPr>
        </p:pic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BCB98CBC-270A-8F2E-9686-6E904624B7EC}"/>
                </a:ext>
              </a:extLst>
            </p:cNvPr>
            <p:cNvSpPr/>
            <p:nvPr/>
          </p:nvSpPr>
          <p:spPr>
            <a:xfrm>
              <a:off x="3044887" y="8817155"/>
              <a:ext cx="993252" cy="3661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B5F16957-E0DE-9334-3F72-C6F380BF3D0B}"/>
                </a:ext>
              </a:extLst>
            </p:cNvPr>
            <p:cNvSpPr/>
            <p:nvPr/>
          </p:nvSpPr>
          <p:spPr>
            <a:xfrm>
              <a:off x="5270374" y="8826999"/>
              <a:ext cx="763750" cy="3661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sp>
        <p:nvSpPr>
          <p:cNvPr id="231" name="Rectangle 230">
            <a:extLst>
              <a:ext uri="{FF2B5EF4-FFF2-40B4-BE49-F238E27FC236}">
                <a16:creationId xmlns:a16="http://schemas.microsoft.com/office/drawing/2014/main" id="{2CEF018B-A396-5645-7EC7-808DFE976951}"/>
              </a:ext>
            </a:extLst>
          </p:cNvPr>
          <p:cNvSpPr/>
          <p:nvPr/>
        </p:nvSpPr>
        <p:spPr>
          <a:xfrm>
            <a:off x="4019893" y="2617210"/>
            <a:ext cx="4867290" cy="3385973"/>
          </a:xfrm>
          <a:custGeom>
            <a:avLst/>
            <a:gdLst>
              <a:gd name="connsiteX0" fmla="*/ 0 w 4867290"/>
              <a:gd name="connsiteY0" fmla="*/ 0 h 3385973"/>
              <a:gd name="connsiteX1" fmla="*/ 4867290 w 4867290"/>
              <a:gd name="connsiteY1" fmla="*/ 0 h 3385973"/>
              <a:gd name="connsiteX2" fmla="*/ 4867290 w 4867290"/>
              <a:gd name="connsiteY2" fmla="*/ 3385973 h 3385973"/>
              <a:gd name="connsiteX3" fmla="*/ 0 w 4867290"/>
              <a:gd name="connsiteY3" fmla="*/ 3385973 h 3385973"/>
              <a:gd name="connsiteX4" fmla="*/ 0 w 4867290"/>
              <a:gd name="connsiteY4" fmla="*/ 0 h 3385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7290" h="3385973" extrusionOk="0">
                <a:moveTo>
                  <a:pt x="0" y="0"/>
                </a:moveTo>
                <a:cubicBezTo>
                  <a:pt x="2390135" y="118645"/>
                  <a:pt x="3592829" y="116012"/>
                  <a:pt x="4867290" y="0"/>
                </a:cubicBezTo>
                <a:cubicBezTo>
                  <a:pt x="4734408" y="417801"/>
                  <a:pt x="4952241" y="2132487"/>
                  <a:pt x="4867290" y="3385973"/>
                </a:cubicBezTo>
                <a:cubicBezTo>
                  <a:pt x="4046591" y="3520573"/>
                  <a:pt x="949555" y="3228777"/>
                  <a:pt x="0" y="3385973"/>
                </a:cubicBezTo>
                <a:cubicBezTo>
                  <a:pt x="-20187" y="3017987"/>
                  <a:pt x="-152480" y="1093868"/>
                  <a:pt x="0" y="0"/>
                </a:cubicBezTo>
                <a:close/>
              </a:path>
            </a:pathLst>
          </a:custGeom>
          <a:noFill/>
          <a:ln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36281534-EEF6-27F9-2620-270F269886D0}"/>
              </a:ext>
            </a:extLst>
          </p:cNvPr>
          <p:cNvSpPr txBox="1"/>
          <p:nvPr/>
        </p:nvSpPr>
        <p:spPr>
          <a:xfrm>
            <a:off x="5918808" y="556770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P08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8163504-844A-B284-89BC-E061E2044408}"/>
              </a:ext>
            </a:extLst>
          </p:cNvPr>
          <p:cNvSpPr txBox="1"/>
          <p:nvPr/>
        </p:nvSpPr>
        <p:spPr>
          <a:xfrm>
            <a:off x="8232837" y="5531250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P14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81FCFC64-652F-CE3A-8AD6-9B810661A025}"/>
              </a:ext>
            </a:extLst>
          </p:cNvPr>
          <p:cNvSpPr/>
          <p:nvPr/>
        </p:nvSpPr>
        <p:spPr>
          <a:xfrm>
            <a:off x="129402" y="6331380"/>
            <a:ext cx="3658389" cy="4031210"/>
          </a:xfrm>
          <a:custGeom>
            <a:avLst/>
            <a:gdLst>
              <a:gd name="connsiteX0" fmla="*/ 0 w 3658389"/>
              <a:gd name="connsiteY0" fmla="*/ 0 h 4031210"/>
              <a:gd name="connsiteX1" fmla="*/ 3658389 w 3658389"/>
              <a:gd name="connsiteY1" fmla="*/ 0 h 4031210"/>
              <a:gd name="connsiteX2" fmla="*/ 3658389 w 3658389"/>
              <a:gd name="connsiteY2" fmla="*/ 4031210 h 4031210"/>
              <a:gd name="connsiteX3" fmla="*/ 0 w 3658389"/>
              <a:gd name="connsiteY3" fmla="*/ 4031210 h 4031210"/>
              <a:gd name="connsiteX4" fmla="*/ 0 w 3658389"/>
              <a:gd name="connsiteY4" fmla="*/ 0 h 4031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8389" h="4031210" extrusionOk="0">
                <a:moveTo>
                  <a:pt x="0" y="0"/>
                </a:moveTo>
                <a:cubicBezTo>
                  <a:pt x="1229862" y="118645"/>
                  <a:pt x="2708215" y="116012"/>
                  <a:pt x="3658389" y="0"/>
                </a:cubicBezTo>
                <a:cubicBezTo>
                  <a:pt x="3525507" y="1838923"/>
                  <a:pt x="3743340" y="2096423"/>
                  <a:pt x="3658389" y="4031210"/>
                </a:cubicBezTo>
                <a:cubicBezTo>
                  <a:pt x="2673445" y="4165810"/>
                  <a:pt x="392729" y="3874014"/>
                  <a:pt x="0" y="4031210"/>
                </a:cubicBezTo>
                <a:cubicBezTo>
                  <a:pt x="-20187" y="3056738"/>
                  <a:pt x="-152480" y="665030"/>
                  <a:pt x="0" y="0"/>
                </a:cubicBezTo>
                <a:close/>
              </a:path>
            </a:pathLst>
          </a:custGeom>
          <a:noFill/>
          <a:ln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35" name="Picture 234" descr="A close-up of a test&#10;&#10;AI-generated content may be incorrect.">
            <a:extLst>
              <a:ext uri="{FF2B5EF4-FFF2-40B4-BE49-F238E27FC236}">
                <a16:creationId xmlns:a16="http://schemas.microsoft.com/office/drawing/2014/main" id="{3DD4043C-B1A6-DF67-FF31-A2ED9B9C99E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12855" r="31473" b="52798"/>
          <a:stretch>
            <a:fillRect/>
          </a:stretch>
        </p:blipFill>
        <p:spPr>
          <a:xfrm>
            <a:off x="34123" y="3915406"/>
            <a:ext cx="2747581" cy="19746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B51B3D7F-D02F-1361-E0AB-98D344F44549}"/>
                  </a:ext>
                </a:extLst>
              </p14:cNvPr>
              <p14:cNvContentPartPr/>
              <p14:nvPr/>
            </p14:nvContentPartPr>
            <p14:xfrm>
              <a:off x="420228" y="5227348"/>
              <a:ext cx="817785" cy="36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B51B3D7F-D02F-1361-E0AB-98D344F4454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6237" y="5119348"/>
                <a:ext cx="925407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37" name="Rectangle 236">
            <a:extLst>
              <a:ext uri="{FF2B5EF4-FFF2-40B4-BE49-F238E27FC236}">
                <a16:creationId xmlns:a16="http://schemas.microsoft.com/office/drawing/2014/main" id="{EB8F13FB-2DD7-DB68-715C-6311B14E3F0B}"/>
              </a:ext>
            </a:extLst>
          </p:cNvPr>
          <p:cNvSpPr/>
          <p:nvPr/>
        </p:nvSpPr>
        <p:spPr>
          <a:xfrm>
            <a:off x="105700" y="276804"/>
            <a:ext cx="3682091" cy="5774746"/>
          </a:xfrm>
          <a:custGeom>
            <a:avLst/>
            <a:gdLst>
              <a:gd name="connsiteX0" fmla="*/ 0 w 3682091"/>
              <a:gd name="connsiteY0" fmla="*/ 0 h 5774746"/>
              <a:gd name="connsiteX1" fmla="*/ 3682091 w 3682091"/>
              <a:gd name="connsiteY1" fmla="*/ 0 h 5774746"/>
              <a:gd name="connsiteX2" fmla="*/ 3682091 w 3682091"/>
              <a:gd name="connsiteY2" fmla="*/ 5774746 h 5774746"/>
              <a:gd name="connsiteX3" fmla="*/ 0 w 3682091"/>
              <a:gd name="connsiteY3" fmla="*/ 5774746 h 5774746"/>
              <a:gd name="connsiteX4" fmla="*/ 0 w 3682091"/>
              <a:gd name="connsiteY4" fmla="*/ 0 h 5774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82091" h="5774746" extrusionOk="0">
                <a:moveTo>
                  <a:pt x="0" y="0"/>
                </a:moveTo>
                <a:cubicBezTo>
                  <a:pt x="1068205" y="118645"/>
                  <a:pt x="1981483" y="116012"/>
                  <a:pt x="3682091" y="0"/>
                </a:cubicBezTo>
                <a:cubicBezTo>
                  <a:pt x="3549209" y="1827074"/>
                  <a:pt x="3767042" y="4540247"/>
                  <a:pt x="3682091" y="5774746"/>
                </a:cubicBezTo>
                <a:cubicBezTo>
                  <a:pt x="3148477" y="5909346"/>
                  <a:pt x="1770831" y="5617550"/>
                  <a:pt x="0" y="5774746"/>
                </a:cubicBezTo>
                <a:cubicBezTo>
                  <a:pt x="-20187" y="3961798"/>
                  <a:pt x="-152480" y="2041985"/>
                  <a:pt x="0" y="0"/>
                </a:cubicBezTo>
                <a:close/>
              </a:path>
            </a:pathLst>
          </a:custGeom>
          <a:noFill/>
          <a:ln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705ADF9F-4563-2921-7389-A8B7F307F736}"/>
              </a:ext>
            </a:extLst>
          </p:cNvPr>
          <p:cNvSpPr txBox="1"/>
          <p:nvPr/>
        </p:nvSpPr>
        <p:spPr>
          <a:xfrm>
            <a:off x="2913494" y="553787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P</a:t>
            </a:r>
            <a:r>
              <a:rPr lang="en-US" altLang="zh-CN" sz="1400" dirty="0">
                <a:latin typeface="Abadi MT Condensed Light" panose="020B0306030101010103" pitchFamily="34" charset="77"/>
              </a:rPr>
              <a:t>15</a:t>
            </a:r>
            <a:endParaRPr lang="en-CH" sz="1400" dirty="0">
              <a:latin typeface="Abadi MT Condensed Light" panose="020B0306030101010103" pitchFamily="34" charset="77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C86F89-8D66-69D2-1D0F-C8E21B5A8E89}"/>
              </a:ext>
            </a:extLst>
          </p:cNvPr>
          <p:cNvSpPr txBox="1"/>
          <p:nvPr/>
        </p:nvSpPr>
        <p:spPr>
          <a:xfrm>
            <a:off x="4992948" y="2283793"/>
            <a:ext cx="3483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(c) Difficulty Depicting Flip</a:t>
            </a:r>
            <a:r>
              <a:rPr lang="zh-CN" altLang="en-US" dirty="0"/>
              <a:t> </a:t>
            </a:r>
            <a:r>
              <a:rPr lang="en-GB" altLang="zh-CN" dirty="0"/>
              <a:t>A</a:t>
            </a:r>
            <a:r>
              <a:rPr lang="en-GB" dirty="0"/>
              <a:t>ction</a:t>
            </a:r>
            <a:endParaRPr lang="en-CH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309AA77D-CB6D-FBF6-8CA5-C8D46CC01AA4}"/>
              </a:ext>
            </a:extLst>
          </p:cNvPr>
          <p:cNvSpPr txBox="1"/>
          <p:nvPr/>
        </p:nvSpPr>
        <p:spPr>
          <a:xfrm>
            <a:off x="901381" y="6030337"/>
            <a:ext cx="219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(d) Lack of Structure</a:t>
            </a:r>
            <a:endParaRPr lang="en-CH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69690F15-7095-82FA-4E23-8BA22ACBF8F0}"/>
              </a:ext>
            </a:extLst>
          </p:cNvPr>
          <p:cNvSpPr txBox="1"/>
          <p:nvPr/>
        </p:nvSpPr>
        <p:spPr>
          <a:xfrm>
            <a:off x="2948799" y="1008372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P10</a:t>
            </a:r>
          </a:p>
        </p:txBody>
      </p:sp>
      <p:pic>
        <p:nvPicPr>
          <p:cNvPr id="242" name="Picture 241" descr="A graph of a bubble&#10;&#10;AI-generated content may be incorrect.">
            <a:extLst>
              <a:ext uri="{FF2B5EF4-FFF2-40B4-BE49-F238E27FC236}">
                <a16:creationId xmlns:a16="http://schemas.microsoft.com/office/drawing/2014/main" id="{CD526CE7-4FB4-60AF-0C6A-09468DD8E51E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-60" t="8784" r="23015" b="70011"/>
          <a:stretch>
            <a:fillRect/>
          </a:stretch>
        </p:blipFill>
        <p:spPr>
          <a:xfrm>
            <a:off x="6462408" y="6656895"/>
            <a:ext cx="2260046" cy="1083158"/>
          </a:xfrm>
          <a:prstGeom prst="rect">
            <a:avLst/>
          </a:prstGeom>
        </p:spPr>
      </p:pic>
      <p:sp>
        <p:nvSpPr>
          <p:cNvPr id="243" name="Rectangle 242">
            <a:extLst>
              <a:ext uri="{FF2B5EF4-FFF2-40B4-BE49-F238E27FC236}">
                <a16:creationId xmlns:a16="http://schemas.microsoft.com/office/drawing/2014/main" id="{53E4728D-5ADD-FE86-D054-DE39C06A6BA0}"/>
              </a:ext>
            </a:extLst>
          </p:cNvPr>
          <p:cNvSpPr/>
          <p:nvPr/>
        </p:nvSpPr>
        <p:spPr>
          <a:xfrm>
            <a:off x="4037633" y="6318048"/>
            <a:ext cx="4849550" cy="4044541"/>
          </a:xfrm>
          <a:custGeom>
            <a:avLst/>
            <a:gdLst>
              <a:gd name="connsiteX0" fmla="*/ 0 w 4849550"/>
              <a:gd name="connsiteY0" fmla="*/ 0 h 4044541"/>
              <a:gd name="connsiteX1" fmla="*/ 4849550 w 4849550"/>
              <a:gd name="connsiteY1" fmla="*/ 0 h 4044541"/>
              <a:gd name="connsiteX2" fmla="*/ 4849550 w 4849550"/>
              <a:gd name="connsiteY2" fmla="*/ 4044541 h 4044541"/>
              <a:gd name="connsiteX3" fmla="*/ 0 w 4849550"/>
              <a:gd name="connsiteY3" fmla="*/ 4044541 h 4044541"/>
              <a:gd name="connsiteX4" fmla="*/ 0 w 4849550"/>
              <a:gd name="connsiteY4" fmla="*/ 0 h 4044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9550" h="4044541" extrusionOk="0">
                <a:moveTo>
                  <a:pt x="0" y="0"/>
                </a:moveTo>
                <a:cubicBezTo>
                  <a:pt x="2194156" y="118645"/>
                  <a:pt x="3150360" y="116012"/>
                  <a:pt x="4849550" y="0"/>
                </a:cubicBezTo>
                <a:cubicBezTo>
                  <a:pt x="4716668" y="1114886"/>
                  <a:pt x="4934501" y="2842996"/>
                  <a:pt x="4849550" y="4044541"/>
                </a:cubicBezTo>
                <a:cubicBezTo>
                  <a:pt x="4076557" y="4179141"/>
                  <a:pt x="2151104" y="3887345"/>
                  <a:pt x="0" y="4044541"/>
                </a:cubicBezTo>
                <a:cubicBezTo>
                  <a:pt x="-20187" y="2961120"/>
                  <a:pt x="-152480" y="1180537"/>
                  <a:pt x="0" y="0"/>
                </a:cubicBezTo>
                <a:close/>
              </a:path>
            </a:pathLst>
          </a:custGeom>
          <a:noFill/>
          <a:ln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E9716A45-BDC6-94AA-7279-33758314C0C6}"/>
              </a:ext>
            </a:extLst>
          </p:cNvPr>
          <p:cNvSpPr txBox="1"/>
          <p:nvPr/>
        </p:nvSpPr>
        <p:spPr>
          <a:xfrm>
            <a:off x="4978125" y="6025396"/>
            <a:ext cx="333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(e) Varying Levels of Abstraction</a:t>
            </a:r>
            <a:endParaRPr lang="en-CH" dirty="0"/>
          </a:p>
        </p:txBody>
      </p:sp>
      <p:pic>
        <p:nvPicPr>
          <p:cNvPr id="245" name="Picture 24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90C8FA2B-4D29-913B-D575-12784834BA88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31077" r="42283" b="41429"/>
          <a:stretch>
            <a:fillRect/>
          </a:stretch>
        </p:blipFill>
        <p:spPr>
          <a:xfrm>
            <a:off x="6474376" y="8475896"/>
            <a:ext cx="2132395" cy="1434083"/>
          </a:xfrm>
          <a:prstGeom prst="rect">
            <a:avLst/>
          </a:prstGeom>
        </p:spPr>
      </p:pic>
      <p:sp>
        <p:nvSpPr>
          <p:cNvPr id="246" name="TextBox 245">
            <a:extLst>
              <a:ext uri="{FF2B5EF4-FFF2-40B4-BE49-F238E27FC236}">
                <a16:creationId xmlns:a16="http://schemas.microsoft.com/office/drawing/2014/main" id="{88623584-814B-6A0B-EDB9-D74512C76561}"/>
              </a:ext>
            </a:extLst>
          </p:cNvPr>
          <p:cNvSpPr txBox="1"/>
          <p:nvPr/>
        </p:nvSpPr>
        <p:spPr>
          <a:xfrm>
            <a:off x="8153638" y="7779590"/>
            <a:ext cx="647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E01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19817312-9AC1-0E1E-4480-4A14EAF28665}"/>
              </a:ext>
            </a:extLst>
          </p:cNvPr>
          <p:cNvSpPr txBox="1"/>
          <p:nvPr/>
        </p:nvSpPr>
        <p:spPr>
          <a:xfrm>
            <a:off x="5671329" y="999421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P</a:t>
            </a:r>
            <a:r>
              <a:rPr lang="en-US" altLang="zh-CN" sz="1400" dirty="0">
                <a:latin typeface="Abadi MT Condensed Light" panose="020B0306030101010103" pitchFamily="34" charset="77"/>
              </a:rPr>
              <a:t>13</a:t>
            </a:r>
            <a:endParaRPr lang="en-CH" sz="1400" dirty="0">
              <a:latin typeface="Abadi MT Condensed Light" panose="020B0306030101010103" pitchFamily="34" charset="77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78C5BCA1-9164-1589-7C2B-CE7FEDB5CC8D}"/>
              </a:ext>
            </a:extLst>
          </p:cNvPr>
          <p:cNvSpPr txBox="1"/>
          <p:nvPr/>
        </p:nvSpPr>
        <p:spPr>
          <a:xfrm>
            <a:off x="8150432" y="999421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P03</a:t>
            </a:r>
          </a:p>
        </p:txBody>
      </p:sp>
      <p:pic>
        <p:nvPicPr>
          <p:cNvPr id="249" name="Picture 248" descr="A white paper with black arrows and numbers&#10;&#10;AI-generated content may be incorrect.">
            <a:extLst>
              <a:ext uri="{FF2B5EF4-FFF2-40B4-BE49-F238E27FC236}">
                <a16:creationId xmlns:a16="http://schemas.microsoft.com/office/drawing/2014/main" id="{D7200DE1-16F0-0F4C-397D-DFB47107DFCB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6553" t="9419" r="32639" b="18698"/>
          <a:stretch>
            <a:fillRect/>
          </a:stretch>
        </p:blipFill>
        <p:spPr>
          <a:xfrm>
            <a:off x="258680" y="6453864"/>
            <a:ext cx="1731641" cy="3600949"/>
          </a:xfrm>
          <a:prstGeom prst="rect">
            <a:avLst/>
          </a:prstGeom>
        </p:spPr>
      </p:pic>
      <p:sp>
        <p:nvSpPr>
          <p:cNvPr id="250" name="TextBox 249">
            <a:extLst>
              <a:ext uri="{FF2B5EF4-FFF2-40B4-BE49-F238E27FC236}">
                <a16:creationId xmlns:a16="http://schemas.microsoft.com/office/drawing/2014/main" id="{43A12114-C4CD-122B-D7AA-3F21D9DFE0D8}"/>
              </a:ext>
            </a:extLst>
          </p:cNvPr>
          <p:cNvSpPr txBox="1"/>
          <p:nvPr/>
        </p:nvSpPr>
        <p:spPr>
          <a:xfrm>
            <a:off x="1340608" y="1005481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P07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7C58B8B-C41C-7E77-B710-77B7FF68F790}"/>
              </a:ext>
            </a:extLst>
          </p:cNvPr>
          <p:cNvSpPr/>
          <p:nvPr/>
        </p:nvSpPr>
        <p:spPr>
          <a:xfrm>
            <a:off x="5023052" y="7420438"/>
            <a:ext cx="1022688" cy="877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2D573C9-FFF1-C876-EBB0-FCFF848CBC50}"/>
              </a:ext>
            </a:extLst>
          </p:cNvPr>
          <p:cNvSpPr txBox="1"/>
          <p:nvPr/>
        </p:nvSpPr>
        <p:spPr>
          <a:xfrm>
            <a:off x="5686139" y="8080730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badi MT Condensed Light" panose="020B0306030101010103" pitchFamily="34" charset="77"/>
              </a:rPr>
              <a:t>—</a:t>
            </a:r>
            <a:r>
              <a:rPr lang="en-CH" sz="1400" dirty="0">
                <a:latin typeface="Abadi MT Condensed Light" panose="020B0306030101010103" pitchFamily="34" charset="77"/>
              </a:rPr>
              <a:t> P11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474F9F-92D8-8172-7923-8BF9E9429ED1}"/>
                  </a:ext>
                </a:extLst>
              </p14:cNvPr>
              <p14:cNvContentPartPr/>
              <p14:nvPr/>
            </p14:nvContentPartPr>
            <p14:xfrm>
              <a:off x="4150697" y="1485989"/>
              <a:ext cx="447120" cy="31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474F9F-92D8-8172-7923-8BF9E9429ED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96697" y="1377989"/>
                <a:ext cx="5547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1176F1-488E-6AEB-AB4F-1B63A8119D9E}"/>
                  </a:ext>
                </a:extLst>
              </p14:cNvPr>
              <p14:cNvContentPartPr/>
              <p14:nvPr/>
            </p14:nvContentPartPr>
            <p14:xfrm rot="6245629">
              <a:off x="6506377" y="1865707"/>
              <a:ext cx="447120" cy="31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1176F1-488E-6AEB-AB4F-1B63A8119D9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 rot="6245629">
                <a:off x="6452377" y="1757707"/>
                <a:ext cx="554760" cy="2469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0AD785B-085C-BE4B-7FF1-16171731DA32}"/>
              </a:ext>
            </a:extLst>
          </p:cNvPr>
          <p:cNvSpPr/>
          <p:nvPr/>
        </p:nvSpPr>
        <p:spPr>
          <a:xfrm>
            <a:off x="4476751" y="3765638"/>
            <a:ext cx="1997626" cy="495690"/>
          </a:xfrm>
          <a:prstGeom prst="rect">
            <a:avLst/>
          </a:prstGeom>
          <a:solidFill>
            <a:schemeClr val="accent1">
              <a:lumMod val="40000"/>
              <a:lumOff val="60000"/>
              <a:alpha val="22082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7E37C6-64B3-89DC-1005-314446AE921F}"/>
              </a:ext>
            </a:extLst>
          </p:cNvPr>
          <p:cNvSpPr/>
          <p:nvPr/>
        </p:nvSpPr>
        <p:spPr>
          <a:xfrm>
            <a:off x="7080213" y="4502201"/>
            <a:ext cx="1647349" cy="495690"/>
          </a:xfrm>
          <a:prstGeom prst="rect">
            <a:avLst/>
          </a:prstGeom>
          <a:solidFill>
            <a:schemeClr val="accent1">
              <a:lumMod val="40000"/>
              <a:lumOff val="60000"/>
              <a:alpha val="22082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A26CD-39AE-A67E-48B5-096004CD69BB}"/>
              </a:ext>
            </a:extLst>
          </p:cNvPr>
          <p:cNvSpPr/>
          <p:nvPr/>
        </p:nvSpPr>
        <p:spPr>
          <a:xfrm>
            <a:off x="7071919" y="3538669"/>
            <a:ext cx="1078514" cy="495690"/>
          </a:xfrm>
          <a:prstGeom prst="rect">
            <a:avLst/>
          </a:prstGeom>
          <a:solidFill>
            <a:schemeClr val="accent1">
              <a:lumMod val="40000"/>
              <a:lumOff val="60000"/>
              <a:alpha val="22082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FA3C13-F114-FE0E-0E9C-C7E783982E37}"/>
              </a:ext>
            </a:extLst>
          </p:cNvPr>
          <p:cNvSpPr/>
          <p:nvPr/>
        </p:nvSpPr>
        <p:spPr>
          <a:xfrm>
            <a:off x="233354" y="7162705"/>
            <a:ext cx="668027" cy="495690"/>
          </a:xfrm>
          <a:prstGeom prst="rect">
            <a:avLst/>
          </a:prstGeom>
          <a:solidFill>
            <a:schemeClr val="accent6">
              <a:lumMod val="40000"/>
              <a:lumOff val="60000"/>
              <a:alpha val="22082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14164A-08EC-FDA5-2E2C-87322AE34418}"/>
              </a:ext>
            </a:extLst>
          </p:cNvPr>
          <p:cNvSpPr/>
          <p:nvPr/>
        </p:nvSpPr>
        <p:spPr>
          <a:xfrm>
            <a:off x="4428034" y="6914860"/>
            <a:ext cx="1647349" cy="495690"/>
          </a:xfrm>
          <a:prstGeom prst="rect">
            <a:avLst/>
          </a:prstGeom>
          <a:solidFill>
            <a:schemeClr val="accent5">
              <a:lumMod val="40000"/>
              <a:lumOff val="60000"/>
              <a:alpha val="22082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0908AA-7B40-040F-A615-B150EDA50F78}"/>
              </a:ext>
            </a:extLst>
          </p:cNvPr>
          <p:cNvSpPr/>
          <p:nvPr/>
        </p:nvSpPr>
        <p:spPr>
          <a:xfrm>
            <a:off x="6900819" y="6918770"/>
            <a:ext cx="1647349" cy="211801"/>
          </a:xfrm>
          <a:prstGeom prst="rect">
            <a:avLst/>
          </a:prstGeom>
          <a:solidFill>
            <a:schemeClr val="accent5">
              <a:lumMod val="40000"/>
              <a:lumOff val="60000"/>
              <a:alpha val="22082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8C243F-7B0F-BA65-1027-5AD28C995B93}"/>
              </a:ext>
            </a:extLst>
          </p:cNvPr>
          <p:cNvSpPr/>
          <p:nvPr/>
        </p:nvSpPr>
        <p:spPr>
          <a:xfrm>
            <a:off x="7108124" y="8934891"/>
            <a:ext cx="716936" cy="266259"/>
          </a:xfrm>
          <a:prstGeom prst="rect">
            <a:avLst/>
          </a:prstGeom>
          <a:solidFill>
            <a:schemeClr val="accent5">
              <a:lumMod val="40000"/>
              <a:lumOff val="60000"/>
              <a:alpha val="22082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125468-4D60-8329-E4D9-092983769CBF}"/>
              </a:ext>
            </a:extLst>
          </p:cNvPr>
          <p:cNvSpPr/>
          <p:nvPr/>
        </p:nvSpPr>
        <p:spPr>
          <a:xfrm rot="5400000">
            <a:off x="5300523" y="9241404"/>
            <a:ext cx="1021994" cy="287513"/>
          </a:xfrm>
          <a:prstGeom prst="rect">
            <a:avLst/>
          </a:prstGeom>
          <a:solidFill>
            <a:schemeClr val="accent5">
              <a:lumMod val="40000"/>
              <a:lumOff val="60000"/>
              <a:alpha val="22082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22524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62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Abadi MT Condensed Light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 Wu</dc:creator>
  <cp:lastModifiedBy>Yang Wu</cp:lastModifiedBy>
  <cp:revision>4</cp:revision>
  <dcterms:created xsi:type="dcterms:W3CDTF">2026-03-28T17:59:11Z</dcterms:created>
  <dcterms:modified xsi:type="dcterms:W3CDTF">2026-03-30T16:19:22Z</dcterms:modified>
</cp:coreProperties>
</file>